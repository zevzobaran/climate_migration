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4de97d96c423b" /><Relationship Type="http://schemas.openxmlformats.org/officeDocument/2006/relationships/extended-properties" Target="/docProps/app.xml" Id="Rfb109d2785244c69" /><Relationship Type="http://schemas.openxmlformats.org/officeDocument/2006/relationships/officeDocument" Target="/ppt/presentation.xml" Id="R5ea6556f1c5b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0ae9e002c4542"/>
  </p:sldMasterIdLst>
  <p:notesMasterIdLst>
    <p:notesMasterId xmlns:r="http://schemas.openxmlformats.org/officeDocument/2006/relationships" r:id="Rbc8d134dd7cb465d"/>
  </p:notesMasterIdLst>
  <p:sldIdLst>
    <p:sldId xmlns:r="http://schemas.openxmlformats.org/officeDocument/2006/relationships" id="256" r:id="R82bf50ab69664b40"/>
    <p:sldId xmlns:r="http://schemas.openxmlformats.org/officeDocument/2006/relationships" id="257" r:id="R409776c4cc9d4443"/>
    <p:sldId xmlns:r="http://schemas.openxmlformats.org/officeDocument/2006/relationships" id="258" r:id="Re041649aa5ed4483"/>
    <p:sldId xmlns:r="http://schemas.openxmlformats.org/officeDocument/2006/relationships" id="259" r:id="Re0b4daf337ae44d0"/>
    <p:sldId xmlns:r="http://schemas.openxmlformats.org/officeDocument/2006/relationships" id="260" r:id="Rc029bf52e1da4b7a"/>
    <p:sldId xmlns:r="http://schemas.openxmlformats.org/officeDocument/2006/relationships" id="261" r:id="R3a8bce543efe4f5b"/>
    <p:sldId xmlns:r="http://schemas.openxmlformats.org/officeDocument/2006/relationships" id="262" r:id="Rcf49028bd15c4b6b"/>
    <p:sldId xmlns:r="http://schemas.openxmlformats.org/officeDocument/2006/relationships" id="263" r:id="R8259ca5e2d974f8c"/>
    <p:sldId xmlns:r="http://schemas.openxmlformats.org/officeDocument/2006/relationships" id="264" r:id="Rd51c1b8daa814c21"/>
    <p:sldId xmlns:r="http://schemas.openxmlformats.org/officeDocument/2006/relationships" id="265" r:id="Rb74432642fb745d5"/>
    <p:sldId xmlns:r="http://schemas.openxmlformats.org/officeDocument/2006/relationships" id="266" r:id="Rbf7deb396ab34de4"/>
    <p:sldId xmlns:r="http://schemas.openxmlformats.org/officeDocument/2006/relationships" id="267" r:id="Rd2b06782f02e4cae"/>
    <p:sldId xmlns:r="http://schemas.openxmlformats.org/officeDocument/2006/relationships" id="268" r:id="R48d8bc03f2114339"/>
    <p:sldId xmlns:r="http://schemas.openxmlformats.org/officeDocument/2006/relationships" id="269" r:id="Rd5da0195ad974736"/>
    <p:sldId xmlns:r="http://schemas.openxmlformats.org/officeDocument/2006/relationships" id="270" r:id="Rfb693580fe5848a8"/>
    <p:sldId xmlns:r="http://schemas.openxmlformats.org/officeDocument/2006/relationships" id="271" r:id="Ra1d1fb53c5a34fd4"/>
    <p:sldId xmlns:r="http://schemas.openxmlformats.org/officeDocument/2006/relationships" id="272" r:id="Re23c661bdaeb4b63"/>
    <p:sldId xmlns:r="http://schemas.openxmlformats.org/officeDocument/2006/relationships" id="273" r:id="Rb3bf6478da6f4fb8"/>
    <p:sldId xmlns:r="http://schemas.openxmlformats.org/officeDocument/2006/relationships" id="274" r:id="Rc617e31964f24326"/>
    <p:sldId xmlns:r="http://schemas.openxmlformats.org/officeDocument/2006/relationships" id="275" r:id="R2a9bb2f03f1f4675"/>
    <p:sldId xmlns:r="http://schemas.openxmlformats.org/officeDocument/2006/relationships" id="276" r:id="R189af606c72c4e1a"/>
    <p:sldId xmlns:r="http://schemas.openxmlformats.org/officeDocument/2006/relationships" id="277" r:id="R62aa898945a7468c"/>
    <p:sldId xmlns:r="http://schemas.openxmlformats.org/officeDocument/2006/relationships" id="278" r:id="R58c15a365e414b5b"/>
    <p:sldId xmlns:r="http://schemas.openxmlformats.org/officeDocument/2006/relationships" id="279" r:id="R1b73eb768f9a4e86"/>
    <p:sldId xmlns:r="http://schemas.openxmlformats.org/officeDocument/2006/relationships" id="280" r:id="R2e7af8eaa89342d8"/>
    <p:sldId xmlns:r="http://schemas.openxmlformats.org/officeDocument/2006/relationships" id="281" r:id="Rfafc24108cdb4772"/>
    <p:sldId xmlns:r="http://schemas.openxmlformats.org/officeDocument/2006/relationships" id="282" r:id="R5e967010b23f47e2"/>
    <p:sldId xmlns:r="http://schemas.openxmlformats.org/officeDocument/2006/relationships" id="283" r:id="Rae17e6d0d56343e9"/>
    <p:sldId xmlns:r="http://schemas.openxmlformats.org/officeDocument/2006/relationships" id="284" r:id="R93edb33fc7974e16"/>
    <p:sldId xmlns:r="http://schemas.openxmlformats.org/officeDocument/2006/relationships" id="285" r:id="R32301eee82e4492c"/>
    <p:sldId xmlns:r="http://schemas.openxmlformats.org/officeDocument/2006/relationships" id="286" r:id="Rdc202498a4b8409b"/>
    <p:sldId xmlns:r="http://schemas.openxmlformats.org/officeDocument/2006/relationships" id="287" r:id="Reea5b7d7b3f54caf"/>
    <p:sldId xmlns:r="http://schemas.openxmlformats.org/officeDocument/2006/relationships" id="288" r:id="R0a05c2e4350b44bd"/>
    <p:sldId xmlns:r="http://schemas.openxmlformats.org/officeDocument/2006/relationships" id="289" r:id="R6491478344b84a5d"/>
    <p:sldId xmlns:r="http://schemas.openxmlformats.org/officeDocument/2006/relationships" id="290" r:id="R35ca9ad0f86443c2"/>
    <p:sldId xmlns:r="http://schemas.openxmlformats.org/officeDocument/2006/relationships" id="291" r:id="Rd664a4bdc1654c81"/>
    <p:sldId xmlns:r="http://schemas.openxmlformats.org/officeDocument/2006/relationships" id="292" r:id="R390ba22505044d2c"/>
    <p:sldId xmlns:r="http://schemas.openxmlformats.org/officeDocument/2006/relationships" id="293" r:id="R4dcb7fc25b5248f1"/>
    <p:sldId xmlns:r="http://schemas.openxmlformats.org/officeDocument/2006/relationships" id="294" r:id="R60392bcf2680499e"/>
    <p:sldId xmlns:r="http://schemas.openxmlformats.org/officeDocument/2006/relationships" id="295" r:id="Rb6c3ee6338a54b51"/>
    <p:sldId xmlns:r="http://schemas.openxmlformats.org/officeDocument/2006/relationships" id="296" r:id="R2b5a45a3b95041f1"/>
    <p:sldId xmlns:r="http://schemas.openxmlformats.org/officeDocument/2006/relationships" id="297" r:id="Ra63aa049bde84ab0"/>
    <p:sldId xmlns:r="http://schemas.openxmlformats.org/officeDocument/2006/relationships" id="298" r:id="Ra62ebb4681fe4586"/>
    <p:sldId xmlns:r="http://schemas.openxmlformats.org/officeDocument/2006/relationships" id="299" r:id="R5cb033a46de64394"/>
    <p:sldId xmlns:r="http://schemas.openxmlformats.org/officeDocument/2006/relationships" id="300" r:id="R3932ecdcaed34d4f"/>
    <p:sldId xmlns:r="http://schemas.openxmlformats.org/officeDocument/2006/relationships" id="301" r:id="R30ecc2a0a40a4454"/>
    <p:sldId xmlns:r="http://schemas.openxmlformats.org/officeDocument/2006/relationships" id="302" r:id="Rbcf93b6469804731"/>
    <p:sldId xmlns:r="http://schemas.openxmlformats.org/officeDocument/2006/relationships" id="303" r:id="R8ab9cef88db54b48"/>
    <p:sldId xmlns:r="http://schemas.openxmlformats.org/officeDocument/2006/relationships" id="304" r:id="R19427af29b574130"/>
    <p:sldId xmlns:r="http://schemas.openxmlformats.org/officeDocument/2006/relationships" id="305" r:id="Rf42c0990d54e487e"/>
    <p:sldId xmlns:r="http://schemas.openxmlformats.org/officeDocument/2006/relationships" id="306" r:id="R4d98d97c60c243f0"/>
    <p:sldId xmlns:r="http://schemas.openxmlformats.org/officeDocument/2006/relationships" id="307" r:id="Rdc5e0c1cecd24c54"/>
    <p:sldId xmlns:r="http://schemas.openxmlformats.org/officeDocument/2006/relationships" id="308" r:id="Ra54b7d47cc7b4dff"/>
    <p:sldId xmlns:r="http://schemas.openxmlformats.org/officeDocument/2006/relationships" id="309" r:id="R2693c4d9698840a1"/>
    <p:sldId xmlns:r="http://schemas.openxmlformats.org/officeDocument/2006/relationships" id="310" r:id="R1181a46866404b57"/>
    <p:sldId xmlns:r="http://schemas.openxmlformats.org/officeDocument/2006/relationships" id="311" r:id="R47404baa1ed34b2d"/>
    <p:sldId xmlns:r="http://schemas.openxmlformats.org/officeDocument/2006/relationships" id="312" r:id="R88cc2eb8046f42fd"/>
    <p:sldId xmlns:r="http://schemas.openxmlformats.org/officeDocument/2006/relationships" id="313" r:id="Rc7d9e33f119c497f"/>
    <p:sldId xmlns:r="http://schemas.openxmlformats.org/officeDocument/2006/relationships" id="314" r:id="R2cd93eaea5f84689"/>
    <p:sldId xmlns:r="http://schemas.openxmlformats.org/officeDocument/2006/relationships" id="315" r:id="Rcfb4d2983c774344"/>
    <p:sldId xmlns:r="http://schemas.openxmlformats.org/officeDocument/2006/relationships" id="316" r:id="R1d2c40bdc8a04b7f"/>
    <p:sldId xmlns:r="http://schemas.openxmlformats.org/officeDocument/2006/relationships" id="317" r:id="Re176eea2d1254bd9"/>
    <p:sldId xmlns:r="http://schemas.openxmlformats.org/officeDocument/2006/relationships" id="318" r:id="R6ec0a1dd189e4a00"/>
    <p:sldId xmlns:r="http://schemas.openxmlformats.org/officeDocument/2006/relationships" id="319" r:id="Ra83205732b1b4eab"/>
    <p:sldId xmlns:r="http://schemas.openxmlformats.org/officeDocument/2006/relationships" id="320" r:id="R9660f6342cb04dd1"/>
    <p:sldId xmlns:r="http://schemas.openxmlformats.org/officeDocument/2006/relationships" id="321" r:id="Re998c9512439403d"/>
    <p:sldId xmlns:r="http://schemas.openxmlformats.org/officeDocument/2006/relationships" id="322" r:id="R5ccecead5b924a7e"/>
    <p:sldId xmlns:r="http://schemas.openxmlformats.org/officeDocument/2006/relationships" id="323" r:id="R2203fd0a048d45dc"/>
    <p:sldId xmlns:r="http://schemas.openxmlformats.org/officeDocument/2006/relationships" id="324" r:id="R2a8692fa696d4214"/>
    <p:sldId xmlns:r="http://schemas.openxmlformats.org/officeDocument/2006/relationships" id="325" r:id="Rdca2e57ac8434d7d"/>
    <p:sldId xmlns:r="http://schemas.openxmlformats.org/officeDocument/2006/relationships" id="326" r:id="R343b43445ac8414a"/>
    <p:sldId xmlns:r="http://schemas.openxmlformats.org/officeDocument/2006/relationships" id="327" r:id="R9b866bde0f3e4333"/>
    <p:sldId xmlns:r="http://schemas.openxmlformats.org/officeDocument/2006/relationships" id="328" r:id="R752ffe1efd154967"/>
    <p:sldId xmlns:r="http://schemas.openxmlformats.org/officeDocument/2006/relationships" id="329" r:id="R8aba018f0d1a49d1"/>
    <p:sldId xmlns:r="http://schemas.openxmlformats.org/officeDocument/2006/relationships" id="330" r:id="Rfdc75ec7d44a4daf"/>
    <p:sldId xmlns:r="http://schemas.openxmlformats.org/officeDocument/2006/relationships" id="331" r:id="Rf322fb109fe14ab7"/>
    <p:sldId xmlns:r="http://schemas.openxmlformats.org/officeDocument/2006/relationships" id="332" r:id="Rde774b20d0124c70"/>
    <p:sldId xmlns:r="http://schemas.openxmlformats.org/officeDocument/2006/relationships" id="333" r:id="R6950c7e162c844fe"/>
    <p:sldId xmlns:r="http://schemas.openxmlformats.org/officeDocument/2006/relationships" id="334" r:id="R052ae0f1ecae429c"/>
    <p:sldId xmlns:r="http://schemas.openxmlformats.org/officeDocument/2006/relationships" id="335" r:id="R15db33a222a24f7d"/>
    <p:sldId xmlns:r="http://schemas.openxmlformats.org/officeDocument/2006/relationships" id="336" r:id="R71ade6d4e44a4826"/>
    <p:sldId xmlns:r="http://schemas.openxmlformats.org/officeDocument/2006/relationships" id="337" r:id="R06139622fe6e47c9"/>
    <p:sldId xmlns:r="http://schemas.openxmlformats.org/officeDocument/2006/relationships" id="338" r:id="Rfd45fb5ee86b44f5"/>
    <p:sldId xmlns:r="http://schemas.openxmlformats.org/officeDocument/2006/relationships" id="339" r:id="Rf4eba222d7db41a8"/>
    <p:sldId xmlns:r="http://schemas.openxmlformats.org/officeDocument/2006/relationships" id="340" r:id="R69490799ffef463a"/>
    <p:sldId xmlns:r="http://schemas.openxmlformats.org/officeDocument/2006/relationships" id="341" r:id="Rbc4006ed91004ec4"/>
    <p:sldId xmlns:r="http://schemas.openxmlformats.org/officeDocument/2006/relationships" id="342" r:id="R699951db13864bfa"/>
    <p:sldId xmlns:r="http://schemas.openxmlformats.org/officeDocument/2006/relationships" id="343" r:id="Rdf2c52d62bbe4317"/>
    <p:sldId xmlns:r="http://schemas.openxmlformats.org/officeDocument/2006/relationships" id="344" r:id="R3cc4b8d499714095"/>
    <p:sldId xmlns:r="http://schemas.openxmlformats.org/officeDocument/2006/relationships" id="345" r:id="R2949f8083e1543ff"/>
    <p:sldId xmlns:r="http://schemas.openxmlformats.org/officeDocument/2006/relationships" id="346" r:id="Ra4191ece1f364225"/>
    <p:sldId xmlns:r="http://schemas.openxmlformats.org/officeDocument/2006/relationships" id="347" r:id="R480d5033cfca498e"/>
    <p:sldId xmlns:r="http://schemas.openxmlformats.org/officeDocument/2006/relationships" id="348" r:id="R00ece2340fef4bc7"/>
    <p:sldId xmlns:r="http://schemas.openxmlformats.org/officeDocument/2006/relationships" id="349" r:id="R3939ed16f80f4f9f"/>
    <p:sldId xmlns:r="http://schemas.openxmlformats.org/officeDocument/2006/relationships" id="350" r:id="Ra9cc838a33f4469d"/>
    <p:sldId xmlns:r="http://schemas.openxmlformats.org/officeDocument/2006/relationships" id="351" r:id="Rcea83e9ce3f743a2"/>
    <p:sldId xmlns:r="http://schemas.openxmlformats.org/officeDocument/2006/relationships" id="352" r:id="R8cd6557f600d4a6d"/>
    <p:sldId xmlns:r="http://schemas.openxmlformats.org/officeDocument/2006/relationships" id="353" r:id="Rf4a2ecf7dfc04a70"/>
    <p:sldId xmlns:r="http://schemas.openxmlformats.org/officeDocument/2006/relationships" id="354" r:id="R47a48d402ec94eae"/>
    <p:sldId xmlns:r="http://schemas.openxmlformats.org/officeDocument/2006/relationships" id="355" r:id="Rf4ca1fc5ac5d456b"/>
    <p:sldId xmlns:r="http://schemas.openxmlformats.org/officeDocument/2006/relationships" id="356" r:id="Rae59ebacfe6247f8"/>
    <p:sldId xmlns:r="http://schemas.openxmlformats.org/officeDocument/2006/relationships" id="357" r:id="Rf139b1bc54b34b8c"/>
    <p:sldId xmlns:r="http://schemas.openxmlformats.org/officeDocument/2006/relationships" id="358" r:id="R0c71612083a44d94"/>
    <p:sldId xmlns:r="http://schemas.openxmlformats.org/officeDocument/2006/relationships" id="359" r:id="Rddf7f5a96e7d44b7"/>
    <p:sldId xmlns:r="http://schemas.openxmlformats.org/officeDocument/2006/relationships" id="360" r:id="R227271d3f60144a8"/>
    <p:sldId xmlns:r="http://schemas.openxmlformats.org/officeDocument/2006/relationships" id="361" r:id="R992e5c2e10c248cc"/>
    <p:sldId xmlns:r="http://schemas.openxmlformats.org/officeDocument/2006/relationships" id="362" r:id="R348d068a2d2546c4"/>
    <p:sldId xmlns:r="http://schemas.openxmlformats.org/officeDocument/2006/relationships" id="363" r:id="Rc804ca1a2e004d64"/>
    <p:sldId xmlns:r="http://schemas.openxmlformats.org/officeDocument/2006/relationships" id="364" r:id="Ree9c2d1f0b6a402b"/>
    <p:sldId xmlns:r="http://schemas.openxmlformats.org/officeDocument/2006/relationships" id="365" r:id="Ra66a8043a6964b19"/>
    <p:sldId xmlns:r="http://schemas.openxmlformats.org/officeDocument/2006/relationships" id="366" r:id="Rdbf3c41c21354181"/>
    <p:sldId xmlns:r="http://schemas.openxmlformats.org/officeDocument/2006/relationships" id="367" r:id="R52fd720d11de4f4e"/>
    <p:sldId xmlns:r="http://schemas.openxmlformats.org/officeDocument/2006/relationships" id="368" r:id="Rf4fe81eb22fb4dc8"/>
    <p:sldId xmlns:r="http://schemas.openxmlformats.org/officeDocument/2006/relationships" id="369" r:id="Rc60cc7e8ddd44ae2"/>
    <p:sldId xmlns:r="http://schemas.openxmlformats.org/officeDocument/2006/relationships" id="370" r:id="Rc8fc8a8403a5409d"/>
    <p:sldId xmlns:r="http://schemas.openxmlformats.org/officeDocument/2006/relationships" id="371" r:id="Rb85eafd2504847e9"/>
    <p:sldId xmlns:r="http://schemas.openxmlformats.org/officeDocument/2006/relationships" id="372" r:id="R7125c315938f4d61"/>
    <p:sldId xmlns:r="http://schemas.openxmlformats.org/officeDocument/2006/relationships" id="373" r:id="R45a73b85bbbe4f01"/>
    <p:sldId xmlns:r="http://schemas.openxmlformats.org/officeDocument/2006/relationships" id="374" r:id="Rb998b84496ec486f"/>
    <p:sldId xmlns:r="http://schemas.openxmlformats.org/officeDocument/2006/relationships" id="375" r:id="Rb6ad195c54ff4f34"/>
    <p:sldId xmlns:r="http://schemas.openxmlformats.org/officeDocument/2006/relationships" id="376" r:id="Rf8e74fb2634e485a"/>
    <p:sldId xmlns:r="http://schemas.openxmlformats.org/officeDocument/2006/relationships" id="377" r:id="R07c6ac16a6714fe6"/>
    <p:sldId xmlns:r="http://schemas.openxmlformats.org/officeDocument/2006/relationships" id="378" r:id="R86437721589f4dbd"/>
    <p:sldId xmlns:r="http://schemas.openxmlformats.org/officeDocument/2006/relationships" id="379" r:id="R5e771ebb232b4575"/>
    <p:sldId xmlns:r="http://schemas.openxmlformats.org/officeDocument/2006/relationships" id="380" r:id="Rec75281f346349c5"/>
    <p:sldId xmlns:r="http://schemas.openxmlformats.org/officeDocument/2006/relationships" id="381" r:id="Rac3a565270fc4175"/>
    <p:sldId xmlns:r="http://schemas.openxmlformats.org/officeDocument/2006/relationships" id="382" r:id="R0c21eee7bf014b93"/>
    <p:sldId xmlns:r="http://schemas.openxmlformats.org/officeDocument/2006/relationships" id="383" r:id="R57b9b46b246540fd"/>
    <p:sldId xmlns:r="http://schemas.openxmlformats.org/officeDocument/2006/relationships" id="384" r:id="Ra989012d6bec4057"/>
    <p:sldId xmlns:r="http://schemas.openxmlformats.org/officeDocument/2006/relationships" id="385" r:id="R144e3b5138024547"/>
    <p:sldId xmlns:r="http://schemas.openxmlformats.org/officeDocument/2006/relationships" id="386" r:id="R0533ca6ce8f74de1"/>
    <p:sldId xmlns:r="http://schemas.openxmlformats.org/officeDocument/2006/relationships" id="387" r:id="Reb5397149d4e44cb"/>
    <p:sldId xmlns:r="http://schemas.openxmlformats.org/officeDocument/2006/relationships" id="388" r:id="Rc1024e56684146eb"/>
    <p:sldId xmlns:r="http://schemas.openxmlformats.org/officeDocument/2006/relationships" id="389" r:id="R6afab2fc416c418f"/>
    <p:sldId xmlns:r="http://schemas.openxmlformats.org/officeDocument/2006/relationships" id="390" r:id="R50323d970b4d4a0a"/>
    <p:sldId xmlns:r="http://schemas.openxmlformats.org/officeDocument/2006/relationships" id="391" r:id="Rba72a26c4eb84598"/>
    <p:sldId xmlns:r="http://schemas.openxmlformats.org/officeDocument/2006/relationships" id="392" r:id="Rc4cf16bf46b34c0c"/>
    <p:sldId xmlns:r="http://schemas.openxmlformats.org/officeDocument/2006/relationships" id="393" r:id="R8f4fe8982be748c6"/>
    <p:sldId xmlns:r="http://schemas.openxmlformats.org/officeDocument/2006/relationships" id="394" r:id="R2f018c374f6e4ede"/>
    <p:sldId xmlns:r="http://schemas.openxmlformats.org/officeDocument/2006/relationships" id="395" r:id="R5192011239b647ba"/>
    <p:sldId xmlns:r="http://schemas.openxmlformats.org/officeDocument/2006/relationships" id="396" r:id="Rf9bc00160b0e422c"/>
    <p:sldId xmlns:r="http://schemas.openxmlformats.org/officeDocument/2006/relationships" id="397" r:id="R3744cbc867d34e69"/>
    <p:sldId xmlns:r="http://schemas.openxmlformats.org/officeDocument/2006/relationships" id="398" r:id="Red77022a79ea4809"/>
    <p:sldId xmlns:r="http://schemas.openxmlformats.org/officeDocument/2006/relationships" id="399" r:id="R750776add5f64a25"/>
    <p:sldId xmlns:r="http://schemas.openxmlformats.org/officeDocument/2006/relationships" id="400" r:id="R4d1ff366d3254529"/>
    <p:sldId xmlns:r="http://schemas.openxmlformats.org/officeDocument/2006/relationships" id="401" r:id="Raea53d39929049a1"/>
    <p:sldId xmlns:r="http://schemas.openxmlformats.org/officeDocument/2006/relationships" id="402" r:id="Rb3310c3ce02c418f"/>
    <p:sldId xmlns:r="http://schemas.openxmlformats.org/officeDocument/2006/relationships" id="403" r:id="R3890c6050244402e"/>
    <p:sldId xmlns:r="http://schemas.openxmlformats.org/officeDocument/2006/relationships" id="404" r:id="R4e167719085a442f"/>
    <p:sldId xmlns:r="http://schemas.openxmlformats.org/officeDocument/2006/relationships" id="405" r:id="Re3feb2e827af4abf"/>
    <p:sldId xmlns:r="http://schemas.openxmlformats.org/officeDocument/2006/relationships" id="406" r:id="R913aab047ba44998"/>
    <p:sldId xmlns:r="http://schemas.openxmlformats.org/officeDocument/2006/relationships" id="407" r:id="R57becb98d524498a"/>
    <p:sldId xmlns:r="http://schemas.openxmlformats.org/officeDocument/2006/relationships" id="408" r:id="R8c2a09b6d6904a3b"/>
    <p:sldId xmlns:r="http://schemas.openxmlformats.org/officeDocument/2006/relationships" id="409" r:id="R73f39823df81441e"/>
    <p:sldId xmlns:r="http://schemas.openxmlformats.org/officeDocument/2006/relationships" id="410" r:id="R858707ed689840d9"/>
    <p:sldId xmlns:r="http://schemas.openxmlformats.org/officeDocument/2006/relationships" id="411" r:id="R413a2846dc6f4118"/>
    <p:sldId xmlns:r="http://schemas.openxmlformats.org/officeDocument/2006/relationships" id="412" r:id="Rbdbf8545c7004774"/>
    <p:sldId xmlns:r="http://schemas.openxmlformats.org/officeDocument/2006/relationships" id="413" r:id="Re7e4794e4b274da8"/>
    <p:sldId xmlns:r="http://schemas.openxmlformats.org/officeDocument/2006/relationships" id="414" r:id="R23d294ea0d3342a1"/>
    <p:sldId xmlns:r="http://schemas.openxmlformats.org/officeDocument/2006/relationships" id="415" r:id="R7193c59c884c41b2"/>
    <p:sldId xmlns:r="http://schemas.openxmlformats.org/officeDocument/2006/relationships" id="416" r:id="Rc45a0c2673824280"/>
    <p:sldId xmlns:r="http://schemas.openxmlformats.org/officeDocument/2006/relationships" id="417" r:id="R3f4d197b79db4ba5"/>
    <p:sldId xmlns:r="http://schemas.openxmlformats.org/officeDocument/2006/relationships" id="418" r:id="R5b05818f2d6449e1"/>
    <p:sldId xmlns:r="http://schemas.openxmlformats.org/officeDocument/2006/relationships" id="419" r:id="R8c0760afbb4f47f5"/>
    <p:sldId xmlns:r="http://schemas.openxmlformats.org/officeDocument/2006/relationships" id="420" r:id="R2380493f9195440d"/>
    <p:sldId xmlns:r="http://schemas.openxmlformats.org/officeDocument/2006/relationships" id="421" r:id="R9622609ec167422b"/>
    <p:sldId xmlns:r="http://schemas.openxmlformats.org/officeDocument/2006/relationships" id="422" r:id="R14e72b5114e74dcb"/>
    <p:sldId xmlns:r="http://schemas.openxmlformats.org/officeDocument/2006/relationships" id="423" r:id="Rb1fc1a8703cf457e"/>
    <p:sldId xmlns:r="http://schemas.openxmlformats.org/officeDocument/2006/relationships" id="424" r:id="R2f59fba0cca34e3c"/>
    <p:sldId xmlns:r="http://schemas.openxmlformats.org/officeDocument/2006/relationships" id="425" r:id="Rfe333cb1e03143e2"/>
    <p:sldId xmlns:r="http://schemas.openxmlformats.org/officeDocument/2006/relationships" id="426" r:id="R4e4791fed3bf4374"/>
    <p:sldId xmlns:r="http://schemas.openxmlformats.org/officeDocument/2006/relationships" id="427" r:id="Rfcc5395af4444bc2"/>
    <p:sldId xmlns:r="http://schemas.openxmlformats.org/officeDocument/2006/relationships" id="428" r:id="Re5172c4652324787"/>
    <p:sldId xmlns:r="http://schemas.openxmlformats.org/officeDocument/2006/relationships" id="429" r:id="R4eb9f4b175e14771"/>
    <p:sldId xmlns:r="http://schemas.openxmlformats.org/officeDocument/2006/relationships" id="430" r:id="R14b7a509d8144a0d"/>
    <p:sldId xmlns:r="http://schemas.openxmlformats.org/officeDocument/2006/relationships" id="431" r:id="R9d466247ee3b4b53"/>
    <p:sldId xmlns:r="http://schemas.openxmlformats.org/officeDocument/2006/relationships" id="432" r:id="Re02e65c16a804131"/>
    <p:sldId xmlns:r="http://schemas.openxmlformats.org/officeDocument/2006/relationships" id="433" r:id="Reb1c05c93a904e53"/>
    <p:sldId xmlns:r="http://schemas.openxmlformats.org/officeDocument/2006/relationships" id="434" r:id="Rb333775c9de840cb"/>
    <p:sldId xmlns:r="http://schemas.openxmlformats.org/officeDocument/2006/relationships" id="435" r:id="R2a806cb0ac00493a"/>
    <p:sldId xmlns:r="http://schemas.openxmlformats.org/officeDocument/2006/relationships" id="436" r:id="Re5cf473a32ce4af0"/>
    <p:sldId xmlns:r="http://schemas.openxmlformats.org/officeDocument/2006/relationships" id="437" r:id="R0158252bc3e44ad3"/>
    <p:sldId xmlns:r="http://schemas.openxmlformats.org/officeDocument/2006/relationships" id="438" r:id="R58537ef35ced4a4a"/>
    <p:sldId xmlns:r="http://schemas.openxmlformats.org/officeDocument/2006/relationships" id="439" r:id="Rd85c12fb68e54235"/>
    <p:sldId xmlns:r="http://schemas.openxmlformats.org/officeDocument/2006/relationships" id="440" r:id="Ree7e9528cf20497a"/>
    <p:sldId xmlns:r="http://schemas.openxmlformats.org/officeDocument/2006/relationships" id="441" r:id="R7b2be9b256074c89"/>
    <p:sldId xmlns:r="http://schemas.openxmlformats.org/officeDocument/2006/relationships" id="442" r:id="Rd98b2bc7646e4a87"/>
    <p:sldId xmlns:r="http://schemas.openxmlformats.org/officeDocument/2006/relationships" id="443" r:id="R308b5c5305f54842"/>
    <p:sldId xmlns:r="http://schemas.openxmlformats.org/officeDocument/2006/relationships" id="444" r:id="R069e2c5b03394b09"/>
    <p:sldId xmlns:r="http://schemas.openxmlformats.org/officeDocument/2006/relationships" id="445" r:id="Rafc73f26aac14d08"/>
    <p:sldId xmlns:r="http://schemas.openxmlformats.org/officeDocument/2006/relationships" id="446" r:id="Rd7d4818b5e92498a"/>
    <p:sldId xmlns:r="http://schemas.openxmlformats.org/officeDocument/2006/relationships" id="447" r:id="Rcdd307150da44069"/>
    <p:sldId xmlns:r="http://schemas.openxmlformats.org/officeDocument/2006/relationships" id="448" r:id="Rc16fb67cc88841d1"/>
    <p:sldId xmlns:r="http://schemas.openxmlformats.org/officeDocument/2006/relationships" id="449" r:id="R0b57bf1c75e44cb6"/>
    <p:sldId xmlns:r="http://schemas.openxmlformats.org/officeDocument/2006/relationships" id="450" r:id="Rf724cc163ad340c7"/>
    <p:sldId xmlns:r="http://schemas.openxmlformats.org/officeDocument/2006/relationships" id="451" r:id="R1cf5ff67c57f48ec"/>
    <p:sldId xmlns:r="http://schemas.openxmlformats.org/officeDocument/2006/relationships" id="452" r:id="Rc20a29a277744d55"/>
    <p:sldId xmlns:r="http://schemas.openxmlformats.org/officeDocument/2006/relationships" id="453" r:id="Rf02de42da17f4337"/>
    <p:sldId xmlns:r="http://schemas.openxmlformats.org/officeDocument/2006/relationships" id="454" r:id="Re7220c2ea0b243c5"/>
    <p:sldId xmlns:r="http://schemas.openxmlformats.org/officeDocument/2006/relationships" id="455" r:id="R2b790f03b2804755"/>
    <p:sldId xmlns:r="http://schemas.openxmlformats.org/officeDocument/2006/relationships" id="456" r:id="Rc0fc0bee14ee4816"/>
    <p:sldId xmlns:r="http://schemas.openxmlformats.org/officeDocument/2006/relationships" id="457" r:id="R81734480b07341a8"/>
    <p:sldId xmlns:r="http://schemas.openxmlformats.org/officeDocument/2006/relationships" id="458" r:id="R9e31fc1a2d7644cb"/>
    <p:sldId xmlns:r="http://schemas.openxmlformats.org/officeDocument/2006/relationships" id="459" r:id="R923cd3cbb2a84426"/>
    <p:sldId xmlns:r="http://schemas.openxmlformats.org/officeDocument/2006/relationships" id="460" r:id="Rc4d61e80bbc644a8"/>
    <p:sldId xmlns:r="http://schemas.openxmlformats.org/officeDocument/2006/relationships" id="461" r:id="R97aecc8d597b45b5"/>
    <p:sldId xmlns:r="http://schemas.openxmlformats.org/officeDocument/2006/relationships" id="462" r:id="Rf1b7a112f3a648c1"/>
    <p:sldId xmlns:r="http://schemas.openxmlformats.org/officeDocument/2006/relationships" id="463" r:id="R1fa76e7f8e844fca"/>
    <p:sldId xmlns:r="http://schemas.openxmlformats.org/officeDocument/2006/relationships" id="464" r:id="R229f8a6ff6a74210"/>
    <p:sldId xmlns:r="http://schemas.openxmlformats.org/officeDocument/2006/relationships" id="465" r:id="R4d9ce71552b447f7"/>
    <p:sldId xmlns:r="http://schemas.openxmlformats.org/officeDocument/2006/relationships" id="466" r:id="R7a3398c146d0456b"/>
    <p:sldId xmlns:r="http://schemas.openxmlformats.org/officeDocument/2006/relationships" id="467" r:id="Rf0cabd6d58424c05"/>
    <p:sldId xmlns:r="http://schemas.openxmlformats.org/officeDocument/2006/relationships" id="468" r:id="R721aadf8e7604268"/>
    <p:sldId xmlns:r="http://schemas.openxmlformats.org/officeDocument/2006/relationships" id="469" r:id="Rec2e5ba02cfa4e72"/>
    <p:sldId xmlns:r="http://schemas.openxmlformats.org/officeDocument/2006/relationships" id="470" r:id="R11ebd74a104b4312"/>
    <p:sldId xmlns:r="http://schemas.openxmlformats.org/officeDocument/2006/relationships" id="471" r:id="R1b4b7699381a4cfe"/>
    <p:sldId xmlns:r="http://schemas.openxmlformats.org/officeDocument/2006/relationships" id="472" r:id="R34e58754ecc046f9"/>
    <p:sldId xmlns:r="http://schemas.openxmlformats.org/officeDocument/2006/relationships" id="473" r:id="Rff1a590db5804b66"/>
    <p:sldId xmlns:r="http://schemas.openxmlformats.org/officeDocument/2006/relationships" id="474" r:id="R7680bba2f0d64ece"/>
    <p:sldId xmlns:r="http://schemas.openxmlformats.org/officeDocument/2006/relationships" id="475" r:id="R2ec1a7412b464d2b"/>
    <p:sldId xmlns:r="http://schemas.openxmlformats.org/officeDocument/2006/relationships" id="476" r:id="Rc77624cc64134ce0"/>
    <p:sldId xmlns:r="http://schemas.openxmlformats.org/officeDocument/2006/relationships" id="477" r:id="R5ab7d9f161fd4464"/>
    <p:sldId xmlns:r="http://schemas.openxmlformats.org/officeDocument/2006/relationships" id="478" r:id="Rf5bd54b85cac4acb"/>
    <p:sldId xmlns:r="http://schemas.openxmlformats.org/officeDocument/2006/relationships" id="479" r:id="Rb7dd814364f04a0f"/>
    <p:sldId xmlns:r="http://schemas.openxmlformats.org/officeDocument/2006/relationships" id="480" r:id="R7c849dd45c814ea0"/>
    <p:sldId xmlns:r="http://schemas.openxmlformats.org/officeDocument/2006/relationships" id="481" r:id="Re1789b6978054c3f"/>
    <p:sldId xmlns:r="http://schemas.openxmlformats.org/officeDocument/2006/relationships" id="482" r:id="R4e21058592b34777"/>
    <p:sldId xmlns:r="http://schemas.openxmlformats.org/officeDocument/2006/relationships" id="483" r:id="R4cdb9c2104714aaf"/>
    <p:sldId xmlns:r="http://schemas.openxmlformats.org/officeDocument/2006/relationships" id="484" r:id="Rdbf1b20460084e0c"/>
    <p:sldId xmlns:r="http://schemas.openxmlformats.org/officeDocument/2006/relationships" id="485" r:id="Rf165738e32c34439"/>
    <p:sldId xmlns:r="http://schemas.openxmlformats.org/officeDocument/2006/relationships" id="486" r:id="Rb46338dfc0f14fa9"/>
    <p:sldId xmlns:r="http://schemas.openxmlformats.org/officeDocument/2006/relationships" id="487" r:id="Rb1272e71bec440e8"/>
    <p:sldId xmlns:r="http://schemas.openxmlformats.org/officeDocument/2006/relationships" id="488" r:id="Reeddac9a2ea74b54"/>
    <p:sldId xmlns:r="http://schemas.openxmlformats.org/officeDocument/2006/relationships" id="489" r:id="R727828d3e3334cfa"/>
    <p:sldId xmlns:r="http://schemas.openxmlformats.org/officeDocument/2006/relationships" id="490" r:id="R811ebba889a340ff"/>
    <p:sldId xmlns:r="http://schemas.openxmlformats.org/officeDocument/2006/relationships" id="491" r:id="Rebf729dc9ebe4e7d"/>
    <p:sldId xmlns:r="http://schemas.openxmlformats.org/officeDocument/2006/relationships" id="492" r:id="Rafd9184bd4b841a9"/>
    <p:sldId xmlns:r="http://schemas.openxmlformats.org/officeDocument/2006/relationships" id="493" r:id="Rf9057f0df7ee4232"/>
    <p:sldId xmlns:r="http://schemas.openxmlformats.org/officeDocument/2006/relationships" id="494" r:id="R385877bce65d4199"/>
    <p:sldId xmlns:r="http://schemas.openxmlformats.org/officeDocument/2006/relationships" id="495" r:id="R82aeb86e77c3495d"/>
    <p:sldId xmlns:r="http://schemas.openxmlformats.org/officeDocument/2006/relationships" id="496" r:id="Rec960d0940884097"/>
    <p:sldId xmlns:r="http://schemas.openxmlformats.org/officeDocument/2006/relationships" id="497" r:id="R425ad2274c744907"/>
    <p:sldId xmlns:r="http://schemas.openxmlformats.org/officeDocument/2006/relationships" id="498" r:id="R7fdda81129eb4657"/>
    <p:sldId xmlns:r="http://schemas.openxmlformats.org/officeDocument/2006/relationships" id="499" r:id="Rc69866fe285e4cb1"/>
    <p:sldId xmlns:r="http://schemas.openxmlformats.org/officeDocument/2006/relationships" id="500" r:id="R4752359088b148c4"/>
    <p:sldId xmlns:r="http://schemas.openxmlformats.org/officeDocument/2006/relationships" id="501" r:id="Rc0be5d66143a4d18"/>
    <p:sldId xmlns:r="http://schemas.openxmlformats.org/officeDocument/2006/relationships" id="502" r:id="Ra518b8cb53034d74"/>
    <p:sldId xmlns:r="http://schemas.openxmlformats.org/officeDocument/2006/relationships" id="503" r:id="R8b6d766bf4fe43bf"/>
    <p:sldId xmlns:r="http://schemas.openxmlformats.org/officeDocument/2006/relationships" id="504" r:id="R4274b363f3064853"/>
    <p:sldId xmlns:r="http://schemas.openxmlformats.org/officeDocument/2006/relationships" id="505" r:id="R1a3cc4e909ef4396"/>
    <p:sldId xmlns:r="http://schemas.openxmlformats.org/officeDocument/2006/relationships" id="506" r:id="R82c750f498574a24"/>
    <p:sldId xmlns:r="http://schemas.openxmlformats.org/officeDocument/2006/relationships" id="507" r:id="Rebe9b51c7f2f4ede"/>
    <p:sldId xmlns:r="http://schemas.openxmlformats.org/officeDocument/2006/relationships" id="508" r:id="R8df4e7bf09884a55"/>
    <p:sldId xmlns:r="http://schemas.openxmlformats.org/officeDocument/2006/relationships" id="509" r:id="R75d8c07b1f0a4fac"/>
    <p:sldId xmlns:r="http://schemas.openxmlformats.org/officeDocument/2006/relationships" id="510" r:id="R783f88d6bdc24617"/>
    <p:sldId xmlns:r="http://schemas.openxmlformats.org/officeDocument/2006/relationships" id="511" r:id="R3c45f60f1e68414c"/>
    <p:sldId xmlns:r="http://schemas.openxmlformats.org/officeDocument/2006/relationships" id="512" r:id="R238687af201a4d9a"/>
    <p:sldId xmlns:r="http://schemas.openxmlformats.org/officeDocument/2006/relationships" id="513" r:id="R018f404ecc934146"/>
    <p:sldId xmlns:r="http://schemas.openxmlformats.org/officeDocument/2006/relationships" id="514" r:id="R27664b201d04448c"/>
    <p:sldId xmlns:r="http://schemas.openxmlformats.org/officeDocument/2006/relationships" id="515" r:id="R829468a4723f4844"/>
    <p:sldId xmlns:r="http://schemas.openxmlformats.org/officeDocument/2006/relationships" id="516" r:id="Re9986bc7dfaf4455"/>
    <p:sldId xmlns:r="http://schemas.openxmlformats.org/officeDocument/2006/relationships" id="517" r:id="Rd071a6c9681842ff"/>
    <p:sldId xmlns:r="http://schemas.openxmlformats.org/officeDocument/2006/relationships" id="518" r:id="R76106090c33d4e49"/>
    <p:sldId xmlns:r="http://schemas.openxmlformats.org/officeDocument/2006/relationships" id="519" r:id="Rd353cdd9f6f74b25"/>
    <p:sldId xmlns:r="http://schemas.openxmlformats.org/officeDocument/2006/relationships" id="520" r:id="Rb357b8138cd34e6e"/>
    <p:sldId xmlns:r="http://schemas.openxmlformats.org/officeDocument/2006/relationships" id="521" r:id="R9a65d75c3ab8404c"/>
    <p:sldId xmlns:r="http://schemas.openxmlformats.org/officeDocument/2006/relationships" id="522" r:id="R339b91d1cdbd442c"/>
    <p:sldId xmlns:r="http://schemas.openxmlformats.org/officeDocument/2006/relationships" id="523" r:id="R35c01f7e15314243"/>
    <p:sldId xmlns:r="http://schemas.openxmlformats.org/officeDocument/2006/relationships" id="524" r:id="R422544a092034d8d"/>
    <p:sldId xmlns:r="http://schemas.openxmlformats.org/officeDocument/2006/relationships" id="525" r:id="R76655196ae734574"/>
    <p:sldId xmlns:r="http://schemas.openxmlformats.org/officeDocument/2006/relationships" id="526" r:id="Re1f9c90693384c2e"/>
    <p:sldId xmlns:r="http://schemas.openxmlformats.org/officeDocument/2006/relationships" id="527" r:id="R1473df0b55704169"/>
    <p:sldId xmlns:r="http://schemas.openxmlformats.org/officeDocument/2006/relationships" id="528" r:id="R374f85cc40874a84"/>
    <p:sldId xmlns:r="http://schemas.openxmlformats.org/officeDocument/2006/relationships" id="529" r:id="Rffa73c98856b409e"/>
    <p:sldId xmlns:r="http://schemas.openxmlformats.org/officeDocument/2006/relationships" id="530" r:id="Rc3c0d1e373354568"/>
    <p:sldId xmlns:r="http://schemas.openxmlformats.org/officeDocument/2006/relationships" id="531" r:id="Ra23797a559bb48f1"/>
    <p:sldId xmlns:r="http://schemas.openxmlformats.org/officeDocument/2006/relationships" id="532" r:id="Rb9fcc89518f04c1f"/>
    <p:sldId xmlns:r="http://schemas.openxmlformats.org/officeDocument/2006/relationships" id="533" r:id="R36d28dd743064727"/>
    <p:sldId xmlns:r="http://schemas.openxmlformats.org/officeDocument/2006/relationships" id="534" r:id="R3ecfc8efe547430c"/>
    <p:sldId xmlns:r="http://schemas.openxmlformats.org/officeDocument/2006/relationships" id="535" r:id="R7b38c3cdbedc439f"/>
    <p:sldId xmlns:r="http://schemas.openxmlformats.org/officeDocument/2006/relationships" id="536" r:id="R086bbdee1df54f18"/>
    <p:sldId xmlns:r="http://schemas.openxmlformats.org/officeDocument/2006/relationships" id="537" r:id="R7e19cffc4a614cc0"/>
    <p:sldId xmlns:r="http://schemas.openxmlformats.org/officeDocument/2006/relationships" id="538" r:id="Rfd2011e756514891"/>
    <p:sldId xmlns:r="http://schemas.openxmlformats.org/officeDocument/2006/relationships" id="539" r:id="R6f67fde264c241e9"/>
    <p:sldId xmlns:r="http://schemas.openxmlformats.org/officeDocument/2006/relationships" id="540" r:id="R344a980d23674299"/>
    <p:sldId xmlns:r="http://schemas.openxmlformats.org/officeDocument/2006/relationships" id="541" r:id="R8391895a6d024542"/>
    <p:sldId xmlns:r="http://schemas.openxmlformats.org/officeDocument/2006/relationships" id="542" r:id="R705d9eb2e39642d2"/>
    <p:sldId xmlns:r="http://schemas.openxmlformats.org/officeDocument/2006/relationships" id="543" r:id="R000b6b1e68804bad"/>
    <p:sldId xmlns:r="http://schemas.openxmlformats.org/officeDocument/2006/relationships" id="544" r:id="R842dd42ebf1c4eed"/>
    <p:sldId xmlns:r="http://schemas.openxmlformats.org/officeDocument/2006/relationships" id="545" r:id="R1c8440deb7374230"/>
    <p:sldId xmlns:r="http://schemas.openxmlformats.org/officeDocument/2006/relationships" id="546" r:id="R351019fae802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7681b8eb974404" /><Relationship Type="http://schemas.openxmlformats.org/officeDocument/2006/relationships/slideMaster" Target="/ppt/slideMasters/slideMaster1.xml" Id="Ra580ae9e002c4542" /><Relationship Type="http://schemas.openxmlformats.org/officeDocument/2006/relationships/notesMaster" Target="/ppt/notesMasters/notesMaster1.xml" Id="Rbc8d134dd7cb465d" /><Relationship Type="http://schemas.openxmlformats.org/officeDocument/2006/relationships/presProps" Target="/ppt/presProps.xml" Id="R84bbac7eec924c1d" /><Relationship Type="http://schemas.openxmlformats.org/officeDocument/2006/relationships/tableStyles" Target="/ppt/tableStyles.xml" Id="Rd17a2223864e40a5" /><Relationship Type="http://schemas.openxmlformats.org/officeDocument/2006/relationships/slide" Target="/ppt/slides/slide1.xml" Id="R82bf50ab69664b40" /><Relationship Type="http://schemas.openxmlformats.org/officeDocument/2006/relationships/slide" Target="/ppt/slides/slide2.xml" Id="R409776c4cc9d4443" /><Relationship Type="http://schemas.openxmlformats.org/officeDocument/2006/relationships/slide" Target="/ppt/slides/slide3.xml" Id="Re041649aa5ed4483" /><Relationship Type="http://schemas.openxmlformats.org/officeDocument/2006/relationships/slide" Target="/ppt/slides/slide4.xml" Id="Re0b4daf337ae44d0" /><Relationship Type="http://schemas.openxmlformats.org/officeDocument/2006/relationships/slide" Target="/ppt/slides/slide5.xml" Id="Rc029bf52e1da4b7a" /><Relationship Type="http://schemas.openxmlformats.org/officeDocument/2006/relationships/slide" Target="/ppt/slides/slide6.xml" Id="R3a8bce543efe4f5b" /><Relationship Type="http://schemas.openxmlformats.org/officeDocument/2006/relationships/slide" Target="/ppt/slides/slide7.xml" Id="Rcf49028bd15c4b6b" /><Relationship Type="http://schemas.openxmlformats.org/officeDocument/2006/relationships/slide" Target="/ppt/slides/slide8.xml" Id="R8259ca5e2d974f8c" /><Relationship Type="http://schemas.openxmlformats.org/officeDocument/2006/relationships/slide" Target="/ppt/slides/slide9.xml" Id="Rd51c1b8daa814c21" /><Relationship Type="http://schemas.openxmlformats.org/officeDocument/2006/relationships/slide" Target="/ppt/slides/slide10.xml" Id="Rb74432642fb745d5" /><Relationship Type="http://schemas.openxmlformats.org/officeDocument/2006/relationships/slide" Target="/ppt/slides/slide11.xml" Id="Rbf7deb396ab34de4" /><Relationship Type="http://schemas.openxmlformats.org/officeDocument/2006/relationships/slide" Target="/ppt/slides/slide12.xml" Id="Rd2b06782f02e4cae" /><Relationship Type="http://schemas.openxmlformats.org/officeDocument/2006/relationships/slide" Target="/ppt/slides/slide13.xml" Id="R48d8bc03f2114339" /><Relationship Type="http://schemas.openxmlformats.org/officeDocument/2006/relationships/slide" Target="/ppt/slides/slide14.xml" Id="Rd5da0195ad974736" /><Relationship Type="http://schemas.openxmlformats.org/officeDocument/2006/relationships/slide" Target="/ppt/slides/slide15.xml" Id="Rfb693580fe5848a8" /><Relationship Type="http://schemas.openxmlformats.org/officeDocument/2006/relationships/slide" Target="/ppt/slides/slide16.xml" Id="Ra1d1fb53c5a34fd4" /><Relationship Type="http://schemas.openxmlformats.org/officeDocument/2006/relationships/slide" Target="/ppt/slides/slide17.xml" Id="Re23c661bdaeb4b63" /><Relationship Type="http://schemas.openxmlformats.org/officeDocument/2006/relationships/slide" Target="/ppt/slides/slide18.xml" Id="Rb3bf6478da6f4fb8" /><Relationship Type="http://schemas.openxmlformats.org/officeDocument/2006/relationships/slide" Target="/ppt/slides/slide19.xml" Id="Rc617e31964f24326" /><Relationship Type="http://schemas.openxmlformats.org/officeDocument/2006/relationships/slide" Target="/ppt/slides/slide20.xml" Id="R2a9bb2f03f1f4675" /><Relationship Type="http://schemas.openxmlformats.org/officeDocument/2006/relationships/slide" Target="/ppt/slides/slide21.xml" Id="R189af606c72c4e1a" /><Relationship Type="http://schemas.openxmlformats.org/officeDocument/2006/relationships/slide" Target="/ppt/slides/slide22.xml" Id="R62aa898945a7468c" /><Relationship Type="http://schemas.openxmlformats.org/officeDocument/2006/relationships/slide" Target="/ppt/slides/slide23.xml" Id="R58c15a365e414b5b" /><Relationship Type="http://schemas.openxmlformats.org/officeDocument/2006/relationships/slide" Target="/ppt/slides/slide24.xml" Id="R1b73eb768f9a4e86" /><Relationship Type="http://schemas.openxmlformats.org/officeDocument/2006/relationships/slide" Target="/ppt/slides/slide25.xml" Id="R2e7af8eaa89342d8" /><Relationship Type="http://schemas.openxmlformats.org/officeDocument/2006/relationships/slide" Target="/ppt/slides/slide26.xml" Id="Rfafc24108cdb4772" /><Relationship Type="http://schemas.openxmlformats.org/officeDocument/2006/relationships/slide" Target="/ppt/slides/slide27.xml" Id="R5e967010b23f47e2" /><Relationship Type="http://schemas.openxmlformats.org/officeDocument/2006/relationships/slide" Target="/ppt/slides/slide28.xml" Id="Rae17e6d0d56343e9" /><Relationship Type="http://schemas.openxmlformats.org/officeDocument/2006/relationships/slide" Target="/ppt/slides/slide29.xml" Id="R93edb33fc7974e16" /><Relationship Type="http://schemas.openxmlformats.org/officeDocument/2006/relationships/slide" Target="/ppt/slides/slide30.xml" Id="R32301eee82e4492c" /><Relationship Type="http://schemas.openxmlformats.org/officeDocument/2006/relationships/slide" Target="/ppt/slides/slide31.xml" Id="Rdc202498a4b8409b" /><Relationship Type="http://schemas.openxmlformats.org/officeDocument/2006/relationships/slide" Target="/ppt/slides/slide32.xml" Id="Reea5b7d7b3f54caf" /><Relationship Type="http://schemas.openxmlformats.org/officeDocument/2006/relationships/slide" Target="/ppt/slides/slide33.xml" Id="R0a05c2e4350b44bd" /><Relationship Type="http://schemas.openxmlformats.org/officeDocument/2006/relationships/slide" Target="/ppt/slides/slide34.xml" Id="R6491478344b84a5d" /><Relationship Type="http://schemas.openxmlformats.org/officeDocument/2006/relationships/slide" Target="/ppt/slides/slide35.xml" Id="R35ca9ad0f86443c2" /><Relationship Type="http://schemas.openxmlformats.org/officeDocument/2006/relationships/slide" Target="/ppt/slides/slide36.xml" Id="Rd664a4bdc1654c81" /><Relationship Type="http://schemas.openxmlformats.org/officeDocument/2006/relationships/slide" Target="/ppt/slides/slide37.xml" Id="R390ba22505044d2c" /><Relationship Type="http://schemas.openxmlformats.org/officeDocument/2006/relationships/slide" Target="/ppt/slides/slide38.xml" Id="R4dcb7fc25b5248f1" /><Relationship Type="http://schemas.openxmlformats.org/officeDocument/2006/relationships/slide" Target="/ppt/slides/slide39.xml" Id="R60392bcf2680499e" /><Relationship Type="http://schemas.openxmlformats.org/officeDocument/2006/relationships/slide" Target="/ppt/slides/slide40.xml" Id="Rb6c3ee6338a54b51" /><Relationship Type="http://schemas.openxmlformats.org/officeDocument/2006/relationships/slide" Target="/ppt/slides/slide41.xml" Id="R2b5a45a3b95041f1" /><Relationship Type="http://schemas.openxmlformats.org/officeDocument/2006/relationships/slide" Target="/ppt/slides/slide42.xml" Id="Ra63aa049bde84ab0" /><Relationship Type="http://schemas.openxmlformats.org/officeDocument/2006/relationships/slide" Target="/ppt/slides/slide43.xml" Id="Ra62ebb4681fe4586" /><Relationship Type="http://schemas.openxmlformats.org/officeDocument/2006/relationships/slide" Target="/ppt/slides/slide44.xml" Id="R5cb033a46de64394" /><Relationship Type="http://schemas.openxmlformats.org/officeDocument/2006/relationships/slide" Target="/ppt/slides/slide45.xml" Id="R3932ecdcaed34d4f" /><Relationship Type="http://schemas.openxmlformats.org/officeDocument/2006/relationships/slide" Target="/ppt/slides/slide46.xml" Id="R30ecc2a0a40a4454" /><Relationship Type="http://schemas.openxmlformats.org/officeDocument/2006/relationships/slide" Target="/ppt/slides/slide47.xml" Id="Rbcf93b6469804731" /><Relationship Type="http://schemas.openxmlformats.org/officeDocument/2006/relationships/slide" Target="/ppt/slides/slide48.xml" Id="R8ab9cef88db54b48" /><Relationship Type="http://schemas.openxmlformats.org/officeDocument/2006/relationships/slide" Target="/ppt/slides/slide49.xml" Id="R19427af29b574130" /><Relationship Type="http://schemas.openxmlformats.org/officeDocument/2006/relationships/slide" Target="/ppt/slides/slide50.xml" Id="Rf42c0990d54e487e" /><Relationship Type="http://schemas.openxmlformats.org/officeDocument/2006/relationships/slide" Target="/ppt/slides/slide51.xml" Id="R4d98d97c60c243f0" /><Relationship Type="http://schemas.openxmlformats.org/officeDocument/2006/relationships/slide" Target="/ppt/slides/slide52.xml" Id="Rdc5e0c1cecd24c54" /><Relationship Type="http://schemas.openxmlformats.org/officeDocument/2006/relationships/slide" Target="/ppt/slides/slide53.xml" Id="Ra54b7d47cc7b4dff" /><Relationship Type="http://schemas.openxmlformats.org/officeDocument/2006/relationships/slide" Target="/ppt/slides/slide54.xml" Id="R2693c4d9698840a1" /><Relationship Type="http://schemas.openxmlformats.org/officeDocument/2006/relationships/slide" Target="/ppt/slides/slide55.xml" Id="R1181a46866404b57" /><Relationship Type="http://schemas.openxmlformats.org/officeDocument/2006/relationships/slide" Target="/ppt/slides/slide56.xml" Id="R47404baa1ed34b2d" /><Relationship Type="http://schemas.openxmlformats.org/officeDocument/2006/relationships/slide" Target="/ppt/slides/slide57.xml" Id="R88cc2eb8046f42fd" /><Relationship Type="http://schemas.openxmlformats.org/officeDocument/2006/relationships/slide" Target="/ppt/slides/slide58.xml" Id="Rc7d9e33f119c497f" /><Relationship Type="http://schemas.openxmlformats.org/officeDocument/2006/relationships/slide" Target="/ppt/slides/slide59.xml" Id="R2cd93eaea5f84689" /><Relationship Type="http://schemas.openxmlformats.org/officeDocument/2006/relationships/slide" Target="/ppt/slides/slide60.xml" Id="Rcfb4d2983c774344" /><Relationship Type="http://schemas.openxmlformats.org/officeDocument/2006/relationships/slide" Target="/ppt/slides/slide61.xml" Id="R1d2c40bdc8a04b7f" /><Relationship Type="http://schemas.openxmlformats.org/officeDocument/2006/relationships/slide" Target="/ppt/slides/slide62.xml" Id="Re176eea2d1254bd9" /><Relationship Type="http://schemas.openxmlformats.org/officeDocument/2006/relationships/slide" Target="/ppt/slides/slide63.xml" Id="R6ec0a1dd189e4a00" /><Relationship Type="http://schemas.openxmlformats.org/officeDocument/2006/relationships/slide" Target="/ppt/slides/slide64.xml" Id="Ra83205732b1b4eab" /><Relationship Type="http://schemas.openxmlformats.org/officeDocument/2006/relationships/slide" Target="/ppt/slides/slide65.xml" Id="R9660f6342cb04dd1" /><Relationship Type="http://schemas.openxmlformats.org/officeDocument/2006/relationships/slide" Target="/ppt/slides/slide66.xml" Id="Re998c9512439403d" /><Relationship Type="http://schemas.openxmlformats.org/officeDocument/2006/relationships/slide" Target="/ppt/slides/slide67.xml" Id="R5ccecead5b924a7e" /><Relationship Type="http://schemas.openxmlformats.org/officeDocument/2006/relationships/slide" Target="/ppt/slides/slide68.xml" Id="R2203fd0a048d45dc" /><Relationship Type="http://schemas.openxmlformats.org/officeDocument/2006/relationships/slide" Target="/ppt/slides/slide69.xml" Id="R2a8692fa696d4214" /><Relationship Type="http://schemas.openxmlformats.org/officeDocument/2006/relationships/slide" Target="/ppt/slides/slide70.xml" Id="Rdca2e57ac8434d7d" /><Relationship Type="http://schemas.openxmlformats.org/officeDocument/2006/relationships/slide" Target="/ppt/slides/slide71.xml" Id="R343b43445ac8414a" /><Relationship Type="http://schemas.openxmlformats.org/officeDocument/2006/relationships/slide" Target="/ppt/slides/slide72.xml" Id="R9b866bde0f3e4333" /><Relationship Type="http://schemas.openxmlformats.org/officeDocument/2006/relationships/slide" Target="/ppt/slides/slide73.xml" Id="R752ffe1efd154967" /><Relationship Type="http://schemas.openxmlformats.org/officeDocument/2006/relationships/slide" Target="/ppt/slides/slide74.xml" Id="R8aba018f0d1a49d1" /><Relationship Type="http://schemas.openxmlformats.org/officeDocument/2006/relationships/slide" Target="/ppt/slides/slide75.xml" Id="Rfdc75ec7d44a4daf" /><Relationship Type="http://schemas.openxmlformats.org/officeDocument/2006/relationships/slide" Target="/ppt/slides/slide76.xml" Id="Rf322fb109fe14ab7" /><Relationship Type="http://schemas.openxmlformats.org/officeDocument/2006/relationships/slide" Target="/ppt/slides/slide77.xml" Id="Rde774b20d0124c70" /><Relationship Type="http://schemas.openxmlformats.org/officeDocument/2006/relationships/slide" Target="/ppt/slides/slide78.xml" Id="R6950c7e162c844fe" /><Relationship Type="http://schemas.openxmlformats.org/officeDocument/2006/relationships/slide" Target="/ppt/slides/slide79.xml" Id="R052ae0f1ecae429c" /><Relationship Type="http://schemas.openxmlformats.org/officeDocument/2006/relationships/slide" Target="/ppt/slides/slide80.xml" Id="R15db33a222a24f7d" /><Relationship Type="http://schemas.openxmlformats.org/officeDocument/2006/relationships/slide" Target="/ppt/slides/slide81.xml" Id="R71ade6d4e44a4826" /><Relationship Type="http://schemas.openxmlformats.org/officeDocument/2006/relationships/slide" Target="/ppt/slides/slide82.xml" Id="R06139622fe6e47c9" /><Relationship Type="http://schemas.openxmlformats.org/officeDocument/2006/relationships/slide" Target="/ppt/slides/slide83.xml" Id="Rfd45fb5ee86b44f5" /><Relationship Type="http://schemas.openxmlformats.org/officeDocument/2006/relationships/slide" Target="/ppt/slides/slide84.xml" Id="Rf4eba222d7db41a8" /><Relationship Type="http://schemas.openxmlformats.org/officeDocument/2006/relationships/slide" Target="/ppt/slides/slide85.xml" Id="R69490799ffef463a" /><Relationship Type="http://schemas.openxmlformats.org/officeDocument/2006/relationships/slide" Target="/ppt/slides/slide86.xml" Id="Rbc4006ed91004ec4" /><Relationship Type="http://schemas.openxmlformats.org/officeDocument/2006/relationships/slide" Target="/ppt/slides/slide87.xml" Id="R699951db13864bfa" /><Relationship Type="http://schemas.openxmlformats.org/officeDocument/2006/relationships/slide" Target="/ppt/slides/slide88.xml" Id="Rdf2c52d62bbe4317" /><Relationship Type="http://schemas.openxmlformats.org/officeDocument/2006/relationships/slide" Target="/ppt/slides/slide89.xml" Id="R3cc4b8d499714095" /><Relationship Type="http://schemas.openxmlformats.org/officeDocument/2006/relationships/slide" Target="/ppt/slides/slide90.xml" Id="R2949f8083e1543ff" /><Relationship Type="http://schemas.openxmlformats.org/officeDocument/2006/relationships/slide" Target="/ppt/slides/slide91.xml" Id="Ra4191ece1f364225" /><Relationship Type="http://schemas.openxmlformats.org/officeDocument/2006/relationships/slide" Target="/ppt/slides/slide92.xml" Id="R480d5033cfca498e" /><Relationship Type="http://schemas.openxmlformats.org/officeDocument/2006/relationships/slide" Target="/ppt/slides/slide93.xml" Id="R00ece2340fef4bc7" /><Relationship Type="http://schemas.openxmlformats.org/officeDocument/2006/relationships/slide" Target="/ppt/slides/slide94.xml" Id="R3939ed16f80f4f9f" /><Relationship Type="http://schemas.openxmlformats.org/officeDocument/2006/relationships/slide" Target="/ppt/slides/slide95.xml" Id="Ra9cc838a33f4469d" /><Relationship Type="http://schemas.openxmlformats.org/officeDocument/2006/relationships/slide" Target="/ppt/slides/slide96.xml" Id="Rcea83e9ce3f743a2" /><Relationship Type="http://schemas.openxmlformats.org/officeDocument/2006/relationships/slide" Target="/ppt/slides/slide97.xml" Id="R8cd6557f600d4a6d" /><Relationship Type="http://schemas.openxmlformats.org/officeDocument/2006/relationships/slide" Target="/ppt/slides/slide98.xml" Id="Rf4a2ecf7dfc04a70" /><Relationship Type="http://schemas.openxmlformats.org/officeDocument/2006/relationships/slide" Target="/ppt/slides/slide99.xml" Id="R47a48d402ec94eae" /><Relationship Type="http://schemas.openxmlformats.org/officeDocument/2006/relationships/slide" Target="/ppt/slides/slide100.xml" Id="Rf4ca1fc5ac5d456b" /><Relationship Type="http://schemas.openxmlformats.org/officeDocument/2006/relationships/slide" Target="/ppt/slides/slide101.xml" Id="Rae59ebacfe6247f8" /><Relationship Type="http://schemas.openxmlformats.org/officeDocument/2006/relationships/slide" Target="/ppt/slides/slide102.xml" Id="Rf139b1bc54b34b8c" /><Relationship Type="http://schemas.openxmlformats.org/officeDocument/2006/relationships/slide" Target="/ppt/slides/slide103.xml" Id="R0c71612083a44d94" /><Relationship Type="http://schemas.openxmlformats.org/officeDocument/2006/relationships/slide" Target="/ppt/slides/slide104.xml" Id="Rddf7f5a96e7d44b7" /><Relationship Type="http://schemas.openxmlformats.org/officeDocument/2006/relationships/slide" Target="/ppt/slides/slide105.xml" Id="R227271d3f60144a8" /><Relationship Type="http://schemas.openxmlformats.org/officeDocument/2006/relationships/slide" Target="/ppt/slides/slide106.xml" Id="R992e5c2e10c248cc" /><Relationship Type="http://schemas.openxmlformats.org/officeDocument/2006/relationships/slide" Target="/ppt/slides/slide107.xml" Id="R348d068a2d2546c4" /><Relationship Type="http://schemas.openxmlformats.org/officeDocument/2006/relationships/slide" Target="/ppt/slides/slide108.xml" Id="Rc804ca1a2e004d64" /><Relationship Type="http://schemas.openxmlformats.org/officeDocument/2006/relationships/slide" Target="/ppt/slides/slide109.xml" Id="Ree9c2d1f0b6a402b" /><Relationship Type="http://schemas.openxmlformats.org/officeDocument/2006/relationships/slide" Target="/ppt/slides/slide110.xml" Id="Ra66a8043a6964b19" /><Relationship Type="http://schemas.openxmlformats.org/officeDocument/2006/relationships/slide" Target="/ppt/slides/slide111.xml" Id="Rdbf3c41c21354181" /><Relationship Type="http://schemas.openxmlformats.org/officeDocument/2006/relationships/slide" Target="/ppt/slides/slide112.xml" Id="R52fd720d11de4f4e" /><Relationship Type="http://schemas.openxmlformats.org/officeDocument/2006/relationships/slide" Target="/ppt/slides/slide113.xml" Id="Rf4fe81eb22fb4dc8" /><Relationship Type="http://schemas.openxmlformats.org/officeDocument/2006/relationships/slide" Target="/ppt/slides/slide114.xml" Id="Rc60cc7e8ddd44ae2" /><Relationship Type="http://schemas.openxmlformats.org/officeDocument/2006/relationships/slide" Target="/ppt/slides/slide115.xml" Id="Rc8fc8a8403a5409d" /><Relationship Type="http://schemas.openxmlformats.org/officeDocument/2006/relationships/slide" Target="/ppt/slides/slide116.xml" Id="Rb85eafd2504847e9" /><Relationship Type="http://schemas.openxmlformats.org/officeDocument/2006/relationships/slide" Target="/ppt/slides/slide117.xml" Id="R7125c315938f4d61" /><Relationship Type="http://schemas.openxmlformats.org/officeDocument/2006/relationships/slide" Target="/ppt/slides/slide118.xml" Id="R45a73b85bbbe4f01" /><Relationship Type="http://schemas.openxmlformats.org/officeDocument/2006/relationships/slide" Target="/ppt/slides/slide119.xml" Id="Rb998b84496ec486f" /><Relationship Type="http://schemas.openxmlformats.org/officeDocument/2006/relationships/slide" Target="/ppt/slides/slide120.xml" Id="Rb6ad195c54ff4f34" /><Relationship Type="http://schemas.openxmlformats.org/officeDocument/2006/relationships/slide" Target="/ppt/slides/slide121.xml" Id="Rf8e74fb2634e485a" /><Relationship Type="http://schemas.openxmlformats.org/officeDocument/2006/relationships/slide" Target="/ppt/slides/slide122.xml" Id="R07c6ac16a6714fe6" /><Relationship Type="http://schemas.openxmlformats.org/officeDocument/2006/relationships/slide" Target="/ppt/slides/slide123.xml" Id="R86437721589f4dbd" /><Relationship Type="http://schemas.openxmlformats.org/officeDocument/2006/relationships/slide" Target="/ppt/slides/slide124.xml" Id="R5e771ebb232b4575" /><Relationship Type="http://schemas.openxmlformats.org/officeDocument/2006/relationships/slide" Target="/ppt/slides/slide125.xml" Id="Rec75281f346349c5" /><Relationship Type="http://schemas.openxmlformats.org/officeDocument/2006/relationships/slide" Target="/ppt/slides/slide126.xml" Id="Rac3a565270fc4175" /><Relationship Type="http://schemas.openxmlformats.org/officeDocument/2006/relationships/slide" Target="/ppt/slides/slide127.xml" Id="R0c21eee7bf014b93" /><Relationship Type="http://schemas.openxmlformats.org/officeDocument/2006/relationships/slide" Target="/ppt/slides/slide128.xml" Id="R57b9b46b246540fd" /><Relationship Type="http://schemas.openxmlformats.org/officeDocument/2006/relationships/slide" Target="/ppt/slides/slide129.xml" Id="Ra989012d6bec4057" /><Relationship Type="http://schemas.openxmlformats.org/officeDocument/2006/relationships/slide" Target="/ppt/slides/slide130.xml" Id="R144e3b5138024547" /><Relationship Type="http://schemas.openxmlformats.org/officeDocument/2006/relationships/slide" Target="/ppt/slides/slide131.xml" Id="R0533ca6ce8f74de1" /><Relationship Type="http://schemas.openxmlformats.org/officeDocument/2006/relationships/slide" Target="/ppt/slides/slide132.xml" Id="Reb5397149d4e44cb" /><Relationship Type="http://schemas.openxmlformats.org/officeDocument/2006/relationships/slide" Target="/ppt/slides/slide133.xml" Id="Rc1024e56684146eb" /><Relationship Type="http://schemas.openxmlformats.org/officeDocument/2006/relationships/slide" Target="/ppt/slides/slide134.xml" Id="R6afab2fc416c418f" /><Relationship Type="http://schemas.openxmlformats.org/officeDocument/2006/relationships/slide" Target="/ppt/slides/slide135.xml" Id="R50323d970b4d4a0a" /><Relationship Type="http://schemas.openxmlformats.org/officeDocument/2006/relationships/slide" Target="/ppt/slides/slide136.xml" Id="Rba72a26c4eb84598" /><Relationship Type="http://schemas.openxmlformats.org/officeDocument/2006/relationships/slide" Target="/ppt/slides/slide137.xml" Id="Rc4cf16bf46b34c0c" /><Relationship Type="http://schemas.openxmlformats.org/officeDocument/2006/relationships/slide" Target="/ppt/slides/slide138.xml" Id="R8f4fe8982be748c6" /><Relationship Type="http://schemas.openxmlformats.org/officeDocument/2006/relationships/slide" Target="/ppt/slides/slide139.xml" Id="R2f018c374f6e4ede" /><Relationship Type="http://schemas.openxmlformats.org/officeDocument/2006/relationships/slide" Target="/ppt/slides/slide140.xml" Id="R5192011239b647ba" /><Relationship Type="http://schemas.openxmlformats.org/officeDocument/2006/relationships/slide" Target="/ppt/slides/slide141.xml" Id="Rf9bc00160b0e422c" /><Relationship Type="http://schemas.openxmlformats.org/officeDocument/2006/relationships/slide" Target="/ppt/slides/slide142.xml" Id="R3744cbc867d34e69" /><Relationship Type="http://schemas.openxmlformats.org/officeDocument/2006/relationships/slide" Target="/ppt/slides/slide143.xml" Id="Red77022a79ea4809" /><Relationship Type="http://schemas.openxmlformats.org/officeDocument/2006/relationships/slide" Target="/ppt/slides/slide144.xml" Id="R750776add5f64a25" /><Relationship Type="http://schemas.openxmlformats.org/officeDocument/2006/relationships/slide" Target="/ppt/slides/slide145.xml" Id="R4d1ff366d3254529" /><Relationship Type="http://schemas.openxmlformats.org/officeDocument/2006/relationships/slide" Target="/ppt/slides/slide146.xml" Id="Raea53d39929049a1" /><Relationship Type="http://schemas.openxmlformats.org/officeDocument/2006/relationships/slide" Target="/ppt/slides/slide147.xml" Id="Rb3310c3ce02c418f" /><Relationship Type="http://schemas.openxmlformats.org/officeDocument/2006/relationships/slide" Target="/ppt/slides/slide148.xml" Id="R3890c6050244402e" /><Relationship Type="http://schemas.openxmlformats.org/officeDocument/2006/relationships/slide" Target="/ppt/slides/slide149.xml" Id="R4e167719085a442f" /><Relationship Type="http://schemas.openxmlformats.org/officeDocument/2006/relationships/slide" Target="/ppt/slides/slide150.xml" Id="Re3feb2e827af4abf" /><Relationship Type="http://schemas.openxmlformats.org/officeDocument/2006/relationships/slide" Target="/ppt/slides/slide151.xml" Id="R913aab047ba44998" /><Relationship Type="http://schemas.openxmlformats.org/officeDocument/2006/relationships/slide" Target="/ppt/slides/slide152.xml" Id="R57becb98d524498a" /><Relationship Type="http://schemas.openxmlformats.org/officeDocument/2006/relationships/slide" Target="/ppt/slides/slide153.xml" Id="R8c2a09b6d6904a3b" /><Relationship Type="http://schemas.openxmlformats.org/officeDocument/2006/relationships/slide" Target="/ppt/slides/slide154.xml" Id="R73f39823df81441e" /><Relationship Type="http://schemas.openxmlformats.org/officeDocument/2006/relationships/slide" Target="/ppt/slides/slide155.xml" Id="R858707ed689840d9" /><Relationship Type="http://schemas.openxmlformats.org/officeDocument/2006/relationships/slide" Target="/ppt/slides/slide156.xml" Id="R413a2846dc6f4118" /><Relationship Type="http://schemas.openxmlformats.org/officeDocument/2006/relationships/slide" Target="/ppt/slides/slide157.xml" Id="Rbdbf8545c7004774" /><Relationship Type="http://schemas.openxmlformats.org/officeDocument/2006/relationships/slide" Target="/ppt/slides/slide158.xml" Id="Re7e4794e4b274da8" /><Relationship Type="http://schemas.openxmlformats.org/officeDocument/2006/relationships/slide" Target="/ppt/slides/slide159.xml" Id="R23d294ea0d3342a1" /><Relationship Type="http://schemas.openxmlformats.org/officeDocument/2006/relationships/slide" Target="/ppt/slides/slide160.xml" Id="R7193c59c884c41b2" /><Relationship Type="http://schemas.openxmlformats.org/officeDocument/2006/relationships/slide" Target="/ppt/slides/slide161.xml" Id="Rc45a0c2673824280" /><Relationship Type="http://schemas.openxmlformats.org/officeDocument/2006/relationships/slide" Target="/ppt/slides/slide162.xml" Id="R3f4d197b79db4ba5" /><Relationship Type="http://schemas.openxmlformats.org/officeDocument/2006/relationships/slide" Target="/ppt/slides/slide163.xml" Id="R5b05818f2d6449e1" /><Relationship Type="http://schemas.openxmlformats.org/officeDocument/2006/relationships/slide" Target="/ppt/slides/slide164.xml" Id="R8c0760afbb4f47f5" /><Relationship Type="http://schemas.openxmlformats.org/officeDocument/2006/relationships/slide" Target="/ppt/slides/slide165.xml" Id="R2380493f9195440d" /><Relationship Type="http://schemas.openxmlformats.org/officeDocument/2006/relationships/slide" Target="/ppt/slides/slide166.xml" Id="R9622609ec167422b" /><Relationship Type="http://schemas.openxmlformats.org/officeDocument/2006/relationships/slide" Target="/ppt/slides/slide167.xml" Id="R14e72b5114e74dcb" /><Relationship Type="http://schemas.openxmlformats.org/officeDocument/2006/relationships/slide" Target="/ppt/slides/slide168.xml" Id="Rb1fc1a8703cf457e" /><Relationship Type="http://schemas.openxmlformats.org/officeDocument/2006/relationships/slide" Target="/ppt/slides/slide169.xml" Id="R2f59fba0cca34e3c" /><Relationship Type="http://schemas.openxmlformats.org/officeDocument/2006/relationships/slide" Target="/ppt/slides/slide170.xml" Id="Rfe333cb1e03143e2" /><Relationship Type="http://schemas.openxmlformats.org/officeDocument/2006/relationships/slide" Target="/ppt/slides/slide171.xml" Id="R4e4791fed3bf4374" /><Relationship Type="http://schemas.openxmlformats.org/officeDocument/2006/relationships/slide" Target="/ppt/slides/slide172.xml" Id="Rfcc5395af4444bc2" /><Relationship Type="http://schemas.openxmlformats.org/officeDocument/2006/relationships/slide" Target="/ppt/slides/slide173.xml" Id="Re5172c4652324787" /><Relationship Type="http://schemas.openxmlformats.org/officeDocument/2006/relationships/slide" Target="/ppt/slides/slide174.xml" Id="R4eb9f4b175e14771" /><Relationship Type="http://schemas.openxmlformats.org/officeDocument/2006/relationships/slide" Target="/ppt/slides/slide175.xml" Id="R14b7a509d8144a0d" /><Relationship Type="http://schemas.openxmlformats.org/officeDocument/2006/relationships/slide" Target="/ppt/slides/slide176.xml" Id="R9d466247ee3b4b53" /><Relationship Type="http://schemas.openxmlformats.org/officeDocument/2006/relationships/slide" Target="/ppt/slides/slide177.xml" Id="Re02e65c16a804131" /><Relationship Type="http://schemas.openxmlformats.org/officeDocument/2006/relationships/slide" Target="/ppt/slides/slide178.xml" Id="Reb1c05c93a904e53" /><Relationship Type="http://schemas.openxmlformats.org/officeDocument/2006/relationships/slide" Target="/ppt/slides/slide179.xml" Id="Rb333775c9de840cb" /><Relationship Type="http://schemas.openxmlformats.org/officeDocument/2006/relationships/slide" Target="/ppt/slides/slide180.xml" Id="R2a806cb0ac00493a" /><Relationship Type="http://schemas.openxmlformats.org/officeDocument/2006/relationships/slide" Target="/ppt/slides/slide181.xml" Id="Re5cf473a32ce4af0" /><Relationship Type="http://schemas.openxmlformats.org/officeDocument/2006/relationships/slide" Target="/ppt/slides/slide182.xml" Id="R0158252bc3e44ad3" /><Relationship Type="http://schemas.openxmlformats.org/officeDocument/2006/relationships/slide" Target="/ppt/slides/slide183.xml" Id="R58537ef35ced4a4a" /><Relationship Type="http://schemas.openxmlformats.org/officeDocument/2006/relationships/slide" Target="/ppt/slides/slide184.xml" Id="Rd85c12fb68e54235" /><Relationship Type="http://schemas.openxmlformats.org/officeDocument/2006/relationships/slide" Target="/ppt/slides/slide185.xml" Id="Ree7e9528cf20497a" /><Relationship Type="http://schemas.openxmlformats.org/officeDocument/2006/relationships/slide" Target="/ppt/slides/slide186.xml" Id="R7b2be9b256074c89" /><Relationship Type="http://schemas.openxmlformats.org/officeDocument/2006/relationships/slide" Target="/ppt/slides/slide187.xml" Id="Rd98b2bc7646e4a87" /><Relationship Type="http://schemas.openxmlformats.org/officeDocument/2006/relationships/slide" Target="/ppt/slides/slide188.xml" Id="R308b5c5305f54842" /><Relationship Type="http://schemas.openxmlformats.org/officeDocument/2006/relationships/slide" Target="/ppt/slides/slide189.xml" Id="R069e2c5b03394b09" /><Relationship Type="http://schemas.openxmlformats.org/officeDocument/2006/relationships/slide" Target="/ppt/slides/slide190.xml" Id="Rafc73f26aac14d08" /><Relationship Type="http://schemas.openxmlformats.org/officeDocument/2006/relationships/slide" Target="/ppt/slides/slide191.xml" Id="Rd7d4818b5e92498a" /><Relationship Type="http://schemas.openxmlformats.org/officeDocument/2006/relationships/slide" Target="/ppt/slides/slide192.xml" Id="Rcdd307150da44069" /><Relationship Type="http://schemas.openxmlformats.org/officeDocument/2006/relationships/slide" Target="/ppt/slides/slide193.xml" Id="Rc16fb67cc88841d1" /><Relationship Type="http://schemas.openxmlformats.org/officeDocument/2006/relationships/slide" Target="/ppt/slides/slide194.xml" Id="R0b57bf1c75e44cb6" /><Relationship Type="http://schemas.openxmlformats.org/officeDocument/2006/relationships/slide" Target="/ppt/slides/slide195.xml" Id="Rf724cc163ad340c7" /><Relationship Type="http://schemas.openxmlformats.org/officeDocument/2006/relationships/slide" Target="/ppt/slides/slide196.xml" Id="R1cf5ff67c57f48ec" /><Relationship Type="http://schemas.openxmlformats.org/officeDocument/2006/relationships/slide" Target="/ppt/slides/slide197.xml" Id="Rc20a29a277744d55" /><Relationship Type="http://schemas.openxmlformats.org/officeDocument/2006/relationships/slide" Target="/ppt/slides/slide198.xml" Id="Rf02de42da17f4337" /><Relationship Type="http://schemas.openxmlformats.org/officeDocument/2006/relationships/slide" Target="/ppt/slides/slide199.xml" Id="Re7220c2ea0b243c5" /><Relationship Type="http://schemas.openxmlformats.org/officeDocument/2006/relationships/slide" Target="/ppt/slides/slide200.xml" Id="R2b790f03b2804755" /><Relationship Type="http://schemas.openxmlformats.org/officeDocument/2006/relationships/slide" Target="/ppt/slides/slide201.xml" Id="Rc0fc0bee14ee4816" /><Relationship Type="http://schemas.openxmlformats.org/officeDocument/2006/relationships/slide" Target="/ppt/slides/slide202.xml" Id="R81734480b07341a8" /><Relationship Type="http://schemas.openxmlformats.org/officeDocument/2006/relationships/slide" Target="/ppt/slides/slide203.xml" Id="R9e31fc1a2d7644cb" /><Relationship Type="http://schemas.openxmlformats.org/officeDocument/2006/relationships/slide" Target="/ppt/slides/slide204.xml" Id="R923cd3cbb2a84426" /><Relationship Type="http://schemas.openxmlformats.org/officeDocument/2006/relationships/slide" Target="/ppt/slides/slide205.xml" Id="Rc4d61e80bbc644a8" /><Relationship Type="http://schemas.openxmlformats.org/officeDocument/2006/relationships/slide" Target="/ppt/slides/slide206.xml" Id="R97aecc8d597b45b5" /><Relationship Type="http://schemas.openxmlformats.org/officeDocument/2006/relationships/slide" Target="/ppt/slides/slide207.xml" Id="Rf1b7a112f3a648c1" /><Relationship Type="http://schemas.openxmlformats.org/officeDocument/2006/relationships/slide" Target="/ppt/slides/slide208.xml" Id="R1fa76e7f8e844fca" /><Relationship Type="http://schemas.openxmlformats.org/officeDocument/2006/relationships/slide" Target="/ppt/slides/slide209.xml" Id="R229f8a6ff6a74210" /><Relationship Type="http://schemas.openxmlformats.org/officeDocument/2006/relationships/slide" Target="/ppt/slides/slide210.xml" Id="R4d9ce71552b447f7" /><Relationship Type="http://schemas.openxmlformats.org/officeDocument/2006/relationships/slide" Target="/ppt/slides/slide211.xml" Id="R7a3398c146d0456b" /><Relationship Type="http://schemas.openxmlformats.org/officeDocument/2006/relationships/slide" Target="/ppt/slides/slide212.xml" Id="Rf0cabd6d58424c05" /><Relationship Type="http://schemas.openxmlformats.org/officeDocument/2006/relationships/slide" Target="/ppt/slides/slide213.xml" Id="R721aadf8e7604268" /><Relationship Type="http://schemas.openxmlformats.org/officeDocument/2006/relationships/slide" Target="/ppt/slides/slide214.xml" Id="Rec2e5ba02cfa4e72" /><Relationship Type="http://schemas.openxmlformats.org/officeDocument/2006/relationships/slide" Target="/ppt/slides/slide215.xml" Id="R11ebd74a104b4312" /><Relationship Type="http://schemas.openxmlformats.org/officeDocument/2006/relationships/slide" Target="/ppt/slides/slide216.xml" Id="R1b4b7699381a4cfe" /><Relationship Type="http://schemas.openxmlformats.org/officeDocument/2006/relationships/slide" Target="/ppt/slides/slide217.xml" Id="R34e58754ecc046f9" /><Relationship Type="http://schemas.openxmlformats.org/officeDocument/2006/relationships/slide" Target="/ppt/slides/slide218.xml" Id="Rff1a590db5804b66" /><Relationship Type="http://schemas.openxmlformats.org/officeDocument/2006/relationships/slide" Target="/ppt/slides/slide219.xml" Id="R7680bba2f0d64ece" /><Relationship Type="http://schemas.openxmlformats.org/officeDocument/2006/relationships/slide" Target="/ppt/slides/slide220.xml" Id="R2ec1a7412b464d2b" /><Relationship Type="http://schemas.openxmlformats.org/officeDocument/2006/relationships/slide" Target="/ppt/slides/slide221.xml" Id="Rc77624cc64134ce0" /><Relationship Type="http://schemas.openxmlformats.org/officeDocument/2006/relationships/slide" Target="/ppt/slides/slide222.xml" Id="R5ab7d9f161fd4464" /><Relationship Type="http://schemas.openxmlformats.org/officeDocument/2006/relationships/slide" Target="/ppt/slides/slide223.xml" Id="Rf5bd54b85cac4acb" /><Relationship Type="http://schemas.openxmlformats.org/officeDocument/2006/relationships/slide" Target="/ppt/slides/slide224.xml" Id="Rb7dd814364f04a0f" /><Relationship Type="http://schemas.openxmlformats.org/officeDocument/2006/relationships/slide" Target="/ppt/slides/slide225.xml" Id="R7c849dd45c814ea0" /><Relationship Type="http://schemas.openxmlformats.org/officeDocument/2006/relationships/slide" Target="/ppt/slides/slide226.xml" Id="Re1789b6978054c3f" /><Relationship Type="http://schemas.openxmlformats.org/officeDocument/2006/relationships/slide" Target="/ppt/slides/slide227.xml" Id="R4e21058592b34777" /><Relationship Type="http://schemas.openxmlformats.org/officeDocument/2006/relationships/slide" Target="/ppt/slides/slide228.xml" Id="R4cdb9c2104714aaf" /><Relationship Type="http://schemas.openxmlformats.org/officeDocument/2006/relationships/slide" Target="/ppt/slides/slide229.xml" Id="Rdbf1b20460084e0c" /><Relationship Type="http://schemas.openxmlformats.org/officeDocument/2006/relationships/slide" Target="/ppt/slides/slide230.xml" Id="Rf165738e32c34439" /><Relationship Type="http://schemas.openxmlformats.org/officeDocument/2006/relationships/slide" Target="/ppt/slides/slide231.xml" Id="Rb46338dfc0f14fa9" /><Relationship Type="http://schemas.openxmlformats.org/officeDocument/2006/relationships/slide" Target="/ppt/slides/slide232.xml" Id="Rb1272e71bec440e8" /><Relationship Type="http://schemas.openxmlformats.org/officeDocument/2006/relationships/slide" Target="/ppt/slides/slide233.xml" Id="Reeddac9a2ea74b54" /><Relationship Type="http://schemas.openxmlformats.org/officeDocument/2006/relationships/slide" Target="/ppt/slides/slide234.xml" Id="R727828d3e3334cfa" /><Relationship Type="http://schemas.openxmlformats.org/officeDocument/2006/relationships/slide" Target="/ppt/slides/slide235.xml" Id="R811ebba889a340ff" /><Relationship Type="http://schemas.openxmlformats.org/officeDocument/2006/relationships/slide" Target="/ppt/slides/slide236.xml" Id="Rebf729dc9ebe4e7d" /><Relationship Type="http://schemas.openxmlformats.org/officeDocument/2006/relationships/slide" Target="/ppt/slides/slide237.xml" Id="Rafd9184bd4b841a9" /><Relationship Type="http://schemas.openxmlformats.org/officeDocument/2006/relationships/slide" Target="/ppt/slides/slide238.xml" Id="Rf9057f0df7ee4232" /><Relationship Type="http://schemas.openxmlformats.org/officeDocument/2006/relationships/slide" Target="/ppt/slides/slide239.xml" Id="R385877bce65d4199" /><Relationship Type="http://schemas.openxmlformats.org/officeDocument/2006/relationships/slide" Target="/ppt/slides/slide240.xml" Id="R82aeb86e77c3495d" /><Relationship Type="http://schemas.openxmlformats.org/officeDocument/2006/relationships/slide" Target="/ppt/slides/slide241.xml" Id="Rec960d0940884097" /><Relationship Type="http://schemas.openxmlformats.org/officeDocument/2006/relationships/slide" Target="/ppt/slides/slide242.xml" Id="R425ad2274c744907" /><Relationship Type="http://schemas.openxmlformats.org/officeDocument/2006/relationships/slide" Target="/ppt/slides/slide243.xml" Id="R7fdda81129eb4657" /><Relationship Type="http://schemas.openxmlformats.org/officeDocument/2006/relationships/slide" Target="/ppt/slides/slide244.xml" Id="Rc69866fe285e4cb1" /><Relationship Type="http://schemas.openxmlformats.org/officeDocument/2006/relationships/slide" Target="/ppt/slides/slide245.xml" Id="R4752359088b148c4" /><Relationship Type="http://schemas.openxmlformats.org/officeDocument/2006/relationships/slide" Target="/ppt/slides/slide246.xml" Id="Rc0be5d66143a4d18" /><Relationship Type="http://schemas.openxmlformats.org/officeDocument/2006/relationships/slide" Target="/ppt/slides/slide247.xml" Id="Ra518b8cb53034d74" /><Relationship Type="http://schemas.openxmlformats.org/officeDocument/2006/relationships/slide" Target="/ppt/slides/slide248.xml" Id="R8b6d766bf4fe43bf" /><Relationship Type="http://schemas.openxmlformats.org/officeDocument/2006/relationships/slide" Target="/ppt/slides/slide249.xml" Id="R4274b363f3064853" /><Relationship Type="http://schemas.openxmlformats.org/officeDocument/2006/relationships/slide" Target="/ppt/slides/slide250.xml" Id="R1a3cc4e909ef4396" /><Relationship Type="http://schemas.openxmlformats.org/officeDocument/2006/relationships/slide" Target="/ppt/slides/slide251.xml" Id="R82c750f498574a24" /><Relationship Type="http://schemas.openxmlformats.org/officeDocument/2006/relationships/slide" Target="/ppt/slides/slide252.xml" Id="Rebe9b51c7f2f4ede" /><Relationship Type="http://schemas.openxmlformats.org/officeDocument/2006/relationships/slide" Target="/ppt/slides/slide253.xml" Id="R8df4e7bf09884a55" /><Relationship Type="http://schemas.openxmlformats.org/officeDocument/2006/relationships/slide" Target="/ppt/slides/slide254.xml" Id="R75d8c07b1f0a4fac" /><Relationship Type="http://schemas.openxmlformats.org/officeDocument/2006/relationships/slide" Target="/ppt/slides/slide255.xml" Id="R783f88d6bdc24617" /><Relationship Type="http://schemas.openxmlformats.org/officeDocument/2006/relationships/slide" Target="/ppt/slides/slide256.xml" Id="R3c45f60f1e68414c" /><Relationship Type="http://schemas.openxmlformats.org/officeDocument/2006/relationships/slide" Target="/ppt/slides/slide257.xml" Id="R238687af201a4d9a" /><Relationship Type="http://schemas.openxmlformats.org/officeDocument/2006/relationships/slide" Target="/ppt/slides/slide258.xml" Id="R018f404ecc934146" /><Relationship Type="http://schemas.openxmlformats.org/officeDocument/2006/relationships/slide" Target="/ppt/slides/slide259.xml" Id="R27664b201d04448c" /><Relationship Type="http://schemas.openxmlformats.org/officeDocument/2006/relationships/slide" Target="/ppt/slides/slide260.xml" Id="R829468a4723f4844" /><Relationship Type="http://schemas.openxmlformats.org/officeDocument/2006/relationships/slide" Target="/ppt/slides/slide261.xml" Id="Re9986bc7dfaf4455" /><Relationship Type="http://schemas.openxmlformats.org/officeDocument/2006/relationships/slide" Target="/ppt/slides/slide262.xml" Id="Rd071a6c9681842ff" /><Relationship Type="http://schemas.openxmlformats.org/officeDocument/2006/relationships/slide" Target="/ppt/slides/slide263.xml" Id="R76106090c33d4e49" /><Relationship Type="http://schemas.openxmlformats.org/officeDocument/2006/relationships/slide" Target="/ppt/slides/slide264.xml" Id="Rd353cdd9f6f74b25" /><Relationship Type="http://schemas.openxmlformats.org/officeDocument/2006/relationships/slide" Target="/ppt/slides/slide265.xml" Id="Rb357b8138cd34e6e" /><Relationship Type="http://schemas.openxmlformats.org/officeDocument/2006/relationships/slide" Target="/ppt/slides/slide266.xml" Id="R9a65d75c3ab8404c" /><Relationship Type="http://schemas.openxmlformats.org/officeDocument/2006/relationships/slide" Target="/ppt/slides/slide267.xml" Id="R339b91d1cdbd442c" /><Relationship Type="http://schemas.openxmlformats.org/officeDocument/2006/relationships/slide" Target="/ppt/slides/slide268.xml" Id="R35c01f7e15314243" /><Relationship Type="http://schemas.openxmlformats.org/officeDocument/2006/relationships/slide" Target="/ppt/slides/slide269.xml" Id="R422544a092034d8d" /><Relationship Type="http://schemas.openxmlformats.org/officeDocument/2006/relationships/slide" Target="/ppt/slides/slide270.xml" Id="R76655196ae734574" /><Relationship Type="http://schemas.openxmlformats.org/officeDocument/2006/relationships/slide" Target="/ppt/slides/slide271.xml" Id="Re1f9c90693384c2e" /><Relationship Type="http://schemas.openxmlformats.org/officeDocument/2006/relationships/slide" Target="/ppt/slides/slide272.xml" Id="R1473df0b55704169" /><Relationship Type="http://schemas.openxmlformats.org/officeDocument/2006/relationships/slide" Target="/ppt/slides/slide273.xml" Id="R374f85cc40874a84" /><Relationship Type="http://schemas.openxmlformats.org/officeDocument/2006/relationships/slide" Target="/ppt/slides/slide274.xml" Id="Rffa73c98856b409e" /><Relationship Type="http://schemas.openxmlformats.org/officeDocument/2006/relationships/slide" Target="/ppt/slides/slide275.xml" Id="Rc3c0d1e373354568" /><Relationship Type="http://schemas.openxmlformats.org/officeDocument/2006/relationships/slide" Target="/ppt/slides/slide276.xml" Id="Ra23797a559bb48f1" /><Relationship Type="http://schemas.openxmlformats.org/officeDocument/2006/relationships/slide" Target="/ppt/slides/slide277.xml" Id="Rb9fcc89518f04c1f" /><Relationship Type="http://schemas.openxmlformats.org/officeDocument/2006/relationships/slide" Target="/ppt/slides/slide278.xml" Id="R36d28dd743064727" /><Relationship Type="http://schemas.openxmlformats.org/officeDocument/2006/relationships/slide" Target="/ppt/slides/slide279.xml" Id="R3ecfc8efe547430c" /><Relationship Type="http://schemas.openxmlformats.org/officeDocument/2006/relationships/slide" Target="/ppt/slides/slide280.xml" Id="R7b38c3cdbedc439f" /><Relationship Type="http://schemas.openxmlformats.org/officeDocument/2006/relationships/slide" Target="/ppt/slides/slide281.xml" Id="R086bbdee1df54f18" /><Relationship Type="http://schemas.openxmlformats.org/officeDocument/2006/relationships/slide" Target="/ppt/slides/slide282.xml" Id="R7e19cffc4a614cc0" /><Relationship Type="http://schemas.openxmlformats.org/officeDocument/2006/relationships/slide" Target="/ppt/slides/slide283.xml" Id="Rfd2011e756514891" /><Relationship Type="http://schemas.openxmlformats.org/officeDocument/2006/relationships/slide" Target="/ppt/slides/slide284.xml" Id="R6f67fde264c241e9" /><Relationship Type="http://schemas.openxmlformats.org/officeDocument/2006/relationships/slide" Target="/ppt/slides/slide285.xml" Id="R344a980d23674299" /><Relationship Type="http://schemas.openxmlformats.org/officeDocument/2006/relationships/slide" Target="/ppt/slides/slide286.xml" Id="R8391895a6d024542" /><Relationship Type="http://schemas.openxmlformats.org/officeDocument/2006/relationships/slide" Target="/ppt/slides/slide287.xml" Id="R705d9eb2e39642d2" /><Relationship Type="http://schemas.openxmlformats.org/officeDocument/2006/relationships/slide" Target="/ppt/slides/slide288.xml" Id="R000b6b1e68804bad" /><Relationship Type="http://schemas.openxmlformats.org/officeDocument/2006/relationships/slide" Target="/ppt/slides/slide289.xml" Id="R842dd42ebf1c4eed" /><Relationship Type="http://schemas.openxmlformats.org/officeDocument/2006/relationships/slide" Target="/ppt/slides/slide290.xml" Id="R1c8440deb7374230" /><Relationship Type="http://schemas.openxmlformats.org/officeDocument/2006/relationships/slide" Target="/ppt/slides/slide291.xml" Id="R351019fae802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3d750cf5a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e517f8c9444ea4" /><Relationship Type="http://schemas.openxmlformats.org/officeDocument/2006/relationships/notesMaster" Target="/ppt/notesMasters/notesMaster1.xml" Id="R33734199b6e740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2f4e502f04130" /><Relationship Type="http://schemas.openxmlformats.org/officeDocument/2006/relationships/notesMaster" Target="/ppt/notesMasters/notesMaster1.xml" Id="R6c9d7e463041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7b7e370ca4429" /><Relationship Type="http://schemas.openxmlformats.org/officeDocument/2006/relationships/notesMaster" Target="/ppt/notesMasters/notesMaster1.xml" Id="Re5e59d43ef98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252dc3361c40c1" /><Relationship Type="http://schemas.openxmlformats.org/officeDocument/2006/relationships/notesMaster" Target="/ppt/notesMasters/notesMaster1.xml" Id="R5d22ff37e590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610eda357847b0" /><Relationship Type="http://schemas.openxmlformats.org/officeDocument/2006/relationships/notesMaster" Target="/ppt/notesMasters/notesMaster1.xml" Id="R7278f4e2913644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398bb2cf664505" /><Relationship Type="http://schemas.openxmlformats.org/officeDocument/2006/relationships/notesMaster" Target="/ppt/notesMasters/notesMaster1.xml" Id="Ra6bb461e3f934f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db1009ce724513" /><Relationship Type="http://schemas.openxmlformats.org/officeDocument/2006/relationships/notesMaster" Target="/ppt/notesMasters/notesMaster1.xml" Id="R9e6c53bf565543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45e1b2cd34fcc" /><Relationship Type="http://schemas.openxmlformats.org/officeDocument/2006/relationships/notesMaster" Target="/ppt/notesMasters/notesMaster1.xml" Id="R297eee4517a943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0ec7016b6b47e1" /><Relationship Type="http://schemas.openxmlformats.org/officeDocument/2006/relationships/notesMaster" Target="/ppt/notesMasters/notesMaster1.xml" Id="R31bf3df6587940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1f3844e251499d" /><Relationship Type="http://schemas.openxmlformats.org/officeDocument/2006/relationships/notesMaster" Target="/ppt/notesMasters/notesMaster1.xml" Id="R05405967d76446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9e7af85ded4319" /><Relationship Type="http://schemas.openxmlformats.org/officeDocument/2006/relationships/notesMaster" Target="/ppt/notesMasters/notesMaster1.xml" Id="R59ed9804a32a4c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a6414204ce4d53" /><Relationship Type="http://schemas.openxmlformats.org/officeDocument/2006/relationships/notesMaster" Target="/ppt/notesMasters/notesMaster1.xml" Id="R51b92727928c4e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7ecb6c701e452c" /><Relationship Type="http://schemas.openxmlformats.org/officeDocument/2006/relationships/notesMaster" Target="/ppt/notesMasters/notesMaster1.xml" Id="R2e6988ab88e54f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336055523c4b87" /><Relationship Type="http://schemas.openxmlformats.org/officeDocument/2006/relationships/notesMaster" Target="/ppt/notesMasters/notesMaster1.xml" Id="Rc8245fcf16314d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6baeb2cc0d4e57" /><Relationship Type="http://schemas.openxmlformats.org/officeDocument/2006/relationships/notesMaster" Target="/ppt/notesMasters/notesMaster1.xml" Id="R4160d82b847e4e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b6b1b2d4fd4812" /><Relationship Type="http://schemas.openxmlformats.org/officeDocument/2006/relationships/notesMaster" Target="/ppt/notesMasters/notesMaster1.xml" Id="R3278d7d5a1674b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f879f67d1e4eec" /><Relationship Type="http://schemas.openxmlformats.org/officeDocument/2006/relationships/notesMaster" Target="/ppt/notesMasters/notesMaster1.xml" Id="Rac26c46457ef42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a54ff1d74340a9" /><Relationship Type="http://schemas.openxmlformats.org/officeDocument/2006/relationships/notesMaster" Target="/ppt/notesMasters/notesMaster1.xml" Id="R9ef89c21297549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d3367616764316" /><Relationship Type="http://schemas.openxmlformats.org/officeDocument/2006/relationships/notesMaster" Target="/ppt/notesMasters/notesMaster1.xml" Id="Rd3193c27f5f944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f9b633bfb4430a" /><Relationship Type="http://schemas.openxmlformats.org/officeDocument/2006/relationships/notesMaster" Target="/ppt/notesMasters/notesMaster1.xml" Id="R99546f9a7c5b45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7d3f3dcc234530" /><Relationship Type="http://schemas.openxmlformats.org/officeDocument/2006/relationships/notesMaster" Target="/ppt/notesMasters/notesMaster1.xml" Id="R7630a1ec7e1142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aefe6690744bee" /><Relationship Type="http://schemas.openxmlformats.org/officeDocument/2006/relationships/notesMaster" Target="/ppt/notesMasters/notesMaster1.xml" Id="R7f10c4307c1b41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1a5b17e67b4ec0" /><Relationship Type="http://schemas.openxmlformats.org/officeDocument/2006/relationships/notesMaster" Target="/ppt/notesMasters/notesMaster1.xml" Id="Rbf6982c016554e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b3fc17e6d224d88" /><Relationship Type="http://schemas.openxmlformats.org/officeDocument/2006/relationships/notesMaster" Target="/ppt/notesMasters/notesMaster1.xml" Id="R60d42e63e0ed4b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42ee798215407f" /><Relationship Type="http://schemas.openxmlformats.org/officeDocument/2006/relationships/notesMaster" Target="/ppt/notesMasters/notesMaster1.xml" Id="R371e1155c68d4b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140a0abaa045bf" /><Relationship Type="http://schemas.openxmlformats.org/officeDocument/2006/relationships/notesMaster" Target="/ppt/notesMasters/notesMaster1.xml" Id="R979f1c777ad548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42f7a3045a4d5e" /><Relationship Type="http://schemas.openxmlformats.org/officeDocument/2006/relationships/notesMaster" Target="/ppt/notesMasters/notesMaster1.xml" Id="R0f526606ac8e47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be551a2b4c4d91" /><Relationship Type="http://schemas.openxmlformats.org/officeDocument/2006/relationships/notesMaster" Target="/ppt/notesMasters/notesMaster1.xml" Id="Rcd7d54eacd564c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8e8eb5672b4861" /><Relationship Type="http://schemas.openxmlformats.org/officeDocument/2006/relationships/notesMaster" Target="/ppt/notesMasters/notesMaster1.xml" Id="Rf9fa9bb8f43943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d0ecea52864064" /><Relationship Type="http://schemas.openxmlformats.org/officeDocument/2006/relationships/notesMaster" Target="/ppt/notesMasters/notesMaster1.xml" Id="R43c9dd354b85487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d6e325d9574db4" /><Relationship Type="http://schemas.openxmlformats.org/officeDocument/2006/relationships/notesMaster" Target="/ppt/notesMasters/notesMaster1.xml" Id="R76bdf3a55dd5484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50698bbf46d4c21" /><Relationship Type="http://schemas.openxmlformats.org/officeDocument/2006/relationships/notesMaster" Target="/ppt/notesMasters/notesMaster1.xml" Id="Rc7fd540bc1624c4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48fd49c28e84e75" /><Relationship Type="http://schemas.openxmlformats.org/officeDocument/2006/relationships/notesMaster" Target="/ppt/notesMasters/notesMaster1.xml" Id="R2b1fcdd79c214eb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74a9091272a4bf5" /><Relationship Type="http://schemas.openxmlformats.org/officeDocument/2006/relationships/notesMaster" Target="/ppt/notesMasters/notesMaster1.xml" Id="R566a892592674b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2a38f9fef24bc1" /><Relationship Type="http://schemas.openxmlformats.org/officeDocument/2006/relationships/notesMaster" Target="/ppt/notesMasters/notesMaster1.xml" Id="R5cbc932c42fe44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0d9590359349f9" /><Relationship Type="http://schemas.openxmlformats.org/officeDocument/2006/relationships/notesMaster" Target="/ppt/notesMasters/notesMaster1.xml" Id="R6bbb750ac9b944b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877b45220ad47a0" /><Relationship Type="http://schemas.openxmlformats.org/officeDocument/2006/relationships/notesMaster" Target="/ppt/notesMasters/notesMaster1.xml" Id="R914489b68c53498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c58f2ab1b544e1" /><Relationship Type="http://schemas.openxmlformats.org/officeDocument/2006/relationships/notesMaster" Target="/ppt/notesMasters/notesMaster1.xml" Id="R07d60fc37caa4e4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e2bf138abaf4434" /><Relationship Type="http://schemas.openxmlformats.org/officeDocument/2006/relationships/notesMaster" Target="/ppt/notesMasters/notesMaster1.xml" Id="Ref6946e26928439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5f780baf42e4ee6" /><Relationship Type="http://schemas.openxmlformats.org/officeDocument/2006/relationships/notesMaster" Target="/ppt/notesMasters/notesMaster1.xml" Id="R0c03a99861e046d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f4c9de2e87b4e2f" /><Relationship Type="http://schemas.openxmlformats.org/officeDocument/2006/relationships/notesMaster" Target="/ppt/notesMasters/notesMaster1.xml" Id="R5abdf3c2405346d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2b82595ce6e4e70" /><Relationship Type="http://schemas.openxmlformats.org/officeDocument/2006/relationships/notesMaster" Target="/ppt/notesMasters/notesMaster1.xml" Id="R7e65ccb3dc19483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6519c8b0d74416e" /><Relationship Type="http://schemas.openxmlformats.org/officeDocument/2006/relationships/notesMaster" Target="/ppt/notesMasters/notesMaster1.xml" Id="R988ca77b6362415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017f1978147485d" /><Relationship Type="http://schemas.openxmlformats.org/officeDocument/2006/relationships/notesMaster" Target="/ppt/notesMasters/notesMaster1.xml" Id="R9a77cbb8adc6409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84ccf2407d14a00" /><Relationship Type="http://schemas.openxmlformats.org/officeDocument/2006/relationships/notesMaster" Target="/ppt/notesMasters/notesMaster1.xml" Id="Rc21e7f8deb3e4ba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ecf8f99dbd9463f" /><Relationship Type="http://schemas.openxmlformats.org/officeDocument/2006/relationships/notesMaster" Target="/ppt/notesMasters/notesMaster1.xml" Id="R918cd338adc749d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ddfb0e7377041b1" /><Relationship Type="http://schemas.openxmlformats.org/officeDocument/2006/relationships/notesMaster" Target="/ppt/notesMasters/notesMaster1.xml" Id="Rd193d166668548f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76a0ddf19514302" /><Relationship Type="http://schemas.openxmlformats.org/officeDocument/2006/relationships/notesMaster" Target="/ppt/notesMasters/notesMaster1.xml" Id="Rc4d02c74df234dd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5fcc0fbf4534184" /><Relationship Type="http://schemas.openxmlformats.org/officeDocument/2006/relationships/notesMaster" Target="/ppt/notesMasters/notesMaster1.xml" Id="Rdbda3d17e0d44a3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826aa8f9eb24ab6" /><Relationship Type="http://schemas.openxmlformats.org/officeDocument/2006/relationships/notesMaster" Target="/ppt/notesMasters/notesMaster1.xml" Id="Rbae00849c2e4487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a4b473e91e04957" /><Relationship Type="http://schemas.openxmlformats.org/officeDocument/2006/relationships/notesMaster" Target="/ppt/notesMasters/notesMaster1.xml" Id="Rc661c11ca6284e2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4f60ad3a8b947f4" /><Relationship Type="http://schemas.openxmlformats.org/officeDocument/2006/relationships/notesMaster" Target="/ppt/notesMasters/notesMaster1.xml" Id="Rb2d8f669478346d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6061c98df0d4081" /><Relationship Type="http://schemas.openxmlformats.org/officeDocument/2006/relationships/notesMaster" Target="/ppt/notesMasters/notesMaster1.xml" Id="R5a6f5999c70d455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f3fc1bc7dce469f" /><Relationship Type="http://schemas.openxmlformats.org/officeDocument/2006/relationships/notesMaster" Target="/ppt/notesMasters/notesMaster1.xml" Id="Ra0c57143a0b346a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93d2353e6b04349" /><Relationship Type="http://schemas.openxmlformats.org/officeDocument/2006/relationships/notesMaster" Target="/ppt/notesMasters/notesMaster1.xml" Id="Redbc8b5d704f4b4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26b80ba25564dc5" /><Relationship Type="http://schemas.openxmlformats.org/officeDocument/2006/relationships/notesMaster" Target="/ppt/notesMasters/notesMaster1.xml" Id="R594a7554a93f40d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0f46969c6914dbe" /><Relationship Type="http://schemas.openxmlformats.org/officeDocument/2006/relationships/notesMaster" Target="/ppt/notesMasters/notesMaster1.xml" Id="R8ea9c57cd58f4d7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1228bd4f420494e" /><Relationship Type="http://schemas.openxmlformats.org/officeDocument/2006/relationships/notesMaster" Target="/ppt/notesMasters/notesMaster1.xml" Id="Rf995a61c93f44c8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05ba3b988c94c9a" /><Relationship Type="http://schemas.openxmlformats.org/officeDocument/2006/relationships/notesMaster" Target="/ppt/notesMasters/notesMaster1.xml" Id="Rfa65d418adcd45d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028b087f8e14691" /><Relationship Type="http://schemas.openxmlformats.org/officeDocument/2006/relationships/notesMaster" Target="/ppt/notesMasters/notesMaster1.xml" Id="R30d86d2358e1448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36585e4589546d6" /><Relationship Type="http://schemas.openxmlformats.org/officeDocument/2006/relationships/notesMaster" Target="/ppt/notesMasters/notesMaster1.xml" Id="R49912ddd88e9448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31a97cea8a644b0" /><Relationship Type="http://schemas.openxmlformats.org/officeDocument/2006/relationships/notesMaster" Target="/ppt/notesMasters/notesMaster1.xml" Id="R2942a5e4cc834c2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289c04fd18b4c1d" /><Relationship Type="http://schemas.openxmlformats.org/officeDocument/2006/relationships/notesMaster" Target="/ppt/notesMasters/notesMaster1.xml" Id="Reb4916d7a0a8460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523b1d2f9c314021" /><Relationship Type="http://schemas.openxmlformats.org/officeDocument/2006/relationships/notesMaster" Target="/ppt/notesMasters/notesMaster1.xml" Id="R2882aa0cc2d2426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e5f6465a8424329" /><Relationship Type="http://schemas.openxmlformats.org/officeDocument/2006/relationships/notesMaster" Target="/ppt/notesMasters/notesMaster1.xml" Id="R31efbed233f0491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cd9fd71a1d14320" /><Relationship Type="http://schemas.openxmlformats.org/officeDocument/2006/relationships/notesMaster" Target="/ppt/notesMasters/notesMaster1.xml" Id="R33495c47c13e4e2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8571161a2b5497e" /><Relationship Type="http://schemas.openxmlformats.org/officeDocument/2006/relationships/notesMaster" Target="/ppt/notesMasters/notesMaster1.xml" Id="R5d787acab897459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1605a435ab24549" /><Relationship Type="http://schemas.openxmlformats.org/officeDocument/2006/relationships/notesMaster" Target="/ppt/notesMasters/notesMaster1.xml" Id="Rec608dc8b3054cd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1e61263def24572" /><Relationship Type="http://schemas.openxmlformats.org/officeDocument/2006/relationships/notesMaster" Target="/ppt/notesMasters/notesMaster1.xml" Id="Rcbf8136975f445a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6e37453b76d47ae" /><Relationship Type="http://schemas.openxmlformats.org/officeDocument/2006/relationships/notesMaster" Target="/ppt/notesMasters/notesMaster1.xml" Id="R7e5e50017ca241a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cd6760b38334913" /><Relationship Type="http://schemas.openxmlformats.org/officeDocument/2006/relationships/notesMaster" Target="/ppt/notesMasters/notesMaster1.xml" Id="R73eff320927f444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2fedd25024e40ab" /><Relationship Type="http://schemas.openxmlformats.org/officeDocument/2006/relationships/notesMaster" Target="/ppt/notesMasters/notesMaster1.xml" Id="Ra50c806b4a50497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7663e64cdf24975" /><Relationship Type="http://schemas.openxmlformats.org/officeDocument/2006/relationships/notesMaster" Target="/ppt/notesMasters/notesMaster1.xml" Id="Ra252695cc7104c2c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183de1e2c10b4e57" /><Relationship Type="http://schemas.openxmlformats.org/officeDocument/2006/relationships/notesMaster" Target="/ppt/notesMasters/notesMaster1.xml" Id="R7da262d79b9844e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02159f32b6d49dc" /><Relationship Type="http://schemas.openxmlformats.org/officeDocument/2006/relationships/notesMaster" Target="/ppt/notesMasters/notesMaster1.xml" Id="R59a789bb341a455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60b43c9e79d4b5f" /><Relationship Type="http://schemas.openxmlformats.org/officeDocument/2006/relationships/notesMaster" Target="/ppt/notesMasters/notesMaster1.xml" Id="R7cefd62226484fb2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3a72ef862e54caf" /><Relationship Type="http://schemas.openxmlformats.org/officeDocument/2006/relationships/notesMaster" Target="/ppt/notesMasters/notesMaster1.xml" Id="R7c01dcd4e3ef4ca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40fb325d65242d8" /><Relationship Type="http://schemas.openxmlformats.org/officeDocument/2006/relationships/notesMaster" Target="/ppt/notesMasters/notesMaster1.xml" Id="R54d0ceb8009d4fd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79d86ed098494b86" /><Relationship Type="http://schemas.openxmlformats.org/officeDocument/2006/relationships/notesMaster" Target="/ppt/notesMasters/notesMaster1.xml" Id="R5c3d170d9bf6484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23555a68ed84def" /><Relationship Type="http://schemas.openxmlformats.org/officeDocument/2006/relationships/notesMaster" Target="/ppt/notesMasters/notesMaster1.xml" Id="R9510fd1065144a7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6d860db6988459c" /><Relationship Type="http://schemas.openxmlformats.org/officeDocument/2006/relationships/notesMaster" Target="/ppt/notesMasters/notesMaster1.xml" Id="Rbf15f2d5a1ef4ff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c7e41b3e1994208" /><Relationship Type="http://schemas.openxmlformats.org/officeDocument/2006/relationships/notesMaster" Target="/ppt/notesMasters/notesMaster1.xml" Id="R77794e3f02b0434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51a0cca74c94380" /><Relationship Type="http://schemas.openxmlformats.org/officeDocument/2006/relationships/notesMaster" Target="/ppt/notesMasters/notesMaster1.xml" Id="Rb1fc5c064f984f0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75aa3f4af4c04a1f" /><Relationship Type="http://schemas.openxmlformats.org/officeDocument/2006/relationships/notesMaster" Target="/ppt/notesMasters/notesMaster1.xml" Id="R53087a1149924b5d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19502e6cda57446a" /><Relationship Type="http://schemas.openxmlformats.org/officeDocument/2006/relationships/notesMaster" Target="/ppt/notesMasters/notesMaster1.xml" Id="R91f41959fad1412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82e7b605dcd7426e" /><Relationship Type="http://schemas.openxmlformats.org/officeDocument/2006/relationships/notesMaster" Target="/ppt/notesMasters/notesMaster1.xml" Id="R9b5c758797514a4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8bcd0829f1f7420e" /><Relationship Type="http://schemas.openxmlformats.org/officeDocument/2006/relationships/notesMaster" Target="/ppt/notesMasters/notesMaster1.xml" Id="Re46712ce0c534fc5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564f0f999e4041e0" /><Relationship Type="http://schemas.openxmlformats.org/officeDocument/2006/relationships/notesMaster" Target="/ppt/notesMasters/notesMaster1.xml" Id="R92b17a8b31e842f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e5636b0420db4411" /><Relationship Type="http://schemas.openxmlformats.org/officeDocument/2006/relationships/notesMaster" Target="/ppt/notesMasters/notesMaster1.xml" Id="R7d08e8f1313a483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79bc59eb562b462e" /><Relationship Type="http://schemas.openxmlformats.org/officeDocument/2006/relationships/notesMaster" Target="/ppt/notesMasters/notesMaster1.xml" Id="R874e6fc9a23346cb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160a9e587c54b37" /><Relationship Type="http://schemas.openxmlformats.org/officeDocument/2006/relationships/notesMaster" Target="/ppt/notesMasters/notesMaster1.xml" Id="R31b24ec695324b3d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ed1bdaa4f38345de" /><Relationship Type="http://schemas.openxmlformats.org/officeDocument/2006/relationships/notesMaster" Target="/ppt/notesMasters/notesMaster1.xml" Id="Rafd88fdc6632475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3fcc4c2fdf264100" /><Relationship Type="http://schemas.openxmlformats.org/officeDocument/2006/relationships/notesMaster" Target="/ppt/notesMasters/notesMaster1.xml" Id="Rb57252287fb04288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6d6c18dd4044ac0" /><Relationship Type="http://schemas.openxmlformats.org/officeDocument/2006/relationships/notesMaster" Target="/ppt/notesMasters/notesMaster1.xml" Id="R3362caf6a6eb4066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1e7e62509b4144fb" /><Relationship Type="http://schemas.openxmlformats.org/officeDocument/2006/relationships/notesMaster" Target="/ppt/notesMasters/notesMaster1.xml" Id="Rf4680852fb5e4a6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72af751b4104b9d" /><Relationship Type="http://schemas.openxmlformats.org/officeDocument/2006/relationships/notesMaster" Target="/ppt/notesMasters/notesMaster1.xml" Id="R2bc1fe2faf084ee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3fb6e35c75eb4155" /><Relationship Type="http://schemas.openxmlformats.org/officeDocument/2006/relationships/notesMaster" Target="/ppt/notesMasters/notesMaster1.xml" Id="R71d22f4508f040f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3f8f7fb20871427c" /><Relationship Type="http://schemas.openxmlformats.org/officeDocument/2006/relationships/notesMaster" Target="/ppt/notesMasters/notesMaster1.xml" Id="Rc759be9ddc14494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5cca735be1d4f40" /><Relationship Type="http://schemas.openxmlformats.org/officeDocument/2006/relationships/notesMaster" Target="/ppt/notesMasters/notesMaster1.xml" Id="Ra0911da699764aa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8392208293d649bc" /><Relationship Type="http://schemas.openxmlformats.org/officeDocument/2006/relationships/notesMaster" Target="/ppt/notesMasters/notesMaster1.xml" Id="R09a6020e50cc434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2156eb11d464344" /><Relationship Type="http://schemas.openxmlformats.org/officeDocument/2006/relationships/notesMaster" Target="/ppt/notesMasters/notesMaster1.xml" Id="Recfe6189a10749e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0a70b2d16d24c0a" /><Relationship Type="http://schemas.openxmlformats.org/officeDocument/2006/relationships/notesMaster" Target="/ppt/notesMasters/notesMaster1.xml" Id="Rbbbfb892489f498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8b66caf9f27427e" /><Relationship Type="http://schemas.openxmlformats.org/officeDocument/2006/relationships/notesMaster" Target="/ppt/notesMasters/notesMaster1.xml" Id="R2b326397feab439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62c2de39b2a46eb" /><Relationship Type="http://schemas.openxmlformats.org/officeDocument/2006/relationships/notesMaster" Target="/ppt/notesMasters/notesMaster1.xml" Id="R782fbc72384e4ce3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198cd3e1ca0246d4" /><Relationship Type="http://schemas.openxmlformats.org/officeDocument/2006/relationships/notesMaster" Target="/ppt/notesMasters/notesMaster1.xml" Id="Re7b72a458d714d9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12862492a9154504" /><Relationship Type="http://schemas.openxmlformats.org/officeDocument/2006/relationships/notesMaster" Target="/ppt/notesMasters/notesMaster1.xml" Id="Rd6d62722b7194bb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c5dc4b1da20a4e55" /><Relationship Type="http://schemas.openxmlformats.org/officeDocument/2006/relationships/notesMaster" Target="/ppt/notesMasters/notesMaster1.xml" Id="Rbc28285f40b54091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7e46a915b33432e" /><Relationship Type="http://schemas.openxmlformats.org/officeDocument/2006/relationships/notesMaster" Target="/ppt/notesMasters/notesMaster1.xml" Id="R0c14469e53c44d38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14e36e44506c4eca" /><Relationship Type="http://schemas.openxmlformats.org/officeDocument/2006/relationships/notesMaster" Target="/ppt/notesMasters/notesMaster1.xml" Id="R45847c6efd544d1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d78e5521d3344e45" /><Relationship Type="http://schemas.openxmlformats.org/officeDocument/2006/relationships/notesMaster" Target="/ppt/notesMasters/notesMaster1.xml" Id="R775ff382ab0042c4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c20028240ec04b81" /><Relationship Type="http://schemas.openxmlformats.org/officeDocument/2006/relationships/notesMaster" Target="/ppt/notesMasters/notesMaster1.xml" Id="Rbf534672e2924b2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51c524faeb04bb6" /><Relationship Type="http://schemas.openxmlformats.org/officeDocument/2006/relationships/notesMaster" Target="/ppt/notesMasters/notesMaster1.xml" Id="R7ee7a1d1dcd54dba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f58dc0c5c21440d4" /><Relationship Type="http://schemas.openxmlformats.org/officeDocument/2006/relationships/notesMaster" Target="/ppt/notesMasters/notesMaster1.xml" Id="R0da4520d9ad3424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7c539798c80d4762" /><Relationship Type="http://schemas.openxmlformats.org/officeDocument/2006/relationships/notesMaster" Target="/ppt/notesMasters/notesMaster1.xml" Id="R84f964d2b060475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edf62d44fb014ab0" /><Relationship Type="http://schemas.openxmlformats.org/officeDocument/2006/relationships/notesMaster" Target="/ppt/notesMasters/notesMaster1.xml" Id="Rf538fb7ffd9c4f1a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c8103bf91704f50" /><Relationship Type="http://schemas.openxmlformats.org/officeDocument/2006/relationships/notesMaster" Target="/ppt/notesMasters/notesMaster1.xml" Id="Rcc9e2bbc7d1a4fe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723e39c03404ca8" /><Relationship Type="http://schemas.openxmlformats.org/officeDocument/2006/relationships/notesMaster" Target="/ppt/notesMasters/notesMaster1.xml" Id="Ra82b790ceadc4ab0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2f4ee2185b94189" /><Relationship Type="http://schemas.openxmlformats.org/officeDocument/2006/relationships/notesMaster" Target="/ppt/notesMasters/notesMaster1.xml" Id="R00ce101423f140f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1f3ffb124ba34b6b" /><Relationship Type="http://schemas.openxmlformats.org/officeDocument/2006/relationships/notesMaster" Target="/ppt/notesMasters/notesMaster1.xml" Id="R090a48183f644d93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8e5f57e4003d45f4" /><Relationship Type="http://schemas.openxmlformats.org/officeDocument/2006/relationships/notesMaster" Target="/ppt/notesMasters/notesMaster1.xml" Id="R7c31ff0a7d7741d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48c9154be30942ba" /><Relationship Type="http://schemas.openxmlformats.org/officeDocument/2006/relationships/notesMaster" Target="/ppt/notesMasters/notesMaster1.xml" Id="Rbc65a4137df74ca0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1777dbcec53b4474" /><Relationship Type="http://schemas.openxmlformats.org/officeDocument/2006/relationships/notesMaster" Target="/ppt/notesMasters/notesMaster1.xml" Id="R863d4e5072b54733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4f6e5b28f0fe4eb6" /><Relationship Type="http://schemas.openxmlformats.org/officeDocument/2006/relationships/notesMaster" Target="/ppt/notesMasters/notesMaster1.xml" Id="R9054a2a3b8d8469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026b8c433d194af1" /><Relationship Type="http://schemas.openxmlformats.org/officeDocument/2006/relationships/notesMaster" Target="/ppt/notesMasters/notesMaster1.xml" Id="R4d4923453d5a4b89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255e6b02a68f4c88" /><Relationship Type="http://schemas.openxmlformats.org/officeDocument/2006/relationships/notesMaster" Target="/ppt/notesMasters/notesMaster1.xml" Id="Rdae97aa775674e16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0a0d905e8a6a4b2e" /><Relationship Type="http://schemas.openxmlformats.org/officeDocument/2006/relationships/notesMaster" Target="/ppt/notesMasters/notesMaster1.xml" Id="R7c5f8c9a70b547e1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64ccce728dd433e" /><Relationship Type="http://schemas.openxmlformats.org/officeDocument/2006/relationships/notesMaster" Target="/ppt/notesMasters/notesMaster1.xml" Id="R68bf6a146e334169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a7c1656a3a848ac" /><Relationship Type="http://schemas.openxmlformats.org/officeDocument/2006/relationships/notesMaster" Target="/ppt/notesMasters/notesMaster1.xml" Id="R93090e02c843411f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196598bab9c347f4" /><Relationship Type="http://schemas.openxmlformats.org/officeDocument/2006/relationships/notesMaster" Target="/ppt/notesMasters/notesMaster1.xml" Id="R8e46c10ad3434127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0442ae778f844cd3" /><Relationship Type="http://schemas.openxmlformats.org/officeDocument/2006/relationships/notesMaster" Target="/ppt/notesMasters/notesMaster1.xml" Id="R99e590287bfd43bd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0a0f781763e440f" /><Relationship Type="http://schemas.openxmlformats.org/officeDocument/2006/relationships/notesMaster" Target="/ppt/notesMasters/notesMaster1.xml" Id="Raa338e4217a943f9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3600e090a0574374" /><Relationship Type="http://schemas.openxmlformats.org/officeDocument/2006/relationships/notesMaster" Target="/ppt/notesMasters/notesMaster1.xml" Id="R070cd376dc244fb9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d9071e1888944813" /><Relationship Type="http://schemas.openxmlformats.org/officeDocument/2006/relationships/notesMaster" Target="/ppt/notesMasters/notesMaster1.xml" Id="R81114254f1574d03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c58055c64464015" /><Relationship Type="http://schemas.openxmlformats.org/officeDocument/2006/relationships/notesMaster" Target="/ppt/notesMasters/notesMaster1.xml" Id="R2bbb120030fa4ff3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1a55297e70314987" /><Relationship Type="http://schemas.openxmlformats.org/officeDocument/2006/relationships/notesMaster" Target="/ppt/notesMasters/notesMaster1.xml" Id="Raa81f50007434b6c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3036f47e5974755" /><Relationship Type="http://schemas.openxmlformats.org/officeDocument/2006/relationships/notesMaster" Target="/ppt/notesMasters/notesMaster1.xml" Id="R090086df027c4285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b25cbba5a9984f1e" /><Relationship Type="http://schemas.openxmlformats.org/officeDocument/2006/relationships/notesMaster" Target="/ppt/notesMasters/notesMaster1.xml" Id="R0f5d0166f6684b92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64dd305694f2412e" /><Relationship Type="http://schemas.openxmlformats.org/officeDocument/2006/relationships/notesMaster" Target="/ppt/notesMasters/notesMaster1.xml" Id="R21a83c83ee6a4768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e3091c8f0c4f47f8" /><Relationship Type="http://schemas.openxmlformats.org/officeDocument/2006/relationships/notesMaster" Target="/ppt/notesMasters/notesMaster1.xml" Id="Rb0e753ed0cce4622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83466b1a17d4581" /><Relationship Type="http://schemas.openxmlformats.org/officeDocument/2006/relationships/notesMaster" Target="/ppt/notesMasters/notesMaster1.xml" Id="Rce8b45a15dbf45ed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e7995355c38b4d97" /><Relationship Type="http://schemas.openxmlformats.org/officeDocument/2006/relationships/notesMaster" Target="/ppt/notesMasters/notesMaster1.xml" Id="R03f90b15809543ca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9d220791a2304bbd" /><Relationship Type="http://schemas.openxmlformats.org/officeDocument/2006/relationships/notesMaster" Target="/ppt/notesMasters/notesMaster1.xml" Id="R9238ddbffcf14ed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76cfd696d6f44eef" /><Relationship Type="http://schemas.openxmlformats.org/officeDocument/2006/relationships/notesMaster" Target="/ppt/notesMasters/notesMaster1.xml" Id="R438f4730fff3418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2ae37ea6630b42f4" /><Relationship Type="http://schemas.openxmlformats.org/officeDocument/2006/relationships/notesMaster" Target="/ppt/notesMasters/notesMaster1.xml" Id="R6b92c1f565bc49aa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25748ee3ebfd49cd" /><Relationship Type="http://schemas.openxmlformats.org/officeDocument/2006/relationships/notesMaster" Target="/ppt/notesMasters/notesMaster1.xml" Id="Rf408c5d8090942f9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de7c76cd03384b96" /><Relationship Type="http://schemas.openxmlformats.org/officeDocument/2006/relationships/notesMaster" Target="/ppt/notesMasters/notesMaster1.xml" Id="R4eb52adbb466435e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a2826f2ba7b349ff" /><Relationship Type="http://schemas.openxmlformats.org/officeDocument/2006/relationships/notesMaster" Target="/ppt/notesMasters/notesMaster1.xml" Id="Rf1b185f7be494b1c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050421e698384fe4" /><Relationship Type="http://schemas.openxmlformats.org/officeDocument/2006/relationships/notesMaster" Target="/ppt/notesMasters/notesMaster1.xml" Id="Rd78b26719a4c4e5c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2782723c041849e8" /><Relationship Type="http://schemas.openxmlformats.org/officeDocument/2006/relationships/notesMaster" Target="/ppt/notesMasters/notesMaster1.xml" Id="R81d6e0e5c1de493f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150d36d1d3c64375" /><Relationship Type="http://schemas.openxmlformats.org/officeDocument/2006/relationships/notesMaster" Target="/ppt/notesMasters/notesMaster1.xml" Id="R603468b5bb1c4236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23fbc4ffb2b24802" /><Relationship Type="http://schemas.openxmlformats.org/officeDocument/2006/relationships/notesMaster" Target="/ppt/notesMasters/notesMaster1.xml" Id="R3f7a952286c4478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4ea64272fdd1401d" /><Relationship Type="http://schemas.openxmlformats.org/officeDocument/2006/relationships/notesMaster" Target="/ppt/notesMasters/notesMaster1.xml" Id="R57060db2ea8e4981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24f39e4213394625" /><Relationship Type="http://schemas.openxmlformats.org/officeDocument/2006/relationships/notesMaster" Target="/ppt/notesMasters/notesMaster1.xml" Id="R48d96c7589134643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54f990cb72d34697" /><Relationship Type="http://schemas.openxmlformats.org/officeDocument/2006/relationships/notesMaster" Target="/ppt/notesMasters/notesMaster1.xml" Id="R5949c16866694f2f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b44aaa3193624ba3" /><Relationship Type="http://schemas.openxmlformats.org/officeDocument/2006/relationships/notesMaster" Target="/ppt/notesMasters/notesMaster1.xml" Id="R341b33667350428f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c8ba8eea284e4970" /><Relationship Type="http://schemas.openxmlformats.org/officeDocument/2006/relationships/notesMaster" Target="/ppt/notesMasters/notesMaster1.xml" Id="Ra4e6efeb07f043ff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d1302322761e469e" /><Relationship Type="http://schemas.openxmlformats.org/officeDocument/2006/relationships/notesMaster" Target="/ppt/notesMasters/notesMaster1.xml" Id="R76234ac9a1514bda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f7773dfc26834d77" /><Relationship Type="http://schemas.openxmlformats.org/officeDocument/2006/relationships/notesMaster" Target="/ppt/notesMasters/notesMaster1.xml" Id="R57219109b4674694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f0c655a23e02405f" /><Relationship Type="http://schemas.openxmlformats.org/officeDocument/2006/relationships/notesMaster" Target="/ppt/notesMasters/notesMaster1.xml" Id="R0c331fcdbb9642fa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f07034b482d34b23" /><Relationship Type="http://schemas.openxmlformats.org/officeDocument/2006/relationships/notesMaster" Target="/ppt/notesMasters/notesMaster1.xml" Id="Re4ef7b24921e442c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6354dc5521c5476b" /><Relationship Type="http://schemas.openxmlformats.org/officeDocument/2006/relationships/notesMaster" Target="/ppt/notesMasters/notesMaster1.xml" Id="R6c99bdf424ff4e3e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a9d2c565179042ce" /><Relationship Type="http://schemas.openxmlformats.org/officeDocument/2006/relationships/notesMaster" Target="/ppt/notesMasters/notesMaster1.xml" Id="Rd3ce832a9e864b23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7432a3eb16bf4d46" /><Relationship Type="http://schemas.openxmlformats.org/officeDocument/2006/relationships/notesMaster" Target="/ppt/notesMasters/notesMaster1.xml" Id="Rb1eb566a398c44e5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744d4a7d75d043d5" /><Relationship Type="http://schemas.openxmlformats.org/officeDocument/2006/relationships/notesMaster" Target="/ppt/notesMasters/notesMaster1.xml" Id="R10f1b6e224be4811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509e27a6ef3341a3" /><Relationship Type="http://schemas.openxmlformats.org/officeDocument/2006/relationships/notesMaster" Target="/ppt/notesMasters/notesMaster1.xml" Id="Rb75c1c7eb15d42f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19c70b3e04a44d88" /><Relationship Type="http://schemas.openxmlformats.org/officeDocument/2006/relationships/notesMaster" Target="/ppt/notesMasters/notesMaster1.xml" Id="R4b3b5fa46fbc492f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28b42d744fbf4f6c" /><Relationship Type="http://schemas.openxmlformats.org/officeDocument/2006/relationships/notesMaster" Target="/ppt/notesMasters/notesMaster1.xml" Id="R8e62a36a0a9e432e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189980d20372423b" /><Relationship Type="http://schemas.openxmlformats.org/officeDocument/2006/relationships/notesMaster" Target="/ppt/notesMasters/notesMaster1.xml" Id="R44b9696b426440ca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abfd1fbaef724618" /><Relationship Type="http://schemas.openxmlformats.org/officeDocument/2006/relationships/notesMaster" Target="/ppt/notesMasters/notesMaster1.xml" Id="R1dab8b6a87664470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811546343aae4350" /><Relationship Type="http://schemas.openxmlformats.org/officeDocument/2006/relationships/notesMaster" Target="/ppt/notesMasters/notesMaster1.xml" Id="Ref9a43306f584e14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647b29b211f84111" /><Relationship Type="http://schemas.openxmlformats.org/officeDocument/2006/relationships/notesMaster" Target="/ppt/notesMasters/notesMaster1.xml" Id="Rf3f843a48a3b47fc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1a5ce7db44a4421" /><Relationship Type="http://schemas.openxmlformats.org/officeDocument/2006/relationships/notesMaster" Target="/ppt/notesMasters/notesMaster1.xml" Id="Rc4fbe8227e114819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36f211f687934fa7" /><Relationship Type="http://schemas.openxmlformats.org/officeDocument/2006/relationships/notesMaster" Target="/ppt/notesMasters/notesMaster1.xml" Id="R22e94c40fa15444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af750f54667c4179" /><Relationship Type="http://schemas.openxmlformats.org/officeDocument/2006/relationships/notesMaster" Target="/ppt/notesMasters/notesMaster1.xml" Id="R8cc1ee64bd22460a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e2dea128fd384d78" /><Relationship Type="http://schemas.openxmlformats.org/officeDocument/2006/relationships/notesMaster" Target="/ppt/notesMasters/notesMaster1.xml" Id="R6bdd3b4f727e4c01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addd69d581154dba" /><Relationship Type="http://schemas.openxmlformats.org/officeDocument/2006/relationships/notesMaster" Target="/ppt/notesMasters/notesMaster1.xml" Id="Re78c8e1e47164db7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68c7e1819e17437a" /><Relationship Type="http://schemas.openxmlformats.org/officeDocument/2006/relationships/notesMaster" Target="/ppt/notesMasters/notesMaster1.xml" Id="R0318de8c281a48bf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641ac23fedfc4dbd" /><Relationship Type="http://schemas.openxmlformats.org/officeDocument/2006/relationships/notesMaster" Target="/ppt/notesMasters/notesMaster1.xml" Id="Rcfb17c99f58d4f36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fff764667be941ac" /><Relationship Type="http://schemas.openxmlformats.org/officeDocument/2006/relationships/notesMaster" Target="/ppt/notesMasters/notesMaster1.xml" Id="R68d6e24f5d5849b1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105d8804ac204c70" /><Relationship Type="http://schemas.openxmlformats.org/officeDocument/2006/relationships/notesMaster" Target="/ppt/notesMasters/notesMaster1.xml" Id="R53b7c8c6948d4d47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ccc61ba4c47c4ea7" /><Relationship Type="http://schemas.openxmlformats.org/officeDocument/2006/relationships/notesMaster" Target="/ppt/notesMasters/notesMaster1.xml" Id="R6c36fc0c82704b73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86db1d5dd7f24546" /><Relationship Type="http://schemas.openxmlformats.org/officeDocument/2006/relationships/notesMaster" Target="/ppt/notesMasters/notesMaster1.xml" Id="R87aa0b4d1b7740c5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efa188c95a994b06" /><Relationship Type="http://schemas.openxmlformats.org/officeDocument/2006/relationships/notesMaster" Target="/ppt/notesMasters/notesMaster1.xml" Id="Rfedf5e97f6b549df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a3fca5fd42d84a25" /><Relationship Type="http://schemas.openxmlformats.org/officeDocument/2006/relationships/notesMaster" Target="/ppt/notesMasters/notesMaster1.xml" Id="Rb0c44bc32cf84bfd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a9deca94aeff4a94" /><Relationship Type="http://schemas.openxmlformats.org/officeDocument/2006/relationships/notesMaster" Target="/ppt/notesMasters/notesMaster1.xml" Id="Ra1932791c26f4747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96fc374bd39c4625" /><Relationship Type="http://schemas.openxmlformats.org/officeDocument/2006/relationships/notesMaster" Target="/ppt/notesMasters/notesMaster1.xml" Id="R881dbca7a2a244a4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df41ac54be074530" /><Relationship Type="http://schemas.openxmlformats.org/officeDocument/2006/relationships/notesMaster" Target="/ppt/notesMasters/notesMaster1.xml" Id="R3e5b22a5456b4ffb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0c347ac82f98470a" /><Relationship Type="http://schemas.openxmlformats.org/officeDocument/2006/relationships/notesMaster" Target="/ppt/notesMasters/notesMaster1.xml" Id="R02aaa364c9414301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95ee3c2c2da841d4" /><Relationship Type="http://schemas.openxmlformats.org/officeDocument/2006/relationships/notesMaster" Target="/ppt/notesMasters/notesMaster1.xml" Id="R05f75a6af6f64db4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dab8b0106c764622" /><Relationship Type="http://schemas.openxmlformats.org/officeDocument/2006/relationships/notesMaster" Target="/ppt/notesMasters/notesMaster1.xml" Id="Rcafd0f6199184f75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47544ff47e3147b4" /><Relationship Type="http://schemas.openxmlformats.org/officeDocument/2006/relationships/notesMaster" Target="/ppt/notesMasters/notesMaster1.xml" Id="R421e7c03c74e4afb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40e905be618a4fb0" /><Relationship Type="http://schemas.openxmlformats.org/officeDocument/2006/relationships/notesMaster" Target="/ppt/notesMasters/notesMaster1.xml" Id="R8a99327b39124c69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69b399ef879a42a1" /><Relationship Type="http://schemas.openxmlformats.org/officeDocument/2006/relationships/notesMaster" Target="/ppt/notesMasters/notesMaster1.xml" Id="R6a19784cbc674de8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4d2f700107784caa" /><Relationship Type="http://schemas.openxmlformats.org/officeDocument/2006/relationships/notesMaster" Target="/ppt/notesMasters/notesMaster1.xml" Id="R3a80f6766fce4047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0788e613dcbd48d1" /><Relationship Type="http://schemas.openxmlformats.org/officeDocument/2006/relationships/notesMaster" Target="/ppt/notesMasters/notesMaster1.xml" Id="R5ab80683d3a24d1f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e0e2c16a7b9f41a3" /><Relationship Type="http://schemas.openxmlformats.org/officeDocument/2006/relationships/notesMaster" Target="/ppt/notesMasters/notesMaster1.xml" Id="R6803af254f894a7a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ae78a6b55f0944de" /><Relationship Type="http://schemas.openxmlformats.org/officeDocument/2006/relationships/notesMaster" Target="/ppt/notesMasters/notesMaster1.xml" Id="Ree6f7cbd7bc242d4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74f12a21567a4a78" /><Relationship Type="http://schemas.openxmlformats.org/officeDocument/2006/relationships/notesMaster" Target="/ppt/notesMasters/notesMaster1.xml" Id="R00e795a8a5ee400a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8006ea27ab674af6" /><Relationship Type="http://schemas.openxmlformats.org/officeDocument/2006/relationships/notesMaster" Target="/ppt/notesMasters/notesMaster1.xml" Id="Rc672fce2e7b54afc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ce1d6dfefbb449df" /><Relationship Type="http://schemas.openxmlformats.org/officeDocument/2006/relationships/notesMaster" Target="/ppt/notesMasters/notesMaster1.xml" Id="R41e5564c7e76457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326f3ec1717449e8" /><Relationship Type="http://schemas.openxmlformats.org/officeDocument/2006/relationships/notesMaster" Target="/ppt/notesMasters/notesMaster1.xml" Id="R965574a821a44981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28c8711c0d3242c3" /><Relationship Type="http://schemas.openxmlformats.org/officeDocument/2006/relationships/notesMaster" Target="/ppt/notesMasters/notesMaster1.xml" Id="R89f00d30d44348da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b2b0aee378404d90" /><Relationship Type="http://schemas.openxmlformats.org/officeDocument/2006/relationships/notesMaster" Target="/ppt/notesMasters/notesMaster1.xml" Id="R1e9b8c209d1c43fa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8a11ee18914b4db3" /><Relationship Type="http://schemas.openxmlformats.org/officeDocument/2006/relationships/notesMaster" Target="/ppt/notesMasters/notesMaster1.xml" Id="Rc1517632671e4b0a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54a975ebcad04d01" /><Relationship Type="http://schemas.openxmlformats.org/officeDocument/2006/relationships/notesMaster" Target="/ppt/notesMasters/notesMaster1.xml" Id="Rfa1a1e2177c54db1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f851b27ea06d49dc" /><Relationship Type="http://schemas.openxmlformats.org/officeDocument/2006/relationships/notesMaster" Target="/ppt/notesMasters/notesMaster1.xml" Id="Rd6f09054b6e44a41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d3dd5cd85402489c" /><Relationship Type="http://schemas.openxmlformats.org/officeDocument/2006/relationships/notesMaster" Target="/ppt/notesMasters/notesMaster1.xml" Id="R7648199a20f04d6f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5194fbe04c68449f" /><Relationship Type="http://schemas.openxmlformats.org/officeDocument/2006/relationships/notesMaster" Target="/ppt/notesMasters/notesMaster1.xml" Id="Re82285edf7a64271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3cbdf53b127e4e69" /><Relationship Type="http://schemas.openxmlformats.org/officeDocument/2006/relationships/notesMaster" Target="/ppt/notesMasters/notesMaster1.xml" Id="Rcd946b5b16cf497f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873514095472445b" /><Relationship Type="http://schemas.openxmlformats.org/officeDocument/2006/relationships/notesMaster" Target="/ppt/notesMasters/notesMaster1.xml" Id="Rc8f3520029384d2a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6342449dd7ac40d5" /><Relationship Type="http://schemas.openxmlformats.org/officeDocument/2006/relationships/notesMaster" Target="/ppt/notesMasters/notesMaster1.xml" Id="Rea8f547b40bb41c0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93f0910f4f164333" /><Relationship Type="http://schemas.openxmlformats.org/officeDocument/2006/relationships/notesMaster" Target="/ppt/notesMasters/notesMaster1.xml" Id="R4563b6a555ec4ff8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1e82e78e54e94646" /><Relationship Type="http://schemas.openxmlformats.org/officeDocument/2006/relationships/notesMaster" Target="/ppt/notesMasters/notesMaster1.xml" Id="Rc6d0b41fc46648ac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2aa6a2366584462f" /><Relationship Type="http://schemas.openxmlformats.org/officeDocument/2006/relationships/notesMaster" Target="/ppt/notesMasters/notesMaster1.xml" Id="R0a49a2b0d28643c2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8a96f70e35a24256" /><Relationship Type="http://schemas.openxmlformats.org/officeDocument/2006/relationships/notesMaster" Target="/ppt/notesMasters/notesMaster1.xml" Id="Rd6a7acc3d6494131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a942c5fff1ef45bc" /><Relationship Type="http://schemas.openxmlformats.org/officeDocument/2006/relationships/notesMaster" Target="/ppt/notesMasters/notesMaster1.xml" Id="R90a3dd823c664756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3fda50b82cbd4e42" /><Relationship Type="http://schemas.openxmlformats.org/officeDocument/2006/relationships/notesMaster" Target="/ppt/notesMasters/notesMaster1.xml" Id="Rf8dfe98f60f742dc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659909be20704d1d" /><Relationship Type="http://schemas.openxmlformats.org/officeDocument/2006/relationships/notesMaster" Target="/ppt/notesMasters/notesMaster1.xml" Id="Ra6856b6e5bc74620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54a1b747fdf142d0" /><Relationship Type="http://schemas.openxmlformats.org/officeDocument/2006/relationships/notesMaster" Target="/ppt/notesMasters/notesMaster1.xml" Id="R9962719f78944a84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8d6c82ea581e4b09" /><Relationship Type="http://schemas.openxmlformats.org/officeDocument/2006/relationships/notesMaster" Target="/ppt/notesMasters/notesMaster1.xml" Id="R79472ae528b940d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035637940e014938" /><Relationship Type="http://schemas.openxmlformats.org/officeDocument/2006/relationships/notesMaster" Target="/ppt/notesMasters/notesMaster1.xml" Id="R6a2e6b82cfa14203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6b8827e83bad45d3" /><Relationship Type="http://schemas.openxmlformats.org/officeDocument/2006/relationships/notesMaster" Target="/ppt/notesMasters/notesMaster1.xml" Id="Ra3425079afbf4a61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30b760c067424d8a" /><Relationship Type="http://schemas.openxmlformats.org/officeDocument/2006/relationships/notesMaster" Target="/ppt/notesMasters/notesMaster1.xml" Id="R3eeb442e29424d68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2e50c75b9646468e" /><Relationship Type="http://schemas.openxmlformats.org/officeDocument/2006/relationships/notesMaster" Target="/ppt/notesMasters/notesMaster1.xml" Id="Re871324425084e65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13181162694141b9" /><Relationship Type="http://schemas.openxmlformats.org/officeDocument/2006/relationships/notesMaster" Target="/ppt/notesMasters/notesMaster1.xml" Id="R61dd9753c1404b16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cbc742b9de92452c" /><Relationship Type="http://schemas.openxmlformats.org/officeDocument/2006/relationships/notesMaster" Target="/ppt/notesMasters/notesMaster1.xml" Id="Re2a3c63f1a1f4c3d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6fb4232ac9b84f06" /><Relationship Type="http://schemas.openxmlformats.org/officeDocument/2006/relationships/notesMaster" Target="/ppt/notesMasters/notesMaster1.xml" Id="R749586fc39244d48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38138429959248c1" /><Relationship Type="http://schemas.openxmlformats.org/officeDocument/2006/relationships/notesMaster" Target="/ppt/notesMasters/notesMaster1.xml" Id="R4e2aec8dc93b46f0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d7ea0b921e6f41ee" /><Relationship Type="http://schemas.openxmlformats.org/officeDocument/2006/relationships/notesMaster" Target="/ppt/notesMasters/notesMaster1.xml" Id="Rd0f9069a35414461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25db492672064ebd" /><Relationship Type="http://schemas.openxmlformats.org/officeDocument/2006/relationships/notesMaster" Target="/ppt/notesMasters/notesMaster1.xml" Id="R80ce4f338c464dfc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77be52fbc4454a10" /><Relationship Type="http://schemas.openxmlformats.org/officeDocument/2006/relationships/notesMaster" Target="/ppt/notesMasters/notesMaster1.xml" Id="Rc7a0758dd7064368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df482f9ed07d4da8" /><Relationship Type="http://schemas.openxmlformats.org/officeDocument/2006/relationships/notesMaster" Target="/ppt/notesMasters/notesMaster1.xml" Id="Ree1f54c9f9074b8b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1e4d11b0b03b4b98" /><Relationship Type="http://schemas.openxmlformats.org/officeDocument/2006/relationships/notesMaster" Target="/ppt/notesMasters/notesMaster1.xml" Id="R5e409e15720843f5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e8f86575b73c46b3" /><Relationship Type="http://schemas.openxmlformats.org/officeDocument/2006/relationships/notesMaster" Target="/ppt/notesMasters/notesMaster1.xml" Id="Rd0a7c0d80eb24faa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db07926581d64d3a" /><Relationship Type="http://schemas.openxmlformats.org/officeDocument/2006/relationships/notesMaster" Target="/ppt/notesMasters/notesMaster1.xml" Id="R5e926df7fe714bbc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6ad240fa27f74113" /><Relationship Type="http://schemas.openxmlformats.org/officeDocument/2006/relationships/notesMaster" Target="/ppt/notesMasters/notesMaster1.xml" Id="Rc15ae1d8a8f64969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388f1e7ae495418e" /><Relationship Type="http://schemas.openxmlformats.org/officeDocument/2006/relationships/notesMaster" Target="/ppt/notesMasters/notesMaster1.xml" Id="R59b4f2e1e2674ee4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7b680249bb924d8d" /><Relationship Type="http://schemas.openxmlformats.org/officeDocument/2006/relationships/notesMaster" Target="/ppt/notesMasters/notesMaster1.xml" Id="Rabcd92a9389a47e8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578daf1480504999" /><Relationship Type="http://schemas.openxmlformats.org/officeDocument/2006/relationships/notesMaster" Target="/ppt/notesMasters/notesMaster1.xml" Id="R13c97b5d0c21465a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0ac5304bd2c941f9" /><Relationship Type="http://schemas.openxmlformats.org/officeDocument/2006/relationships/notesMaster" Target="/ppt/notesMasters/notesMaster1.xml" Id="Rc363bf7e209340df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6f97e2432dee4e06" /><Relationship Type="http://schemas.openxmlformats.org/officeDocument/2006/relationships/notesMaster" Target="/ppt/notesMasters/notesMaster1.xml" Id="Rc73cc0e7d3f84ccb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7e13a685148c4f10" /><Relationship Type="http://schemas.openxmlformats.org/officeDocument/2006/relationships/notesMaster" Target="/ppt/notesMasters/notesMaster1.xml" Id="Re0e7048c71b148c3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aaef658e26794608" /><Relationship Type="http://schemas.openxmlformats.org/officeDocument/2006/relationships/notesMaster" Target="/ppt/notesMasters/notesMaster1.xml" Id="Re6ca4528ff174ea2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5afa50fd351b4bf3" /><Relationship Type="http://schemas.openxmlformats.org/officeDocument/2006/relationships/notesMaster" Target="/ppt/notesMasters/notesMaster1.xml" Id="R3925573c3aca4b9e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a9b77cae2e6e4452" /><Relationship Type="http://schemas.openxmlformats.org/officeDocument/2006/relationships/notesMaster" Target="/ppt/notesMasters/notesMaster1.xml" Id="R49587782afab43e1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6b5b1a69a35347a9" /><Relationship Type="http://schemas.openxmlformats.org/officeDocument/2006/relationships/notesMaster" Target="/ppt/notesMasters/notesMaster1.xml" Id="Ra89f915df5494823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e888bdf3062f47a2" /><Relationship Type="http://schemas.openxmlformats.org/officeDocument/2006/relationships/notesMaster" Target="/ppt/notesMasters/notesMaster1.xml" Id="R184acf590b67480b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ba0de62fb90f4117" /><Relationship Type="http://schemas.openxmlformats.org/officeDocument/2006/relationships/notesMaster" Target="/ppt/notesMasters/notesMaster1.xml" Id="R766e2b6dfd0443cc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bbcbd99f953d4457" /><Relationship Type="http://schemas.openxmlformats.org/officeDocument/2006/relationships/notesMaster" Target="/ppt/notesMasters/notesMaster1.xml" Id="R9f1e1eaa7825470d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ccfe42263ad7427b" /><Relationship Type="http://schemas.openxmlformats.org/officeDocument/2006/relationships/notesMaster" Target="/ppt/notesMasters/notesMaster1.xml" Id="R4e5a15a741544f06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8f521971a57a4cfb" /><Relationship Type="http://schemas.openxmlformats.org/officeDocument/2006/relationships/notesMaster" Target="/ppt/notesMasters/notesMaster1.xml" Id="R15b30aafa4434ec5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ad215f5b9f44498d" /><Relationship Type="http://schemas.openxmlformats.org/officeDocument/2006/relationships/notesMaster" Target="/ppt/notesMasters/notesMaster1.xml" Id="Rd2631856ab484cd4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1f9644a9a0164f7b" /><Relationship Type="http://schemas.openxmlformats.org/officeDocument/2006/relationships/notesMaster" Target="/ppt/notesMasters/notesMaster1.xml" Id="R6a2abe884ec84993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b323bd03025a4647" /><Relationship Type="http://schemas.openxmlformats.org/officeDocument/2006/relationships/notesMaster" Target="/ppt/notesMasters/notesMaster1.xml" Id="R31790f9c654a4532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183839e23ce24456" /><Relationship Type="http://schemas.openxmlformats.org/officeDocument/2006/relationships/notesMaster" Target="/ppt/notesMasters/notesMaster1.xml" Id="Rfc20756f856945da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dbcdf87c9fe742b7" /><Relationship Type="http://schemas.openxmlformats.org/officeDocument/2006/relationships/notesMaster" Target="/ppt/notesMasters/notesMaster1.xml" Id="R410d6f50d6f24f65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0af9a600e5b54380" /><Relationship Type="http://schemas.openxmlformats.org/officeDocument/2006/relationships/notesMaster" Target="/ppt/notesMasters/notesMaster1.xml" Id="R1270ae38eb164f67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35e8e1df90c8455f" /><Relationship Type="http://schemas.openxmlformats.org/officeDocument/2006/relationships/notesMaster" Target="/ppt/notesMasters/notesMaster1.xml" Id="Rd5a57e865ee844ca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8718fcd8868b42a7" /><Relationship Type="http://schemas.openxmlformats.org/officeDocument/2006/relationships/notesMaster" Target="/ppt/notesMasters/notesMaster1.xml" Id="R57dc1ef38fbe445b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d7847cea77224936" /><Relationship Type="http://schemas.openxmlformats.org/officeDocument/2006/relationships/notesMaster" Target="/ppt/notesMasters/notesMaster1.xml" Id="Rcd0c7dcec9ca4c7f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1e6e3eb6a3794252" /><Relationship Type="http://schemas.openxmlformats.org/officeDocument/2006/relationships/notesMaster" Target="/ppt/notesMasters/notesMaster1.xml" Id="Rcb6570f6ff6741ba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1f044f4ffed94564" /><Relationship Type="http://schemas.openxmlformats.org/officeDocument/2006/relationships/notesMaster" Target="/ppt/notesMasters/notesMaster1.xml" Id="R4ac068c482264dd6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8ca6d0278fec4ec1" /><Relationship Type="http://schemas.openxmlformats.org/officeDocument/2006/relationships/notesMaster" Target="/ppt/notesMasters/notesMaster1.xml" Id="R079d1cfe35d442e3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c16708094f7045ce" /><Relationship Type="http://schemas.openxmlformats.org/officeDocument/2006/relationships/notesMaster" Target="/ppt/notesMasters/notesMaster1.xml" Id="Rc75b0642ffcf4829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b9a1865c440444a2" /><Relationship Type="http://schemas.openxmlformats.org/officeDocument/2006/relationships/notesMaster" Target="/ppt/notesMasters/notesMaster1.xml" Id="R67a55f7cd7f5401f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2dcaffaf94d64258" /><Relationship Type="http://schemas.openxmlformats.org/officeDocument/2006/relationships/notesMaster" Target="/ppt/notesMasters/notesMaster1.xml" Id="Ref1d9e6ecbf94367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e19361a4c2d14256" /><Relationship Type="http://schemas.openxmlformats.org/officeDocument/2006/relationships/notesMaster" Target="/ppt/notesMasters/notesMaster1.xml" Id="R721864d0888e4146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c0b6610dc82a480c" /><Relationship Type="http://schemas.openxmlformats.org/officeDocument/2006/relationships/notesMaster" Target="/ppt/notesMasters/notesMaster1.xml" Id="R1f332870ae884695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37b6404c34cd4db4" /><Relationship Type="http://schemas.openxmlformats.org/officeDocument/2006/relationships/notesMaster" Target="/ppt/notesMasters/notesMaster1.xml" Id="Rc5bf444dd90f40b9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5319941de4974b74" /><Relationship Type="http://schemas.openxmlformats.org/officeDocument/2006/relationships/notesMaster" Target="/ppt/notesMasters/notesMaster1.xml" Id="R087337fb58564c39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1f1d1d7215ad4edc" /><Relationship Type="http://schemas.openxmlformats.org/officeDocument/2006/relationships/notesMaster" Target="/ppt/notesMasters/notesMaster1.xml" Id="Rb5e8a7b01b0b4b6c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a1276d84d4e647f5" /><Relationship Type="http://schemas.openxmlformats.org/officeDocument/2006/relationships/notesMaster" Target="/ppt/notesMasters/notesMaster1.xml" Id="Ra8ef042e32104421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cc3387b742d54c3d" /><Relationship Type="http://schemas.openxmlformats.org/officeDocument/2006/relationships/notesMaster" Target="/ppt/notesMasters/notesMaster1.xml" Id="R2cf83fd970a14a43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3537968ca1904fc5" /><Relationship Type="http://schemas.openxmlformats.org/officeDocument/2006/relationships/notesMaster" Target="/ppt/notesMasters/notesMaster1.xml" Id="R07c539b76f80453f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e5e3cf5aefd147c6" /><Relationship Type="http://schemas.openxmlformats.org/officeDocument/2006/relationships/notesMaster" Target="/ppt/notesMasters/notesMaster1.xml" Id="R232eb025db134f46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dee386be97fc4e4e" /><Relationship Type="http://schemas.openxmlformats.org/officeDocument/2006/relationships/notesMaster" Target="/ppt/notesMasters/notesMaster1.xml" Id="Rb5161a4bfe0c44b9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a070047d310f40fb" /><Relationship Type="http://schemas.openxmlformats.org/officeDocument/2006/relationships/notesMaster" Target="/ppt/notesMasters/notesMaster1.xml" Id="R256e5c7930fe4420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c091fc06700341b5" /><Relationship Type="http://schemas.openxmlformats.org/officeDocument/2006/relationships/notesMaster" Target="/ppt/notesMasters/notesMaster1.xml" Id="Rf4ee032694eb4b56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b3242234fe6144f0" /><Relationship Type="http://schemas.openxmlformats.org/officeDocument/2006/relationships/notesMaster" Target="/ppt/notesMasters/notesMaster1.xml" Id="Re94586eba7fd49e1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96bdbba296d542a8" /><Relationship Type="http://schemas.openxmlformats.org/officeDocument/2006/relationships/notesMaster" Target="/ppt/notesMasters/notesMaster1.xml" Id="R245b2b3dd82f4657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91c5c782afb44d76" /><Relationship Type="http://schemas.openxmlformats.org/officeDocument/2006/relationships/notesMaster" Target="/ppt/notesMasters/notesMaster1.xml" Id="R415bd6f4d8164055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bc083bc278984873" /><Relationship Type="http://schemas.openxmlformats.org/officeDocument/2006/relationships/notesMaster" Target="/ppt/notesMasters/notesMaster1.xml" Id="R97c9536a2f3949fd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cb8408ec17ea4902" /><Relationship Type="http://schemas.openxmlformats.org/officeDocument/2006/relationships/notesMaster" Target="/ppt/notesMasters/notesMaster1.xml" Id="R4ece66f524e74818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c4ec835bdbe0426b" /><Relationship Type="http://schemas.openxmlformats.org/officeDocument/2006/relationships/notesMaster" Target="/ppt/notesMasters/notesMaster1.xml" Id="R4681ff5084194459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caeed9e940f64a3d" /><Relationship Type="http://schemas.openxmlformats.org/officeDocument/2006/relationships/notesMaster" Target="/ppt/notesMasters/notesMaster1.xml" Id="R46967ef1fde34869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c9a8b0c63aef4a1f" /><Relationship Type="http://schemas.openxmlformats.org/officeDocument/2006/relationships/notesMaster" Target="/ppt/notesMasters/notesMaster1.xml" Id="R7ac07e4aacde4cfa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59862ab23c314361" /><Relationship Type="http://schemas.openxmlformats.org/officeDocument/2006/relationships/notesMaster" Target="/ppt/notesMasters/notesMaster1.xml" Id="R613a54740dc24b08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9c4fa05950c14ff8" /><Relationship Type="http://schemas.openxmlformats.org/officeDocument/2006/relationships/notesMaster" Target="/ppt/notesMasters/notesMaster1.xml" Id="Rd2464563fd8f484d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7adce5b680b549c3" /><Relationship Type="http://schemas.openxmlformats.org/officeDocument/2006/relationships/notesMaster" Target="/ppt/notesMasters/notesMaster1.xml" Id="R25f4dfaa37794d8f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884d39c4d7f94dfa" /><Relationship Type="http://schemas.openxmlformats.org/officeDocument/2006/relationships/notesMaster" Target="/ppt/notesMasters/notesMaster1.xml" Id="R29acd2a2c4d34008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8311a18767b948db" /><Relationship Type="http://schemas.openxmlformats.org/officeDocument/2006/relationships/notesMaster" Target="/ppt/notesMasters/notesMaster1.xml" Id="Rc74f68dab85f4d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C:\Users\josez\OneDrive\Desktop\EPGE\climate_migration\code\polocentro_es\amcs_munis_summary_mean_comparisons.py</a:t>
            </a:r>
          </a:p>
          <a:p xmlns:a="http://schemas.openxmlformats.org/drawingml/2006/main">
            <a:r>
              <a:t>- C:\Users\josez\OneDrive\Desktop\EPGE\climate_migration\figs\treatment_control_comparisons\analysis_manifest.json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comparisons are exploratory summaries, not causal estimates.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C:\Users\josez\OneDrive\Desktop\EPGE\climate_migration\code\polocentro_es\amcs_munis_summary_mean_comparisons.py</a:t>
            </a:r>
          </a:p>
          <a:p xmlns:a="http://schemas.openxmlformats.org/drawingml/2006/main">
            <a:r>
              <a:t>- C:\Users\josez\OneDrive\Desktop\EPGE\climate_migration\figs\treatment_control_comparisons\analysis_manifest.json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C:\Users\josez\OneDrive\Desktop\EPGE\climate_migration\figs\treatment_control_comparisons\polocentro_operational_any_overlap\amc\tables\weighted_interstate_migrants.csv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C:\Users\josez\OneDrive\Desktop\EPGE\climate_migration\figs\treatment_control_comparisons\polocentro_operational_any_overlap\amc\plots\weighted_interstate_migrants.png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C:\Users\josez\OneDrive\Desktop\EPGE\climate_migration\figs\treatment_control_comparisons\polocentro_operational_any_overlap\amc\tables\weighted_interstate_migrants.csv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C:\Users\josez\OneDrive\Desktop\EPGE\climate_migration\figs\treatment_control_comparisons\polocentro_operational_any_overlap\amc\tables\weighted_interstate_migrants.tex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C:\Users\josez\OneDrive\Desktop\EPGE\climate_migration\figs\treatment_control_comparisons\polocentro_operational_any_overlap\amc\plots\interstate_migrant_share_of_destination_age5plus.png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C:\Users\josez\OneDrive\Desktop\EPGE\climate_migration\figs\treatment_control_comparisons\polocentro_operational_any_overlap\amc\tables\interstate_migrant_share_of_destination_age5plus.csv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C:\Users\josez\OneDrive\Desktop\EPGE\climate_migration\figs\treatment_control_comparisons\polocentro_operational_any_overlap\amc\tables\interstate_migrant_share_of_destination_age5plus.tex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C:\Users\josez\OneDrive\Desktop\EPGE\climate_migration\figs\treatment_control_comparisons\polocentro_operational_any_overlap\amc\plots\education_fundamental_share_age25plus.png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C:\Users\josez\OneDrive\Desktop\EPGE\climate_migration\figs\treatment_control_comparisons\polocentro_operational_any_overlap\amc\plots\education_less_fundamental_share_age25plus.png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C:\Users\josez\OneDrive\Desktop\EPGE\climate_migration\figs\treatment_control_comparisons\polocentro_operational_any_overlap\amc\tables\education_less_fundamental_share_age25plus.csv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C:\Users\josez\OneDrive\Desktop\EPGE\climate_migration\figs\treatment_control_comparisons\polocentro_operational_any_overlap\amc\tables\education_less_fundamental_share_age25plus.tex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C:\Users\josez\OneDrive\Desktop\EPGE\climate_migration\figs\treatment_control_comparisons\polocentro_operational_any_overlap\amc\plots\education_secondary_share_age25plus.png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C:\Users\josez\OneDrive\Desktop\EPGE\climate_migration\figs\treatment_control_comparisons\polocentro_operational_any_overlap\amc\tables\education_secondary_share_age25plus.csv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C:\Users\josez\OneDrive\Desktop\EPGE\climate_migration\figs\treatment_control_comparisons\polocentro_operational_any_overlap\amc\tables\education_secondary_share_age25plus.tex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C:\Users\josez\OneDrive\Desktop\EPGE\climate_migration\figs\treatment_control_comparisons\polocentro_operational_any_overlap\amc\plots\education_tertiary_share_age25plus.png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C:\Users\josez\OneDrive\Desktop\EPGE\climate_migration\figs\treatment_control_comparisons\polocentro_operational_any_overlap\amc\tables\education_tertiary_share_age25plus.csv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C:\Users\josez\OneDrive\Desktop\EPGE\climate_migration\figs\treatment_control_comparisons\polocentro_operational_any_overlap\amc\tables\education_tertiary_share_age25plus.tex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C:\Users\josez\OneDrive\Desktop\EPGE\climate_migration\figs\treatment_control_comparisons\polocentro_operational_any_overlap\amc\plots\literacy_share_age15plus.png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C:\Users\josez\OneDrive\Desktop\EPGE\climate_migration\figs\treatment_control_comparisons\polocentro_operational_any_overlap\amc\tables\literacy_share_age15plus.csv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C:\Users\josez\OneDrive\Desktop\EPGE\climate_migration\figs\treatment_control_comparisons\polocentro_operational_any_overlap\amc\tables\literacy_share_age15plus.tex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C:\Users\josez\OneDrive\Desktop\EPGE\climate_migration\figs\treatment_control_comparisons\polocentro_operational_any_overlap\amc\plots\mean_education_years_age25plus.png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C:\Users\josez\OneDrive\Desktop\EPGE\climate_migration\figs\treatment_control_comparisons\polocentro_operational_any_overlap\amc\tables\mean_education_years_age25plus.csv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C:\Users\josez\OneDrive\Desktop\EPGE\climate_migration\figs\treatment_control_comparisons\polocentro_operational_any_overlap\amc\tables\mean_education_years_age25plus.tex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C:\Users\josez\OneDrive\Desktop\EPGE\climate_migration\figs\treatment_control_comparisons\polocentro_operational_any_overlap\amc\plots\employment_share_age15plus.png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C:\Users\josez\OneDrive\Desktop\EPGE\climate_migration\figs\treatment_control_comparisons\polocentro_operational_any_overlap\amc\tables\employment_share_age15plus.csv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C:\Users\josez\OneDrive\Desktop\EPGE\climate_migration\figs\treatment_control_comparisons\polocentro_operational_any_overlap\amc\tables\employment_share_age15plus.tex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C:\Users\josez\OneDrive\Desktop\EPGE\climate_migration\figs\treatment_control_comparisons\polocentro_operational_any_overlap\amc\plots\labor_force_share_age15plus.png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C:\Users\josez\OneDrive\Desktop\EPGE\climate_migration\figs\treatment_control_comparisons\polocentro_operational_any_overlap\amc\tables\labor_force_share_age15plus.csv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C:\Users\josez\OneDrive\Desktop\EPGE\climate_migration\figs\treatment_control_comparisons\polocentro_operational_any_overlap\amc\tables\labor_force_share_age15plus.tex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C:\Users\josez\OneDrive\Desktop\EPGE\climate_migration\figs\treatment_control_comparisons\polocentro_operational_any_overlap\amc\plots\electricity_share.png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C:\Users\josez\OneDrive\Desktop\EPGE\climate_migration\figs\treatment_control_comparisons\polocentro_operational_any_overlap\amc\tables\electricity_share.csv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C:\Users\josez\OneDrive\Desktop\EPGE\climate_migration\figs\treatment_control_comparisons\polocentro_operational_any_overlap\amc\tables\electricity_share.tex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C:\Users\josez\OneDrive\Desktop\EPGE\climate_migration\figs\treatment_control_comparisons\polocentro_operational_any_overlap\amc\plots\automobile_share.png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C:\Users\josez\OneDrive\Desktop\EPGE\climate_migration\figs\treatment_control_comparisons\polocentro_operational_any_overlap\amc\tables\automobile_share.csv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C:\Users\josez\OneDrive\Desktop\EPGE\climate_migration\figs\treatment_control_comparisons\polocentro_operational_any_overlap\amc\tables\automobile_share.tex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C:\Users\josez\OneDrive\Desktop\EPGE\climate_migration\figs\treatment_control_comparisons\polocentro_operational_any_overlap\amc\plots\mean_bathrooms.png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C:\Users\josez\OneDrive\Desktop\EPGE\climate_migration\figs\treatment_control_comparisons\polocentro_operational_any_overlap\amc\tables\mean_bathrooms.csv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C:\Users\josez\OneDrive\Desktop\EPGE\climate_migration\figs\treatment_control_comparisons\polocentro_operational_any_overlap\amc\tables\mean_bathrooms.tex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C:\Users\josez\OneDrive\Desktop\EPGE\climate_migration\figs\treatment_control_comparisons\polocentro_operational_any_overlap\amc\plots\mean_bedrooms.png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C:\Users\josez\OneDrive\Desktop\EPGE\climate_migration\figs\treatment_control_comparisons\polocentro_operational_any_overlap\amc\tables\mean_bedrooms.csv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C:\Users\josez\OneDrive\Desktop\EPGE\climate_migration\figs\treatment_control_comparisons\polocentro_operational_any_overlap\amc\tables\mean_bedrooms.tex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C:\Users\josez\OneDrive\Desktop\EPGE\climate_migration\figs\treatment_control_comparisons\polocentro_operational_any_overlap\amc\plots\mean_rooms.png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C:\Users\josez\OneDrive\Desktop\EPGE\climate_migration\figs\treatment_control_comparisons\polocentro_operational_any_overlap\amc\plots\refrigerator_share.png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C:\Users\josez\OneDrive\Desktop\EPGE\climate_migration\figs\treatment_control_comparisons\polocentro_operational_any_overlap\amc\tables\refrigerator_share.csv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C:\Users\josez\OneDrive\Desktop\EPGE\climate_migration\figs\treatment_control_comparisons\polocentro_operational_any_overlap\amc\tables\refrigerator_share.tex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C:\Users\josez\OneDrive\Desktop\EPGE\climate_migration\figs\treatment_control_comparisons\polocentro_operational_any_overlap\amc\plots\zero_income_share_age15plus.png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C:\Users\josez\OneDrive\Desktop\EPGE\climate_migration\figs\treatment_control_comparisons\polocentro_operational_any_overlap\amc\tables\zero_income_share_age15plus.csv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C:\Users\josez\OneDrive\Desktop\EPGE\climate_migration\figs\treatment_control_comparisons\polocentro_operational_any_overlap\amc\tables\zero_income_share_age15plus.tex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C:\Users\josez\OneDrive\Desktop\EPGE\climate_migration\figs\treatment_control_comparisons\polocentro_operational_any_overlap\amc\plots\positive_income_q1_share_age15plus.png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C:\Users\josez\OneDrive\Desktop\EPGE\climate_migration\figs\treatment_control_comparisons\polocentro_operational_any_overlap\amc\tables\positive_income_q1_share_age15plus.csv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C:\Users\josez\OneDrive\Desktop\EPGE\climate_migration\figs\treatment_control_comparisons\polocentro_operational_any_overlap\amc\tables\positive_income_q1_share_age15plus.tex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C:\Users\josez\OneDrive\Desktop\EPGE\climate_migration\figs\treatment_control_comparisons\polocentro_operational_any_overlap\amc\plots\positive_income_q2_share_age15plus.png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C:\Users\josez\OneDrive\Desktop\EPGE\climate_migration\figs\treatment_control_comparisons\polocentro_operational_any_overlap\amc\tables\positive_income_q2_share_age15plus.csv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C:\Users\josez\OneDrive\Desktop\EPGE\climate_migration\figs\treatment_control_comparisons\polocentro_operational_any_overlap\amc\tables\positive_income_q2_share_age15plus.tex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C:\Users\josez\OneDrive\Desktop\EPGE\climate_migration\figs\treatment_control_comparisons\polocentro_operational_any_overlap\amc\plots\positive_income_q3_share_age15plus.png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C:\Users\josez\OneDrive\Desktop\EPGE\climate_migration\figs\treatment_control_comparisons\polocentro_operational_any_overlap\amc\tables\positive_income_q3_share_age15plus.csv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C:\Users\josez\OneDrive\Desktop\EPGE\climate_migration\figs\treatment_control_comparisons\polocentro_operational_any_overlap\amc\tables\positive_income_q3_share_age15plus.tex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C:\Users\josez\OneDrive\Desktop\EPGE\climate_migration\figs\treatment_control_comparisons\polocentro_operational_any_overlap\amc\plots\positive_income_q4_share_age15plus.png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C:\Users\josez\OneDrive\Desktop\EPGE\climate_migration\figs\treatment_control_comparisons\polocentro_operational_any_overlap\amc\tables\positive_income_q4_share_age15plus.csv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C:\Users\josez\OneDrive\Desktop\EPGE\climate_migration\figs\treatment_control_comparisons\polocentro_operational_any_overlap\amc\tables\positive_income_q4_share_age15plus.tex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C:\Users\josez\OneDrive\Desktop\EPGE\climate_migration\figs\treatment_control_comparisons\polocentro_operational_any_overlap\amc\plots\positive_income_q5_share_age15plus.png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C:\Users\josez\OneDrive\Desktop\EPGE\climate_migration\figs\treatment_control_comparisons\polocentro_operational_any_overlap\amc\tables\positive_income_q5_share_age15plus.csv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C:\Users\josez\OneDrive\Desktop\EPGE\climate_migration\figs\treatment_control_comparisons\polocentro_operational_any_overlap\amc\tables\positive_income_q5_share_age15plus.tex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C:\Users\josez\OneDrive\Desktop\EPGE\climate_migration\figs\treatment_control_comparisons\polocentro_operational_any_overlap\amc\plots\weighted_population.png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C:\Users\josez\OneDrive\Desktop\EPGE\climate_migration\figs\treatment_control_comparisons\polocentro_operational_any_overlap\amc\tables\weighted_population.csv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C:\Users\josez\OneDrive\Desktop\EPGE\climate_migration\figs\treatment_control_comparisons\polocentro_operational_any_overlap\amc\tables\weighted_population.tex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C:\Users\josez\OneDrive\Desktop\EPGE\climate_migration\figs\treatment_control_comparisons\polocentro_operational_any_overlap\amc\plots\female_share.png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C:\Users\josez\OneDrive\Desktop\EPGE\climate_migration\figs\treatment_control_comparisons\polocentro_operational_any_overlap\amc\tables\female_share.csv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C:\Users\josez\OneDrive\Desktop\EPGE\climate_migration\figs\treatment_control_comparisons\polocentro_operational_any_overlap\amc\tables\female_share.tex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C:\Users\josez\OneDrive\Desktop\EPGE\climate_migration\figs\treatment_control_comparisons\polocentro_operational_any_overlap\amc\plots\race_asian_share.png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C:\Users\josez\OneDrive\Desktop\EPGE\climate_migration\figs\treatment_control_comparisons\polocentro_operational_any_overlap\amc\tables\race_asian_share.csv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C:\Users\josez\OneDrive\Desktop\EPGE\climate_migration\figs\treatment_control_comparisons\polocentro_operational_any_overlap\amc\tables\race_asian_share.tex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C:\Users\josez\OneDrive\Desktop\EPGE\climate_migration\figs\treatment_control_comparisons\polocentro_operational_any_overlap\amc\plots\race_black_share.png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C:\Users\josez\OneDrive\Desktop\EPGE\climate_migration\figs\treatment_control_comparisons\polocentro_operational_any_overlap\amc\tables\race_black_share.csv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C:\Users\josez\OneDrive\Desktop\EPGE\climate_migration\figs\treatment_control_comparisons\polocentro_operational_any_overlap\amc\tables\race_black_share.tex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C:\Users\josez\OneDrive\Desktop\EPGE\climate_migration\figs\treatment_control_comparisons\polocentro_operational_any_overlap\amc\plots\race_indigenous_share.png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C:\Users\josez\OneDrive\Desktop\EPGE\climate_migration\figs\treatment_control_comparisons\polocentro_operational_any_overlap\amc\tables\race_indigenous_share.csv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C:\Users\josez\OneDrive\Desktop\EPGE\climate_migration\figs\treatment_control_comparisons\polocentro_operational_any_overlap\amc\tables\race_indigenous_share.tex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C:\Users\josez\OneDrive\Desktop\EPGE\climate_migration\figs\treatment_control_comparisons\polocentro_operational_any_overlap\amc\plots\race_pardo_share.png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C:\Users\josez\OneDrive\Desktop\EPGE\climate_migration\figs\treatment_control_comparisons\polocentro_operational_any_overlap\amc\tables\race_pardo_share.csv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C:\Users\josez\OneDrive\Desktop\EPGE\climate_migration\figs\treatment_control_comparisons\polocentro_operational_any_overlap\amc\tables\race_pardo_share.tex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C:\Users\josez\OneDrive\Desktop\EPGE\climate_migration\figs\treatment_control_comparisons\polocentro_operational_any_overlap\amc\plots\race_white_share.png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C:\Users\josez\OneDrive\Desktop\EPGE\climate_migration\figs\treatment_control_comparisons\polocentro_operational_any_overlap\amc\tables\race_white_share.csv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C:\Users\josez\OneDrive\Desktop\EPGE\climate_migration\figs\treatment_control_comparisons\polocentro_operational_any_overlap\amc\tables\race_white_share.tex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C:\Users\josez\OneDrive\Desktop\EPGE\climate_migration\figs\treatment_control_comparisons\polocentro_operational_any_overlap\amc\plots\mean_household_size.png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C:\Users\josez\OneDrive\Desktop\EPGE\climate_migration\figs\treatment_control_comparisons\polocentro_operational_any_overlap\amc\tables\mean_household_size.csv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C:\Users\josez\OneDrive\Desktop\EPGE\climate_migration\figs\treatment_control_comparisons\polocentro_operational_any_overlap\amc\tables\mean_household_size.tex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C:\Users\josez\OneDrive\Desktop\EPGE\climate_migration\figs\treatment_control_comparisons\polocentro_operational_any_overlap\amc\plots\urban_share.png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C:\Users\josez\OneDrive\Desktop\EPGE\climate_migration\figs\treatment_control_comparisons\polocentro_operational_any_overlap\amc\tables\urban_share.csv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C:\Users\josez\OneDrive\Desktop\EPGE\climate_migration\figs\treatment_control_comparisons\polocentro_operational_any_overlap\amc\tables\urban_share.tex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C:\Users\josez\OneDrive\Desktop\EPGE\climate_migration\figs\treatment_control_comparisons\polocentro_operational_any_overlap\amc\plots\mean_age.png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C:\Users\josez\OneDrive\Desktop\EPGE\climate_migration\figs\treatment_control_comparisons\polocentro_operational_any_overlap\amc\tables\mean_age.csv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C:\Users\josez\OneDrive\Desktop\EPGE\climate_migration\figs\treatment_control_comparisons\polocentro_operational_any_overlap\amc\tables\mean_age.tex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C:\Users\josez\OneDrive\Desktop\EPGE\climate_migration\figs\treatment_control_comparisons\polocentro_operational_any_overlap\amc\plots\share_age_0_4.png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C:\Users\josez\OneDrive\Desktop\EPGE\climate_migration\figs\treatment_control_comparisons\polocentro_operational_any_overlap\amc\tables\share_age_0_4.csv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C:\Users\josez\OneDrive\Desktop\EPGE\climate_migration\figs\treatment_control_comparisons\polocentro_operational_any_overlap\amc\tables\share_age_0_4.tex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C:\Users\josez\OneDrive\Desktop\EPGE\climate_migration\figs\treatment_control_comparisons\polocentro_operational_any_overlap\amc\plots\share_age_15_24.png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C:\Users\josez\OneDrive\Desktop\EPGE\climate_migration\figs\treatment_control_comparisons\polocentro_operational_any_overlap\amc\tables\share_age_15_24.csv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C:\Users\josez\OneDrive\Desktop\EPGE\climate_migration\figs\treatment_control_comparisons\polocentro_operational_any_overlap\amc\tables\share_age_15_24.tex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C:\Users\josez\OneDrive\Desktop\EPGE\climate_migration\figs\treatment_control_comparisons\polocentro_operational_any_overlap\amc\plots\share_age_25_64.png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C:\Users\josez\OneDrive\Desktop\EPGE\climate_migration\figs\treatment_control_comparisons\polocentro_operational_any_overlap\amc\tables\share_age_25_64.csv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C:\Users\josez\OneDrive\Desktop\EPGE\climate_migration\figs\treatment_control_comparisons\polocentro_operational_any_overlap\amc\tables\share_age_25_64.tex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C:\Users\josez\OneDrive\Desktop\EPGE\climate_migration\figs\treatment_control_comparisons\polocentro_operational_any_overlap\amc\plots\share_age_5_14.png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C:\Users\josez\OneDrive\Desktop\EPGE\climate_migration\figs\treatment_control_comparisons\polocentro_operational_any_overlap\amc\tables\share_age_5_14.csv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C:\Users\josez\OneDrive\Desktop\EPGE\climate_migration\figs\treatment_control_comparisons\polocentro_operational_any_overlap\amc\tables\share_age_5_14.tex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C:\Users\josez\OneDrive\Desktop\EPGE\climate_migration\figs\treatment_control_comparisons\polocentro_operational_any_overlap\amc\plots\share_age_65plus.png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C:\Users\josez\OneDrive\Desktop\EPGE\climate_migration\figs\treatment_control_comparisons\polocentro_operational_any_overlap\amc\tables\share_age_65plus.csv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C:\Users\josez\OneDrive\Desktop\EPGE\climate_migration\figs\treatment_control_comparisons\polocentro_operational_any_overlap\amc\tables\share_age_65plus.tex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C:\Users\josez\OneDrive\Desktop\EPGE\climate_migration\figs\treatment_control_comparisons\polocentro_operational_any_overlap\amc\plots\gdp_total_per_capita_2010_brl.png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C:\Users\josez\OneDrive\Desktop\EPGE\climate_migration\figs\treatment_control_comparisons\polocentro_operational_any_overlap\amc\tables\gdp_total_per_capita_2010_brl.csv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C:\Users\josez\OneDrive\Desktop\EPGE\climate_migration\figs\treatment_control_comparisons\polocentro_operational_any_overlap\amc\tables\gdp_total_per_capita_2010_brl.tex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C:\Users\josez\OneDrive\Desktop\EPGE\climate_migration\figs\treatment_control_comparisons\polocentro_operational_any_overlap\amc\plots\va_industry_per_capita_2010_brl.png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C:\Users\josez\OneDrive\Desktop\EPGE\climate_migration\figs\treatment_control_comparisons\polocentro_operational_any_overlap\amc\tables\va_industry_per_capita_2010_brl.csv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C:\Users\josez\OneDrive\Desktop\EPGE\climate_migration\figs\treatment_control_comparisons\polocentro_operational_any_overlap\amc\tables\va_industry_per_capita_2010_brl.tex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C:\Users\josez\OneDrive\Desktop\EPGE\climate_migration\figs\treatment_control_comparisons\polocentro_operational_any_overlap\amc\plots\va_services_private_per_capita_2010_brl.png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C:\Users\josez\OneDrive\Desktop\EPGE\climate_migration\figs\treatment_control_comparisons\polocentro_operational_any_overlap\amc\tables\va_services_private_per_capita_2010_brl.csv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C:\Users\josez\OneDrive\Desktop\EPGE\climate_migration\figs\treatment_control_comparisons\polocentro_operational_any_overlap\amc\tables\va_services_private_per_capita_2010_brl.tex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C:\Users\josez\OneDrive\Desktop\EPGE\climate_migration\figs\treatment_control_comparisons\polocentro_operational_any_overlap\amc\plots\va_public_administration_per_capita_2010_brl.png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C:\Users\josez\OneDrive\Desktop\EPGE\climate_migration\figs\treatment_control_comparisons\polocentro_operational_any_overlap\amc\tables\va_public_administration_per_capita_2010_brl.csv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C:\Users\josez\OneDrive\Desktop\EPGE\climate_migration\figs\treatment_control_comparisons\polocentro_operational_any_overlap\amc\tables\va_public_administration_per_capita_2010_brl.tex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C:\Users\josez\OneDrive\Desktop\EPGE\climate_migration\figs\treatment_control_comparisons\polocentro_operational_any_overlap\amc\plots\va_agriculture_per_capita_2010_brl.png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C:\Users\josez\OneDrive\Desktop\EPGE\climate_migration\figs\treatment_control_comparisons\polocentro_operational_any_overlap\amc\tables\va_agriculture_per_capita_2010_brl.csv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C:\Users\josez\OneDrive\Desktop\EPGE\climate_migration\figs\treatment_control_comparisons\polocentro_operational_any_overlap\amc\tables\va_agriculture_per_capita_2010_brl.tex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C:\Users\josez\OneDrive\Desktop\EPGE\climate_migration\figs\treatment_control_comparisons\polocentro_operational_any_overlap\municipality\plots\log_gdp_total_2010_brl_thousand.png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C:\Users\josez\OneDrive\Desktop\EPGE\climate_migration\figs\treatment_control_comparisons\polocentro_operational_any_overlap\municipality\plots\log_va_industry_2010_brl_thousand.png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C:\Users\josez\OneDrive\Desktop\EPGE\climate_migration\figs\treatment_control_comparisons\polocentro_operational_any_overlap\municipality\plots\log_va_services_private_2010_brl_thousand.png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C:\Users\josez\OneDrive\Desktop\EPGE\climate_migration\figs\treatment_control_comparisons\polocentro_operational_any_overlap\municipality\plots\log_va_public_administration_2010_brl_thousand.png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C:\Users\josez\OneDrive\Desktop\EPGE\climate_migration\figs\treatment_control_comparisons\polocentro_operational_any_overlap\municipality\plots\log_va_agriculture_2010_brl_thousand.png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C:\Users\josez\OneDrive\Desktop\EPGE\climate_migration\figs\treatment_control_comparisons\polocentro_operational_any_overlap\municipality\tables\log_va_agriculture_2010_brl_thousand.tex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C:\Users\josez\OneDrive\Desktop\EPGE\climate_migration\figs\treatment_control_comparisons\polocentro_operational_any_overlap\municipality\plots\gdp_total_annualized_log_growth_pct.png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C:\Users\josez\OneDrive\Desktop\EPGE\climate_migration\figs\treatment_control_comparisons\polocentro_operational_any_overlap\municipality\tables\gdp_total_annualized_log_growth_pct.csv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C:\Users\josez\OneDrive\Desktop\EPGE\climate_migration\figs\treatment_control_comparisons\polocentro_operational_any_overlap\municipality\tables\gdp_total_annualized_log_growth_pct.tex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C:\Users\josez\OneDrive\Desktop\EPGE\climate_migration\figs\treatment_control_comparisons\polocentro_operational_any_overlap\municipality\plots\va_industry_annualized_log_growth_pct.png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C:\Users\josez\OneDrive\Desktop\EPGE\climate_migration\figs\treatment_control_comparisons\polocentro_operational_any_overlap\municipality\tables\va_industry_annualized_log_growth_pct.csv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C:\Users\josez\OneDrive\Desktop\EPGE\climate_migration\figs\treatment_control_comparisons\polocentro_operational_any_overlap\municipality\tables\va_industry_annualized_log_growth_pct.tex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C:\Users\josez\OneDrive\Desktop\EPGE\climate_migration\figs\treatment_control_comparisons\polocentro_operational_any_overlap\municipality\plots\va_services_private_annualized_log_growth_pct.png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C:\Users\josez\OneDrive\Desktop\EPGE\climate_migration\figs\treatment_control_comparisons\polocentro_operational_any_overlap\municipality\tables\va_services_private_annualized_log_growth_pct.csv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C:\Users\josez\OneDrive\Desktop\EPGE\climate_migration\figs\treatment_control_comparisons\polocentro_operational_any_overlap\municipality\tables\va_services_private_annualized_log_growth_pct.tex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C:\Users\josez\OneDrive\Desktop\EPGE\climate_migration\figs\treatment_control_comparisons\polocentro_operational_any_overlap\municipality\plots\va_public_administration_annualized_log_growth_pct.png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C:\Users\josez\OneDrive\Desktop\EPGE\climate_migration\figs\treatment_control_comparisons\polocentro_operational_any_overlap\municipality\tables\va_public_administration_annualized_log_growth_pct.csv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C:\Users\josez\OneDrive\Desktop\EPGE\climate_migration\figs\treatment_control_comparisons\polocentro_operational_any_overlap\municipality\tables\va_public_administration_annualized_log_growth_pct.tex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C:\Users\josez\OneDrive\Desktop\EPGE\climate_migration\figs\treatment_control_comparisons\polocentro_operational_any_overlap\municipality\plots\va_agriculture_annualized_log_growth_pct.png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C:\Users\josez\OneDrive\Desktop\EPGE\climate_migration\figs\treatment_control_comparisons\polocentro_operational_any_overlap\municipality\tables\va_agriculture_annualized_log_growth_pct.csv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C:\Users\josez\OneDrive\Desktop\EPGE\climate_migration\figs\treatment_control_comparisons\polocentro_operational_any_overlap\municipality\tables\va_agriculture_annualized_log_growth_pct.tex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C:\Users\josez\OneDrive\Desktop\EPGE\climate_migration\figs\treatment_control_comparisons\polocentro_operational_any_overlap\municipality\plots\va_industry_share_of_gdp.png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C:\Users\josez\OneDrive\Desktop\EPGE\climate_migration\figs\treatment_control_comparisons\polocentro_operational_any_overlap\municipality\tables\va_industry_share_of_gdp.csv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C:\Users\josez\OneDrive\Desktop\EPGE\climate_migration\figs\treatment_control_comparisons\polocentro_operational_any_overlap\municipality\tables\va_industry_share_of_gdp.tex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C:\Users\josez\OneDrive\Desktop\EPGE\climate_migration\figs\treatment_control_comparisons\polocentro_operational_any_overlap\municipality\plots\va_services_private_share_of_gdp.png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C:\Users\josez\OneDrive\Desktop\EPGE\climate_migration\figs\treatment_control_comparisons\polocentro_operational_any_overlap\municipality\tables\va_services_private_share_of_gdp.csv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C:\Users\josez\OneDrive\Desktop\EPGE\climate_migration\figs\treatment_control_comparisons\polocentro_operational_any_overlap\municipality\tables\va_services_private_share_of_gdp.tex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C:\Users\josez\OneDrive\Desktop\EPGE\climate_migration\figs\treatment_control_comparisons\polocentro_operational_any_overlap\municipality\plots\va_public_administration_share_of_gdp.png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C:\Users\josez\OneDrive\Desktop\EPGE\climate_migration\figs\treatment_control_comparisons\polocentro_operational_any_overlap\municipality\tables\va_public_administration_share_of_gdp.csv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C:\Users\josez\OneDrive\Desktop\EPGE\climate_migration\figs\treatment_control_comparisons\polocentro_operational_any_overlap\municipality\tables\va_public_administration_share_of_gdp.tex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C:\Users\josez\OneDrive\Desktop\EPGE\climate_migration\figs\treatment_control_comparisons\polocentro_operational_any_overlap\municipality\plots\va_agriculture_share_of_gdp.png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C:\Users\josez\OneDrive\Desktop\EPGE\climate_migration\figs\treatment_control_comparisons\polocentro_operational_any_overlap\municipality\tables\va_agriculture_share_of_gdp.csv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C:\Users\josez\OneDrive\Desktop\EPGE\climate_migration\figs\treatment_control_comparisons\polocentro_operational_any_overlap\municipality\tables\va_agriculture_share_of_gdp.tex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C:\Users\josez\OneDrive\Desktop\EPGE\climate_migration\figs\treatment_control_comparisons\polocentro_operational_any_overlap\environment\plots\native_vegetation_share_of_mapped.png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C:\Users\josez\OneDrive\Desktop\EPGE\climate_migration\figs\treatment_control_comparisons\polocentro_operational_any_overlap\environment\tables\native_vegetation_share_of_mapped.csv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C:\Users\josez\OneDrive\Desktop\EPGE\climate_migration\figs\treatment_control_comparisons\polocentro_operational_any_overlap\environment\tables\native_vegetation_share_of_mapped.tex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C:\Users\josez\OneDrive\Desktop\EPGE\climate_migration\figs\treatment_control_comparisons\polocentro_operational_any_overlap\environment\plots\anthropic_use_share_of_mapped.png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C:\Users\josez\OneDrive\Desktop\EPGE\climate_migration\figs\treatment_control_comparisons\polocentro_operational_any_overlap\environment\tables\anthropic_use_share_of_mapped.csv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C:\Users\josez\OneDrive\Desktop\EPGE\climate_migration\figs\treatment_control_comparisons\polocentro_operational_any_overlap\environment\tables\anthropic_use_share_of_mapped.tex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C:\Users\josez\OneDrive\Desktop\EPGE\climate_migration\figs\treatment_control_comparisons\polocentro_operational_any_overlap\environment\plots\farming_share_of_mapped.png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C:\Users\josez\OneDrive\Desktop\EPGE\climate_migration\figs\treatment_control_comparisons\polocentro_operational_any_overlap\environment\tables\farming_share_of_mapped.csv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C:\Users\josez\OneDrive\Desktop\EPGE\climate_migration\figs\treatment_control_comparisons\polocentro_operational_any_overlap\environment\tables\farming_share_of_mapped.tex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C:\Users\josez\OneDrive\Desktop\EPGE\climate_migration\figs\treatment_control_comparisons\polocentro_operational_any_overlap\environment\plots\pasture_share_of_mapped.png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C:\Users\josez\OneDrive\Desktop\EPGE\climate_migration\figs\treatment_control_comparisons\polocentro_operational_any_overlap\environment\tables\pasture_share_of_mapped.csv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C:\Users\josez\OneDrive\Desktop\EPGE\climate_migration\figs\treatment_control_comparisons\polocentro_operational_any_overlap\environment\tables\pasture_share_of_mapped.tex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C:\Users\josez\OneDrive\Desktop\EPGE\climate_migration\figs\treatment_control_comparisons\polocentro_operational_any_overlap\environment\plots\agriculture_share_of_mapped.png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C:\Users\josez\OneDrive\Desktop\EPGE\climate_migration\figs\treatment_control_comparisons\polocentro_operational_any_overlap\environment\tables\agriculture_share_of_mapped.csv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C:\Users\josez\OneDrive\Desktop\EPGE\climate_migration\figs\treatment_control_comparisons\polocentro_operational_any_overlap\environment\tables\agriculture_share_of_mapped.tex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C:\Users\josez\OneDrive\Desktop\EPGE\climate_migration\figs\treatment_control_comparisons\polocentro_operational_any_overlap\environment\plots\soybean_share_of_mapped.png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C:\Users\josez\OneDrive\Desktop\EPGE\climate_migration\figs\treatment_control_comparisons\polocentro_operational_any_overlap\environment\tables\soybean_share_of_mapped.csv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C:\Users\josez\OneDrive\Desktop\EPGE\climate_migration\figs\treatment_control_comparisons\polocentro_operational_any_overlap\environment\tables\soybean_share_of_mapped.tex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C:\Users\josez\OneDrive\Desktop\EPGE\climate_migration\figs\treatment_control_comparisons\polocentro_operational_any_overlap\environment\plots\urban_area_share_of_mapped.png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C:\Users\josez\OneDrive\Desktop\EPGE\climate_migration\figs\treatment_control_comparisons\polocentro_operational_any_overlap\environment\tables\urban_area_share_of_mapped.csv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C:\Users\josez\OneDrive\Desktop\EPGE\climate_migration\figs\treatment_control_comparisons\polocentro_operational_any_overlap\environment\tables\urban_area_share_of_mapped.tex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C:\Users\josez\OneDrive\Desktop\EPGE\climate_migration\figs\treatment_control_comparisons\polocentro_operational_any_overlap\environment\plots\native_vegetation_net_loss_share_of_1985.png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C:\Users\josez\OneDrive\Desktop\EPGE\climate_migration\figs\treatment_control_comparisons\polocentro_operational_any_overlap\environment\tables\native_vegetation_net_loss_share_of_1985.csv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C:\Users\josez\OneDrive\Desktop\EPGE\climate_migration\figs\treatment_control_comparisons\polocentro_operational_any_overlap\environment\tables\native_vegetation_net_loss_share_of_1985.tex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GAEZ suitability is a modeled static endowment, not observed annual production or actual input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C:\Users\josez\OneDrive\Desktop\EPGE\climate_migration\figs\treatment_control_comparisons\polocentro_operational_any_overlap\gaez\high_input_crop_suitability.png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C:\Users\josez\OneDrive\Desktop\EPGE\climate_migration\figs\treatment_control_comparisons\polocentro_operational_any_overlap\gaez\high_input_crop_suitability.csv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C:\Users\josez\OneDrive\Desktop\EPGE\climate_migration\figs\treatment_control_comparisons\polocentro_operational_any_overlap\gaez\high_input_crop_suitability.tex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C:\Users\josez\OneDrive\Desktop\EPGE\climate_migration\figs\treatment_control_comparisons\polocentro_operational_any_overlap\propensity\propensity_score_overlap_gaez_comparison.png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C:\Users\josez\OneDrive\Desktop\EPGE\climate_migration\figs\treatment_control_comparisons\polocentro_operational_any_overlap\propensity\amc_1970_psw_weights_without_gaez.parquet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C:\Users\josez\OneDrive\Desktop\EPGE\climate_migration\figs\treatment_control_comparisons\polocentro_operational_any_overlap\propensity\amc_1970_psw_weights_with_gaez.parquet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C:\Users\josez\OneDrive\Desktop\EPGE\climate_migration\figs\treatment_control_comparisons\polocentro_operational_majority_area\amc\tables\weighted_interstate_migrants.csv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C:\Users\josez\OneDrive\Desktop\EPGE\climate_migration\figs\treatment_control_comparisons\polocentro_operational_majority_area\amc\plots\weighted_interstate_migrants.png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C:\Users\josez\OneDrive\Desktop\EPGE\climate_migration\figs\treatment_control_comparisons\polocentro_operational_majority_area\amc\tables\weighted_interstate_migrants.csv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C:\Users\josez\OneDrive\Desktop\EPGE\climate_migration\figs\treatment_control_comparisons\polocentro_operational_majority_area\amc\tables\weighted_interstate_migrants.tex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C:\Users\josez\OneDrive\Desktop\EPGE\climate_migration\figs\treatment_control_comparisons\polocentro_operational_majority_area\amc\plots\interstate_migrant_share_of_destination_age5plus.png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C:\Users\josez\OneDrive\Desktop\EPGE\climate_migration\figs\treatment_control_comparisons\polocentro_operational_majority_area\amc\tables\interstate_migrant_share_of_destination_age5plus.csv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C:\Users\josez\OneDrive\Desktop\EPGE\climate_migration\figs\treatment_control_comparisons\polocentro_operational_majority_area\amc\tables\interstate_migrant_share_of_destination_age5plus.tex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C:\Users\josez\OneDrive\Desktop\EPGE\climate_migration\figs\treatment_control_comparisons\polocentro_operational_majority_area\amc\plots\education_fundamental_share_age25plus.png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C:\Users\josez\OneDrive\Desktop\EPGE\climate_migration\figs\treatment_control_comparisons\polocentro_operational_majority_area\amc\plots\education_less_fundamental_share_age25plus.png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C:\Users\josez\OneDrive\Desktop\EPGE\climate_migration\figs\treatment_control_comparisons\polocentro_operational_majority_area\amc\tables\education_less_fundamental_share_age25plus.csv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C:\Users\josez\OneDrive\Desktop\EPGE\climate_migration\figs\treatment_control_comparisons\polocentro_operational_majority_area\amc\tables\education_less_fundamental_share_age25plus.tex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C:\Users\josez\OneDrive\Desktop\EPGE\climate_migration\figs\treatment_control_comparisons\polocentro_operational_majority_area\amc\plots\education_secondary_share_age25plus.png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C:\Users\josez\OneDrive\Desktop\EPGE\climate_migration\figs\treatment_control_comparisons\polocentro_operational_majority_area\amc\tables\education_secondary_share_age25plus.csv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C:\Users\josez\OneDrive\Desktop\EPGE\climate_migration\figs\treatment_control_comparisons\polocentro_operational_majority_area\amc\tables\education_secondary_share_age25plus.tex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C:\Users\josez\OneDrive\Desktop\EPGE\climate_migration\figs\treatment_control_comparisons\polocentro_operational_majority_area\amc\plots\education_tertiary_share_age25plus.png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C:\Users\josez\OneDrive\Desktop\EPGE\climate_migration\figs\treatment_control_comparisons\polocentro_operational_majority_area\amc\tables\education_tertiary_share_age25plus.csv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C:\Users\josez\OneDrive\Desktop\EPGE\climate_migration\figs\treatment_control_comparisons\polocentro_operational_majority_area\amc\tables\education_tertiary_share_age25plus.tex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C:\Users\josez\OneDrive\Desktop\EPGE\climate_migration\figs\treatment_control_comparisons\polocentro_operational_majority_area\amc\plots\literacy_share_age15plus.png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C:\Users\josez\OneDrive\Desktop\EPGE\climate_migration\figs\treatment_control_comparisons\polocentro_operational_majority_area\amc\tables\literacy_share_age15plus.csv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C:\Users\josez\OneDrive\Desktop\EPGE\climate_migration\figs\treatment_control_comparisons\polocentro_operational_majority_area\amc\tables\literacy_share_age15plus.tex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C:\Users\josez\OneDrive\Desktop\EPGE\climate_migration\figs\treatment_control_comparisons\polocentro_operational_majority_area\amc\plots\mean_education_years_age25plus.png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C:\Users\josez\OneDrive\Desktop\EPGE\climate_migration\figs\treatment_control_comparisons\polocentro_operational_majority_area\amc\tables\mean_education_years_age25plus.csv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C:\Users\josez\OneDrive\Desktop\EPGE\climate_migration\figs\treatment_control_comparisons\polocentro_operational_majority_area\amc\tables\mean_education_years_age25plus.tex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C:\Users\josez\OneDrive\Desktop\EPGE\climate_migration\figs\treatment_control_comparisons\polocentro_operational_majority_area\amc\plots\employment_share_age15plus.png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C:\Users\josez\OneDrive\Desktop\EPGE\climate_migration\figs\treatment_control_comparisons\polocentro_operational_majority_area\amc\tables\employment_share_age15plus.csv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C:\Users\josez\OneDrive\Desktop\EPGE\climate_migration\figs\treatment_control_comparisons\polocentro_operational_majority_area\amc\tables\employment_share_age15plus.tex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C:\Users\josez\OneDrive\Desktop\EPGE\climate_migration\figs\treatment_control_comparisons\polocentro_operational_majority_area\amc\plots\labor_force_share_age15plus.png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C:\Users\josez\OneDrive\Desktop\EPGE\climate_migration\figs\treatment_control_comparisons\polocentro_operational_majority_area\amc\tables\labor_force_share_age15plus.csv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C:\Users\josez\OneDrive\Desktop\EPGE\climate_migration\figs\treatment_control_comparisons\polocentro_operational_majority_area\amc\tables\labor_force_share_age15plus.tex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C:\Users\josez\OneDrive\Desktop\EPGE\climate_migration\figs\treatment_control_comparisons\polocentro_operational_majority_area\amc\plots\electricity_share.png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C:\Users\josez\OneDrive\Desktop\EPGE\climate_migration\figs\treatment_control_comparisons\polocentro_operational_majority_area\amc\tables\electricity_share.csv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C:\Users\josez\OneDrive\Desktop\EPGE\climate_migration\figs\treatment_control_comparisons\polocentro_operational_majority_area\amc\tables\electricity_share.tex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C:\Users\josez\OneDrive\Desktop\EPGE\climate_migration\figs\treatment_control_comparisons\polocentro_operational_majority_area\amc\plots\automobile_share.png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C:\Users\josez\OneDrive\Desktop\EPGE\climate_migration\figs\treatment_control_comparisons\polocentro_operational_majority_area\amc\tables\automobile_share.csv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C:\Users\josez\OneDrive\Desktop\EPGE\climate_migration\figs\treatment_control_comparisons\polocentro_operational_majority_area\amc\tables\automobile_share.tex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C:\Users\josez\OneDrive\Desktop\EPGE\climate_migration\figs\treatment_control_comparisons\polocentro_operational_majority_area\amc\plots\mean_bathrooms.png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C:\Users\josez\OneDrive\Desktop\EPGE\climate_migration\figs\treatment_control_comparisons\polocentro_operational_majority_area\amc\tables\mean_bathrooms.csv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C:\Users\josez\OneDrive\Desktop\EPGE\climate_migration\figs\treatment_control_comparisons\polocentro_operational_majority_area\amc\tables\mean_bathrooms.tex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C:\Users\josez\OneDrive\Desktop\EPGE\climate_migration\figs\treatment_control_comparisons\polocentro_operational_majority_area\amc\plots\mean_bedrooms.png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C:\Users\josez\OneDrive\Desktop\EPGE\climate_migration\figs\treatment_control_comparisons\polocentro_operational_majority_area\amc\tables\mean_bedrooms.csv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C:\Users\josez\OneDrive\Desktop\EPGE\climate_migration\figs\treatment_control_comparisons\polocentro_operational_majority_area\amc\tables\mean_bedrooms.tex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C:\Users\josez\OneDrive\Desktop\EPGE\climate_migration\figs\treatment_control_comparisons\polocentro_operational_majority_area\amc\plots\mean_rooms.png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C:\Users\josez\OneDrive\Desktop\EPGE\climate_migration\figs\treatment_control_comparisons\polocentro_operational_majority_area\amc\plots\refrigerator_share.png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C:\Users\josez\OneDrive\Desktop\EPGE\climate_migration\figs\treatment_control_comparisons\polocentro_operational_majority_area\amc\tables\refrigerator_share.csv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C:\Users\josez\OneDrive\Desktop\EPGE\climate_migration\figs\treatment_control_comparisons\polocentro_operational_majority_area\amc\tables\refrigerator_share.tex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C:\Users\josez\OneDrive\Desktop\EPGE\climate_migration\figs\treatment_control_comparisons\polocentro_operational_majority_area\amc\plots\zero_income_share_age15plus.png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C:\Users\josez\OneDrive\Desktop\EPGE\climate_migration\figs\treatment_control_comparisons\polocentro_operational_majority_area\amc\tables\zero_income_share_age15plus.csv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C:\Users\josez\OneDrive\Desktop\EPGE\climate_migration\figs\treatment_control_comparisons\polocentro_operational_majority_area\amc\tables\zero_income_share_age15plus.tex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C:\Users\josez\OneDrive\Desktop\EPGE\climate_migration\figs\treatment_control_comparisons\polocentro_operational_majority_area\amc\plots\positive_income_q1_share_age15plus.png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C:\Users\josez\OneDrive\Desktop\EPGE\climate_migration\figs\treatment_control_comparisons\polocentro_operational_majority_area\amc\tables\positive_income_q1_share_age15plus.csv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C:\Users\josez\OneDrive\Desktop\EPGE\climate_migration\figs\treatment_control_comparisons\polocentro_operational_majority_area\amc\tables\positive_income_q1_share_age15plus.tex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C:\Users\josez\OneDrive\Desktop\EPGE\climate_migration\figs\treatment_control_comparisons\polocentro_operational_majority_area\amc\plots\positive_income_q2_share_age15plus.png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C:\Users\josez\OneDrive\Desktop\EPGE\climate_migration\figs\treatment_control_comparisons\polocentro_operational_majority_area\amc\tables\positive_income_q2_share_age15plus.csv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C:\Users\josez\OneDrive\Desktop\EPGE\climate_migration\figs\treatment_control_comparisons\polocentro_operational_majority_area\amc\tables\positive_income_q2_share_age15plus.tex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C:\Users\josez\OneDrive\Desktop\EPGE\climate_migration\figs\treatment_control_comparisons\polocentro_operational_majority_area\amc\plots\positive_income_q3_share_age15plus.png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C:\Users\josez\OneDrive\Desktop\EPGE\climate_migration\figs\treatment_control_comparisons\polocentro_operational_majority_area\amc\tables\positive_income_q3_share_age15plus.csv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C:\Users\josez\OneDrive\Desktop\EPGE\climate_migration\figs\treatment_control_comparisons\polocentro_operational_majority_area\amc\tables\positive_income_q3_share_age15plus.tex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C:\Users\josez\OneDrive\Desktop\EPGE\climate_migration\figs\treatment_control_comparisons\polocentro_operational_majority_area\amc\plots\positive_income_q4_share_age15plus.png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C:\Users\josez\OneDrive\Desktop\EPGE\climate_migration\figs\treatment_control_comparisons\polocentro_operational_majority_area\amc\tables\positive_income_q4_share_age15plus.csv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C:\Users\josez\OneDrive\Desktop\EPGE\climate_migration\figs\treatment_control_comparisons\polocentro_operational_majority_area\amc\tables\positive_income_q4_share_age15plus.tex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C:\Users\josez\OneDrive\Desktop\EPGE\climate_migration\figs\treatment_control_comparisons\polocentro_operational_majority_area\amc\plots\positive_income_q5_share_age15plus.png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C:\Users\josez\OneDrive\Desktop\EPGE\climate_migration\figs\treatment_control_comparisons\polocentro_operational_majority_area\amc\tables\positive_income_q5_share_age15plus.csv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C:\Users\josez\OneDrive\Desktop\EPGE\climate_migration\figs\treatment_control_comparisons\polocentro_operational_majority_area\amc\tables\positive_income_q5_share_age15plus.tex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C:\Users\josez\OneDrive\Desktop\EPGE\climate_migration\figs\treatment_control_comparisons\polocentro_operational_majority_area\amc\plots\weighted_population.png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C:\Users\josez\OneDrive\Desktop\EPGE\climate_migration\figs\treatment_control_comparisons\polocentro_operational_majority_area\amc\tables\weighted_population.csv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C:\Users\josez\OneDrive\Desktop\EPGE\climate_migration\figs\treatment_control_comparisons\polocentro_operational_majority_area\amc\tables\weighted_population.tex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C:\Users\josez\OneDrive\Desktop\EPGE\climate_migration\figs\treatment_control_comparisons\polocentro_operational_majority_area\amc\plots\female_share.png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C:\Users\josez\OneDrive\Desktop\EPGE\climate_migration\figs\treatment_control_comparisons\polocentro_operational_majority_area\amc\tables\female_share.csv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C:\Users\josez\OneDrive\Desktop\EPGE\climate_migration\figs\treatment_control_comparisons\polocentro_operational_majority_area\amc\tables\female_share.tex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C:\Users\josez\OneDrive\Desktop\EPGE\climate_migration\figs\treatment_control_comparisons\polocentro_operational_majority_area\amc\plots\race_asian_share.png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C:\Users\josez\OneDrive\Desktop\EPGE\climate_migration\figs\treatment_control_comparisons\polocentro_operational_majority_area\amc\tables\race_asian_share.csv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C:\Users\josez\OneDrive\Desktop\EPGE\climate_migration\figs\treatment_control_comparisons\polocentro_operational_majority_area\amc\tables\race_asian_share.tex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C:\Users\josez\OneDrive\Desktop\EPGE\climate_migration\figs\treatment_control_comparisons\polocentro_operational_majority_area\amc\plots\race_black_share.png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C:\Users\josez\OneDrive\Desktop\EPGE\climate_migration\figs\treatment_control_comparisons\polocentro_operational_majority_area\amc\tables\race_black_share.csv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C:\Users\josez\OneDrive\Desktop\EPGE\climate_migration\figs\treatment_control_comparisons\polocentro_operational_majority_area\amc\tables\race_black_share.tex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C:\Users\josez\OneDrive\Desktop\EPGE\climate_migration\figs\treatment_control_comparisons\polocentro_operational_majority_area\amc\plots\race_indigenous_share.png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C:\Users\josez\OneDrive\Desktop\EPGE\climate_migration\figs\treatment_control_comparisons\polocentro_operational_majority_area\amc\tables\race_indigenous_share.csv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C:\Users\josez\OneDrive\Desktop\EPGE\climate_migration\figs\treatment_control_comparisons\polocentro_operational_majority_area\amc\tables\race_indigenous_share.tex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C:\Users\josez\OneDrive\Desktop\EPGE\climate_migration\figs\treatment_control_comparisons\polocentro_operational_majority_area\amc\plots\race_pardo_share.png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C:\Users\josez\OneDrive\Desktop\EPGE\climate_migration\figs\treatment_control_comparisons\polocentro_operational_majority_area\amc\tables\race_pardo_share.csv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C:\Users\josez\OneDrive\Desktop\EPGE\climate_migration\figs\treatment_control_comparisons\polocentro_operational_majority_area\amc\tables\race_pardo_share.tex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C:\Users\josez\OneDrive\Desktop\EPGE\climate_migration\figs\treatment_control_comparisons\polocentro_operational_majority_area\amc\plots\race_white_share.png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C:\Users\josez\OneDrive\Desktop\EPGE\climate_migration\figs\treatment_control_comparisons\polocentro_operational_majority_area\amc\tables\race_white_share.csv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C:\Users\josez\OneDrive\Desktop\EPGE\climate_migration\figs\treatment_control_comparisons\polocentro_operational_majority_area\amc\tables\race_white_share.tex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C:\Users\josez\OneDrive\Desktop\EPGE\climate_migration\figs\treatment_control_comparisons\polocentro_operational_majority_area\amc\plots\mean_household_size.png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C:\Users\josez\OneDrive\Desktop\EPGE\climate_migration\figs\treatment_control_comparisons\polocentro_operational_majority_area\amc\tables\mean_household_size.csv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C:\Users\josez\OneDrive\Desktop\EPGE\climate_migration\figs\treatment_control_comparisons\polocentro_operational_majority_area\amc\tables\mean_household_size.tex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C:\Users\josez\OneDrive\Desktop\EPGE\climate_migration\figs\treatment_control_comparisons\polocentro_operational_majority_area\amc\plots\urban_share.png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C:\Users\josez\OneDrive\Desktop\EPGE\climate_migration\figs\treatment_control_comparisons\polocentro_operational_majority_area\amc\tables\urban_share.csv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C:\Users\josez\OneDrive\Desktop\EPGE\climate_migration\figs\treatment_control_comparisons\polocentro_operational_majority_area\amc\tables\urban_share.tex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C:\Users\josez\OneDrive\Desktop\EPGE\climate_migration\figs\treatment_control_comparisons\polocentro_operational_majority_area\amc\plots\mean_age.png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C:\Users\josez\OneDrive\Desktop\EPGE\climate_migration\figs\treatment_control_comparisons\polocentro_operational_majority_area\amc\tables\mean_age.csv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C:\Users\josez\OneDrive\Desktop\EPGE\climate_migration\figs\treatment_control_comparisons\polocentro_operational_majority_area\amc\tables\mean_age.tex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C:\Users\josez\OneDrive\Desktop\EPGE\climate_migration\figs\treatment_control_comparisons\polocentro_operational_majority_area\amc\plots\share_age_0_4.png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C:\Users\josez\OneDrive\Desktop\EPGE\climate_migration\figs\treatment_control_comparisons\polocentro_operational_majority_area\amc\tables\share_age_0_4.csv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C:\Users\josez\OneDrive\Desktop\EPGE\climate_migration\figs\treatment_control_comparisons\polocentro_operational_majority_area\amc\tables\share_age_0_4.tex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C:\Users\josez\OneDrive\Desktop\EPGE\climate_migration\figs\treatment_control_comparisons\polocentro_operational_majority_area\amc\plots\share_age_15_24.png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C:\Users\josez\OneDrive\Desktop\EPGE\climate_migration\figs\treatment_control_comparisons\polocentro_operational_majority_area\amc\tables\share_age_15_24.csv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C:\Users\josez\OneDrive\Desktop\EPGE\climate_migration\figs\treatment_control_comparisons\polocentro_operational_majority_area\amc\tables\share_age_15_24.tex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C:\Users\josez\OneDrive\Desktop\EPGE\climate_migration\figs\treatment_control_comparisons\polocentro_operational_majority_area\amc\plots\share_age_25_64.png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C:\Users\josez\OneDrive\Desktop\EPGE\climate_migration\figs\treatment_control_comparisons\polocentro_operational_majority_area\amc\tables\share_age_25_64.csv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C:\Users\josez\OneDrive\Desktop\EPGE\climate_migration\figs\treatment_control_comparisons\polocentro_operational_majority_area\amc\tables\share_age_25_64.tex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C:\Users\josez\OneDrive\Desktop\EPGE\climate_migration\figs\treatment_control_comparisons\polocentro_operational_majority_area\amc\plots\share_age_5_14.png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C:\Users\josez\OneDrive\Desktop\EPGE\climate_migration\figs\treatment_control_comparisons\polocentro_operational_majority_area\amc\tables\share_age_5_14.csv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C:\Users\josez\OneDrive\Desktop\EPGE\climate_migration\figs\treatment_control_comparisons\polocentro_operational_majority_area\amc\tables\share_age_5_14.tex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C:\Users\josez\OneDrive\Desktop\EPGE\climate_migration\figs\treatment_control_comparisons\polocentro_operational_majority_area\amc\plots\share_age_65plus.png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C:\Users\josez\OneDrive\Desktop\EPGE\climate_migration\figs\treatment_control_comparisons\polocentro_operational_majority_area\amc\tables\share_age_65plus.csv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C:\Users\josez\OneDrive\Desktop\EPGE\climate_migration\figs\treatment_control_comparisons\polocentro_operational_majority_area\amc\tables\share_age_65plus.tex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C:\Users\josez\OneDrive\Desktop\EPGE\climate_migration\figs\treatment_control_comparisons\polocentro_operational_majority_area\amc\plots\gdp_total_per_capita_2010_brl.png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C:\Users\josez\OneDrive\Desktop\EPGE\climate_migration\figs\treatment_control_comparisons\polocentro_operational_majority_area\amc\tables\gdp_total_per_capita_2010_brl.csv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C:\Users\josez\OneDrive\Desktop\EPGE\climate_migration\figs\treatment_control_comparisons\polocentro_operational_majority_area\amc\tables\gdp_total_per_capita_2010_brl.tex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C:\Users\josez\OneDrive\Desktop\EPGE\climate_migration\figs\treatment_control_comparisons\polocentro_operational_majority_area\amc\plots\va_industry_per_capita_2010_brl.png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C:\Users\josez\OneDrive\Desktop\EPGE\climate_migration\figs\treatment_control_comparisons\polocentro_operational_majority_area\amc\tables\va_industry_per_capita_2010_brl.csv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C:\Users\josez\OneDrive\Desktop\EPGE\climate_migration\figs\treatment_control_comparisons\polocentro_operational_majority_area\amc\tables\va_industry_per_capita_2010_brl.tex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C:\Users\josez\OneDrive\Desktop\EPGE\climate_migration\figs\treatment_control_comparisons\polocentro_operational_majority_area\amc\plots\va_services_private_per_capita_2010_brl.png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C:\Users\josez\OneDrive\Desktop\EPGE\climate_migration\figs\treatment_control_comparisons\polocentro_operational_majority_area\amc\tables\va_services_private_per_capita_2010_brl.csv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C:\Users\josez\OneDrive\Desktop\EPGE\climate_migration\figs\treatment_control_comparisons\polocentro_operational_majority_area\amc\tables\va_services_private_per_capita_2010_brl.tex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C:\Users\josez\OneDrive\Desktop\EPGE\climate_migration\figs\treatment_control_comparisons\polocentro_operational_majority_area\amc\plots\va_public_administration_per_capita_2010_brl.png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C:\Users\josez\OneDrive\Desktop\EPGE\climate_migration\figs\treatment_control_comparisons\polocentro_operational_majority_area\amc\tables\va_public_administration_per_capita_2010_brl.csv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C:\Users\josez\OneDrive\Desktop\EPGE\climate_migration\figs\treatment_control_comparisons\polocentro_operational_majority_area\amc\tables\va_public_administration_per_capita_2010_brl.tex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C:\Users\josez\OneDrive\Desktop\EPGE\climate_migration\figs\treatment_control_comparisons\polocentro_operational_majority_area\amc\plots\va_agriculture_per_capita_2010_brl.png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C:\Users\josez\OneDrive\Desktop\EPGE\climate_migration\figs\treatment_control_comparisons\polocentro_operational_majority_area\amc\tables\va_agriculture_per_capita_2010_brl.csv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C:\Users\josez\OneDrive\Desktop\EPGE\climate_migration\figs\treatment_control_comparisons\polocentro_operational_majority_area\amc\tables\va_agriculture_per_capita_2010_brl.tex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C:\Users\josez\OneDrive\Desktop\EPGE\climate_migration\figs\treatment_control_comparisons\polocentro_operational_majority_area\municipality\plots\log_gdp_total_2010_brl_thousand.png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C:\Users\josez\OneDrive\Desktop\EPGE\climate_migration\figs\treatment_control_comparisons\polocentro_operational_majority_area\municipality\plots\log_va_industry_2010_brl_thousand.png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C:\Users\josez\OneDrive\Desktop\EPGE\climate_migration\figs\treatment_control_comparisons\polocentro_operational_majority_area\municipality\plots\log_va_services_private_2010_brl_thousand.png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C:\Users\josez\OneDrive\Desktop\EPGE\climate_migration\figs\treatment_control_comparisons\polocentro_operational_majority_area\municipality\plots\log_va_public_administration_2010_brl_thousand.png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C:\Users\josez\OneDrive\Desktop\EPGE\climate_migration\figs\treatment_control_comparisons\polocentro_operational_majority_area\municipality\plots\log_va_agriculture_2010_brl_thousand.png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C:\Users\josez\OneDrive\Desktop\EPGE\climate_migration\figs\treatment_control_comparisons\polocentro_operational_majority_area\municipality\tables\log_va_agriculture_2010_brl_thousand.tex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C:\Users\josez\OneDrive\Desktop\EPGE\climate_migration\figs\treatment_control_comparisons\polocentro_operational_majority_area\municipality\plots\gdp_total_annualized_log_growth_pct.png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C:\Users\josez\OneDrive\Desktop\EPGE\climate_migration\figs\treatment_control_comparisons\polocentro_operational_majority_area\municipality\tables\gdp_total_annualized_log_growth_pct.csv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C:\Users\josez\OneDrive\Desktop\EPGE\climate_migration\figs\treatment_control_comparisons\polocentro_operational_majority_area\municipality\tables\gdp_total_annualized_log_growth_pct.tex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C:\Users\josez\OneDrive\Desktop\EPGE\climate_migration\figs\treatment_control_comparisons\polocentro_operational_majority_area\municipality\plots\va_industry_annualized_log_growth_pct.png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C:\Users\josez\OneDrive\Desktop\EPGE\climate_migration\figs\treatment_control_comparisons\polocentro_operational_majority_area\municipality\tables\va_industry_annualized_log_growth_pct.csv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C:\Users\josez\OneDrive\Desktop\EPGE\climate_migration\figs\treatment_control_comparisons\polocentro_operational_majority_area\municipality\tables\va_industry_annualized_log_growth_pct.tex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C:\Users\josez\OneDrive\Desktop\EPGE\climate_migration\figs\treatment_control_comparisons\polocentro_operational_majority_area\municipality\plots\va_services_private_annualized_log_growth_pct.png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C:\Users\josez\OneDrive\Desktop\EPGE\climate_migration\figs\treatment_control_comparisons\polocentro_operational_majority_area\municipality\tables\va_services_private_annualized_log_growth_pct.csv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C:\Users\josez\OneDrive\Desktop\EPGE\climate_migration\figs\treatment_control_comparisons\polocentro_operational_majority_area\municipality\tables\va_services_private_annualized_log_growth_pct.tex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C:\Users\josez\OneDrive\Desktop\EPGE\climate_migration\figs\treatment_control_comparisons\polocentro_operational_majority_area\municipality\plots\va_public_administration_annualized_log_growth_pct.png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C:\Users\josez\OneDrive\Desktop\EPGE\climate_migration\figs\treatment_control_comparisons\polocentro_operational_majority_area\municipality\tables\va_public_administration_annualized_log_growth_pct.csv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C:\Users\josez\OneDrive\Desktop\EPGE\climate_migration\figs\treatment_control_comparisons\polocentro_operational_majority_area\municipality\tables\va_public_administration_annualized_log_growth_pct.tex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C:\Users\josez\OneDrive\Desktop\EPGE\climate_migration\figs\treatment_control_comparisons\polocentro_operational_majority_area\municipality\plots\va_agriculture_annualized_log_growth_pct.png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C:\Users\josez\OneDrive\Desktop\EPGE\climate_migration\figs\treatment_control_comparisons\polocentro_operational_majority_area\municipality\tables\va_agriculture_annualized_log_growth_pct.csv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C:\Users\josez\OneDrive\Desktop\EPGE\climate_migration\figs\treatment_control_comparisons\polocentro_operational_majority_area\municipality\tables\va_agriculture_annualized_log_growth_pct.tex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C:\Users\josez\OneDrive\Desktop\EPGE\climate_migration\figs\treatment_control_comparisons\polocentro_operational_majority_area\municipality\plots\va_industry_share_of_gdp.png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C:\Users\josez\OneDrive\Desktop\EPGE\climate_migration\figs\treatment_control_comparisons\polocentro_operational_majority_area\municipality\tables\va_industry_share_of_gdp.csv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C:\Users\josez\OneDrive\Desktop\EPGE\climate_migration\figs\treatment_control_comparisons\polocentro_operational_majority_area\municipality\tables\va_industry_share_of_gdp.tex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C:\Users\josez\OneDrive\Desktop\EPGE\climate_migration\figs\treatment_control_comparisons\polocentro_operational_majority_area\municipality\plots\va_services_private_share_of_gdp.png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C:\Users\josez\OneDrive\Desktop\EPGE\climate_migration\figs\treatment_control_comparisons\polocentro_operational_majority_area\municipality\tables\va_services_private_share_of_gdp.csv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C:\Users\josez\OneDrive\Desktop\EPGE\climate_migration\figs\treatment_control_comparisons\polocentro_operational_majority_area\municipality\tables\va_services_private_share_of_gdp.tex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C:\Users\josez\OneDrive\Desktop\EPGE\climate_migration\figs\treatment_control_comparisons\polocentro_operational_majority_area\municipality\plots\va_public_administration_share_of_gdp.png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C:\Users\josez\OneDrive\Desktop\EPGE\climate_migration\figs\treatment_control_comparisons\polocentro_operational_majority_area\municipality\tables\va_public_administration_share_of_gdp.csv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C:\Users\josez\OneDrive\Desktop\EPGE\climate_migration\figs\treatment_control_comparisons\polocentro_operational_majority_area\municipality\tables\va_public_administration_share_of_gdp.tex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C:\Users\josez\OneDrive\Desktop\EPGE\climate_migration\figs\treatment_control_comparisons\polocentro_operational_majority_area\municipality\plots\va_agriculture_share_of_gdp.png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C:\Users\josez\OneDrive\Desktop\EPGE\climate_migration\figs\treatment_control_comparisons\polocentro_operational_majority_area\municipality\tables\va_agriculture_share_of_gdp.csv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C:\Users\josez\OneDrive\Desktop\EPGE\climate_migration\figs\treatment_control_comparisons\polocentro_operational_majority_area\municipality\tables\va_agriculture_share_of_gdp.tex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C:\Users\josez\OneDrive\Desktop\EPGE\climate_migration\figs\treatment_control_comparisons\polocentro_operational_majority_area\environment\plots\native_vegetation_share_of_mapped.png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C:\Users\josez\OneDrive\Desktop\EPGE\climate_migration\figs\treatment_control_comparisons\polocentro_operational_majority_area\environment\tables\native_vegetation_share_of_mapped.csv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C:\Users\josez\OneDrive\Desktop\EPGE\climate_migration\figs\treatment_control_comparisons\polocentro_operational_majority_area\environment\tables\native_vegetation_share_of_mapped.tex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C:\Users\josez\OneDrive\Desktop\EPGE\climate_migration\figs\treatment_control_comparisons\polocentro_operational_majority_area\environment\plots\anthropic_use_share_of_mapped.png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C:\Users\josez\OneDrive\Desktop\EPGE\climate_migration\figs\treatment_control_comparisons\polocentro_operational_majority_area\environment\tables\anthropic_use_share_of_mapped.csv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C:\Users\josez\OneDrive\Desktop\EPGE\climate_migration\figs\treatment_control_comparisons\polocentro_operational_majority_area\environment\tables\anthropic_use_share_of_mapped.tex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C:\Users\josez\OneDrive\Desktop\EPGE\climate_migration\figs\treatment_control_comparisons\polocentro_operational_majority_area\environment\plots\farming_share_of_mapped.png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C:\Users\josez\OneDrive\Desktop\EPGE\climate_migration\figs\treatment_control_comparisons\polocentro_operational_majority_area\environment\tables\farming_share_of_mapped.csv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C:\Users\josez\OneDrive\Desktop\EPGE\climate_migration\figs\treatment_control_comparisons\polocentro_operational_majority_area\environment\tables\farming_share_of_mapped.tex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C:\Users\josez\OneDrive\Desktop\EPGE\climate_migration\figs\treatment_control_comparisons\polocentro_operational_majority_area\environment\plots\pasture_share_of_mapped.png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C:\Users\josez\OneDrive\Desktop\EPGE\climate_migration\figs\treatment_control_comparisons\polocentro_operational_majority_area\environment\tables\pasture_share_of_mapped.csv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C:\Users\josez\OneDrive\Desktop\EPGE\climate_migration\figs\treatment_control_comparisons\polocentro_operational_majority_area\environment\tables\pasture_share_of_mapped.tex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C:\Users\josez\OneDrive\Desktop\EPGE\climate_migration\figs\treatment_control_comparisons\polocentro_operational_majority_area\environment\plots\agriculture_share_of_mapped.png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C:\Users\josez\OneDrive\Desktop\EPGE\climate_migration\figs\treatment_control_comparisons\polocentro_operational_majority_area\environment\tables\agriculture_share_of_mapped.csv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C:\Users\josez\OneDrive\Desktop\EPGE\climate_migration\figs\treatment_control_comparisons\polocentro_operational_majority_area\environment\tables\agriculture_share_of_mapped.tex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C:\Users\josez\OneDrive\Desktop\EPGE\climate_migration\figs\treatment_control_comparisons\polocentro_operational_majority_area\environment\plots\soybean_share_of_mapped.png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C:\Users\josez\OneDrive\Desktop\EPGE\climate_migration\figs\treatment_control_comparisons\polocentro_operational_majority_area\environment\tables\soybean_share_of_mapped.csv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C:\Users\josez\OneDrive\Desktop\EPGE\climate_migration\figs\treatment_control_comparisons\polocentro_operational_majority_area\environment\tables\soybean_share_of_mapped.tex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C:\Users\josez\OneDrive\Desktop\EPGE\climate_migration\figs\treatment_control_comparisons\polocentro_operational_majority_area\environment\plots\urban_area_share_of_mapped.png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C:\Users\josez\OneDrive\Desktop\EPGE\climate_migration\figs\treatment_control_comparisons\polocentro_operational_majority_area\environment\tables\urban_area_share_of_mapped.csv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C:\Users\josez\OneDrive\Desktop\EPGE\climate_migration\figs\treatment_control_comparisons\polocentro_operational_majority_area\environment\tables\urban_area_share_of_mapped.tex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C:\Users\josez\OneDrive\Desktop\EPGE\climate_migration\figs\treatment_control_comparisons\polocentro_operational_majority_area\environment\plots\native_vegetation_net_loss_share_of_1985.png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C:\Users\josez\OneDrive\Desktop\EPGE\climate_migration\figs\treatment_control_comparisons\polocentro_operational_majority_area\environment\tables\native_vegetation_net_loss_share_of_1985.csv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C:\Users\josez\OneDrive\Desktop\EPGE\climate_migration\figs\treatment_control_comparisons\polocentro_operational_majority_area\environment\tables\native_vegetation_net_loss_share_of_1985.tex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GAEZ suitability is a modeled static endowment, not observed annual production or actual input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C:\Users\josez\OneDrive\Desktop\EPGE\climate_migration\figs\treatment_control_comparisons\polocentro_operational_majority_area\gaez\high_input_crop_suitability.png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C:\Users\josez\OneDrive\Desktop\EPGE\climate_migration\figs\treatment_control_comparisons\polocentro_operational_majority_area\gaez\high_input_crop_suitability.csv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C:\Users\josez\OneDrive\Desktop\EPGE\climate_migration\figs\treatment_control_comparisons\polocentro_operational_majority_area\gaez\high_input_crop_suitability.tex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C:\Users\josez\OneDrive\Desktop\EPGE\climate_migration\figs\treatment_control_comparisons\polocentro_operational_majority_area\propensity\propensity_score_overlap_gaez_comparison.png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C:\Users\josez\OneDrive\Desktop\EPGE\climate_migration\figs\treatment_control_comparisons\polocentro_operational_majority_area\propensity\amc_1970_psw_weights_without_gaez.parquet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C:\Users\josez\OneDrive\Desktop\EPGE\climate_migration\figs\treatment_control_comparisons\polocentro_operational_majority_area\propensity\amc_1970_psw_weights_with_gaez.parquet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C:\Users\josez\OneDrive\Desktop\EPGE\climate_migration\figs\treatment_control_comparisons\polocentro_operational_any_seat_inside\amc\tables\weighted_interstate_migrants.csv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C:\Users\josez\OneDrive\Desktop\EPGE\climate_migration\figs\treatment_control_comparisons\polocentro_operational_any_seat_inside\amc\plots\weighted_interstate_migrants.png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C:\Users\josez\OneDrive\Desktop\EPGE\climate_migration\figs\treatment_control_comparisons\polocentro_operational_any_seat_inside\amc\tables\weighted_interstate_migrants.csv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C:\Users\josez\OneDrive\Desktop\EPGE\climate_migration\figs\treatment_control_comparisons\polocentro_operational_any_seat_inside\amc\tables\weighted_interstate_migrants.tex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C:\Users\josez\OneDrive\Desktop\EPGE\climate_migration\figs\treatment_control_comparisons\polocentro_operational_any_seat_inside\amc\plots\interstate_migrant_share_of_destination_age5plus.png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C:\Users\josez\OneDrive\Desktop\EPGE\climate_migration\figs\treatment_control_comparisons\polocentro_operational_any_seat_inside\amc\tables\interstate_migrant_share_of_destination_age5plus.csv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C:\Users\josez\OneDrive\Desktop\EPGE\climate_migration\figs\treatment_control_comparisons\polocentro_operational_any_seat_inside\amc\tables\interstate_migrant_share_of_destination_age5plus.tex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C:\Users\josez\OneDrive\Desktop\EPGE\climate_migration\figs\treatment_control_comparisons\polocentro_operational_any_seat_inside\amc\plots\education_fundamental_share_age25plus.png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C:\Users\josez\OneDrive\Desktop\EPGE\climate_migration\figs\treatment_control_comparisons\polocentro_operational_any_seat_inside\amc\plots\education_less_fundamental_share_age25plus.png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C:\Users\josez\OneDrive\Desktop\EPGE\climate_migration\figs\treatment_control_comparisons\polocentro_operational_any_seat_inside\amc\tables\education_less_fundamental_share_age25plus.csv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C:\Users\josez\OneDrive\Desktop\EPGE\climate_migration\figs\treatment_control_comparisons\polocentro_operational_any_seat_inside\amc\tables\education_less_fundamental_share_age25plus.tex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C:\Users\josez\OneDrive\Desktop\EPGE\climate_migration\figs\treatment_control_comparisons\polocentro_operational_any_seat_inside\amc\plots\education_secondary_share_age25plus.png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C:\Users\josez\OneDrive\Desktop\EPGE\climate_migration\figs\treatment_control_comparisons\polocentro_operational_any_seat_inside\amc\tables\education_secondary_share_age25plus.csv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C:\Users\josez\OneDrive\Desktop\EPGE\climate_migration\figs\treatment_control_comparisons\polocentro_operational_any_seat_inside\amc\tables\education_secondary_share_age25plus.tex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C:\Users\josez\OneDrive\Desktop\EPGE\climate_migration\figs\treatment_control_comparisons\polocentro_operational_any_seat_inside\amc\plots\education_tertiary_share_age25plus.png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C:\Users\josez\OneDrive\Desktop\EPGE\climate_migration\figs\treatment_control_comparisons\polocentro_operational_any_seat_inside\amc\tables\education_tertiary_share_age25plus.csv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C:\Users\josez\OneDrive\Desktop\EPGE\climate_migration\figs\treatment_control_comparisons\polocentro_operational_any_seat_inside\amc\tables\education_tertiary_share_age25plus.tex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C:\Users\josez\OneDrive\Desktop\EPGE\climate_migration\figs\treatment_control_comparisons\polocentro_operational_any_seat_inside\amc\plots\literacy_share_age15plus.png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C:\Users\josez\OneDrive\Desktop\EPGE\climate_migration\figs\treatment_control_comparisons\polocentro_operational_any_seat_inside\amc\tables\literacy_share_age15plus.csv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C:\Users\josez\OneDrive\Desktop\EPGE\climate_migration\figs\treatment_control_comparisons\polocentro_operational_any_seat_inside\amc\tables\literacy_share_age15plus.tex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C:\Users\josez\OneDrive\Desktop\EPGE\climate_migration\figs\treatment_control_comparisons\polocentro_operational_any_seat_inside\amc\plots\mean_education_years_age25plus.png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C:\Users\josez\OneDrive\Desktop\EPGE\climate_migration\figs\treatment_control_comparisons\polocentro_operational_any_seat_inside\amc\tables\mean_education_years_age25plus.csv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C:\Users\josez\OneDrive\Desktop\EPGE\climate_migration\figs\treatment_control_comparisons\polocentro_operational_any_seat_inside\amc\tables\mean_education_years_age25plus.tex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C:\Users\josez\OneDrive\Desktop\EPGE\climate_migration\figs\treatment_control_comparisons\polocentro_operational_any_seat_inside\amc\plots\employment_share_age15plus.png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C:\Users\josez\OneDrive\Desktop\EPGE\climate_migration\figs\treatment_control_comparisons\polocentro_operational_any_seat_inside\amc\tables\employment_share_age15plus.csv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C:\Users\josez\OneDrive\Desktop\EPGE\climate_migration\figs\treatment_control_comparisons\polocentro_operational_any_seat_inside\amc\tables\employment_share_age15plus.tex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C:\Users\josez\OneDrive\Desktop\EPGE\climate_migration\figs\treatment_control_comparisons\polocentro_operational_any_seat_inside\amc\plots\labor_force_share_age15plus.png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C:\Users\josez\OneDrive\Desktop\EPGE\climate_migration\figs\treatment_control_comparisons\polocentro_operational_any_seat_inside\amc\tables\labor_force_share_age15plus.csv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C:\Users\josez\OneDrive\Desktop\EPGE\climate_migration\figs\treatment_control_comparisons\polocentro_operational_any_seat_inside\amc\tables\labor_force_share_age15plus.tex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C:\Users\josez\OneDrive\Desktop\EPGE\climate_migration\figs\treatment_control_comparisons\polocentro_operational_any_seat_inside\amc\plots\electricity_share.png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C:\Users\josez\OneDrive\Desktop\EPGE\climate_migration\figs\treatment_control_comparisons\polocentro_operational_any_seat_inside\amc\tables\electricity_share.csv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C:\Users\josez\OneDrive\Desktop\EPGE\climate_migration\figs\treatment_control_comparisons\polocentro_operational_any_seat_inside\amc\tables\electricity_share.tex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C:\Users\josez\OneDrive\Desktop\EPGE\climate_migration\figs\treatment_control_comparisons\polocentro_operational_any_seat_inside\amc\plots\automobile_share.png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C:\Users\josez\OneDrive\Desktop\EPGE\climate_migration\figs\treatment_control_comparisons\polocentro_operational_any_seat_inside\amc\tables\automobile_share.csv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C:\Users\josez\OneDrive\Desktop\EPGE\climate_migration\figs\treatment_control_comparisons\polocentro_operational_any_seat_inside\amc\tables\automobile_share.tex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C:\Users\josez\OneDrive\Desktop\EPGE\climate_migration\figs\treatment_control_comparisons\polocentro_operational_any_seat_inside\amc\plots\mean_bathrooms.png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C:\Users\josez\OneDrive\Desktop\EPGE\climate_migration\figs\treatment_control_comparisons\polocentro_operational_any_seat_inside\amc\tables\mean_bathrooms.csv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C:\Users\josez\OneDrive\Desktop\EPGE\climate_migration\figs\treatment_control_comparisons\polocentro_operational_any_seat_inside\amc\tables\mean_bathrooms.tex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C:\Users\josez\OneDrive\Desktop\EPGE\climate_migration\figs\treatment_control_comparisons\polocentro_operational_any_seat_inside\amc\plots\mean_bedrooms.png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C:\Users\josez\OneDrive\Desktop\EPGE\climate_migration\figs\treatment_control_comparisons\polocentro_operational_any_seat_inside\amc\tables\mean_bedrooms.csv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C:\Users\josez\OneDrive\Desktop\EPGE\climate_migration\figs\treatment_control_comparisons\polocentro_operational_any_seat_inside\amc\tables\mean_bedrooms.tex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C:\Users\josez\OneDrive\Desktop\EPGE\climate_migration\figs\treatment_control_comparisons\polocentro_operational_any_seat_inside\amc\plots\mean_rooms.png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C:\Users\josez\OneDrive\Desktop\EPGE\climate_migration\figs\treatment_control_comparisons\polocentro_operational_any_seat_inside\amc\plots\refrigerator_share.png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C:\Users\josez\OneDrive\Desktop\EPGE\climate_migration\figs\treatment_control_comparisons\polocentro_operational_any_seat_inside\amc\tables\refrigerator_share.csv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C:\Users\josez\OneDrive\Desktop\EPGE\climate_migration\figs\treatment_control_comparisons\polocentro_operational_any_seat_inside\amc\tables\refrigerator_share.tex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C:\Users\josez\OneDrive\Desktop\EPGE\climate_migration\figs\treatment_control_comparisons\polocentro_operational_any_seat_inside\amc\plots\zero_income_share_age15plus.png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C:\Users\josez\OneDrive\Desktop\EPGE\climate_migration\figs\treatment_control_comparisons\polocentro_operational_any_seat_inside\amc\tables\zero_income_share_age15plus.csv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C:\Users\josez\OneDrive\Desktop\EPGE\climate_migration\figs\treatment_control_comparisons\polocentro_operational_any_seat_inside\amc\tables\zero_income_share_age15plus.tex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C:\Users\josez\OneDrive\Desktop\EPGE\climate_migration\figs\treatment_control_comparisons\polocentro_operational_any_seat_inside\amc\plots\positive_income_q1_share_age15plus.png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C:\Users\josez\OneDrive\Desktop\EPGE\climate_migration\figs\treatment_control_comparisons\polocentro_operational_any_seat_inside\amc\tables\positive_income_q1_share_age15plus.csv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C:\Users\josez\OneDrive\Desktop\EPGE\climate_migration\figs\treatment_control_comparisons\polocentro_operational_any_seat_inside\amc\tables\positive_income_q1_share_age15plus.tex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C:\Users\josez\OneDrive\Desktop\EPGE\climate_migration\figs\treatment_control_comparisons\polocentro_operational_any_seat_inside\amc\plots\positive_income_q2_share_age15plus.png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C:\Users\josez\OneDrive\Desktop\EPGE\climate_migration\figs\treatment_control_comparisons\polocentro_operational_any_seat_inside\amc\tables\positive_income_q2_share_age15plus.csv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C:\Users\josez\OneDrive\Desktop\EPGE\climate_migration\figs\treatment_control_comparisons\polocentro_operational_any_seat_inside\amc\tables\positive_income_q2_share_age15plus.tex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C:\Users\josez\OneDrive\Desktop\EPGE\climate_migration\figs\treatment_control_comparisons\polocentro_operational_any_seat_inside\amc\plots\positive_income_q3_share_age15plus.png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C:\Users\josez\OneDrive\Desktop\EPGE\climate_migration\figs\treatment_control_comparisons\polocentro_operational_any_seat_inside\amc\tables\positive_income_q3_share_age15plus.csv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C:\Users\josez\OneDrive\Desktop\EPGE\climate_migration\figs\treatment_control_comparisons\polocentro_operational_any_seat_inside\amc\tables\positive_income_q3_share_age15plus.tex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C:\Users\josez\OneDrive\Desktop\EPGE\climate_migration\figs\treatment_control_comparisons\polocentro_operational_any_seat_inside\amc\plots\positive_income_q4_share_age15plus.png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C:\Users\josez\OneDrive\Desktop\EPGE\climate_migration\figs\treatment_control_comparisons\polocentro_operational_any_seat_inside\amc\tables\positive_income_q4_share_age15plus.csv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C:\Users\josez\OneDrive\Desktop\EPGE\climate_migration\figs\treatment_control_comparisons\polocentro_operational_any_seat_inside\amc\tables\positive_income_q4_share_age15plus.tex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C:\Users\josez\OneDrive\Desktop\EPGE\climate_migration\figs\treatment_control_comparisons\polocentro_operational_any_seat_inside\amc\plots\positive_income_q5_share_age15plus.png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C:\Users\josez\OneDrive\Desktop\EPGE\climate_migration\figs\treatment_control_comparisons\polocentro_operational_any_seat_inside\amc\tables\positive_income_q5_share_age15plus.csv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C:\Users\josez\OneDrive\Desktop\EPGE\climate_migration\figs\treatment_control_comparisons\polocentro_operational_any_seat_inside\amc\tables\positive_income_q5_share_age15plus.tex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C:\Users\josez\OneDrive\Desktop\EPGE\climate_migration\figs\treatment_control_comparisons\polocentro_operational_any_seat_inside\amc\plots\weighted_population.png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C:\Users\josez\OneDrive\Desktop\EPGE\climate_migration\figs\treatment_control_comparisons\polocentro_operational_any_seat_inside\amc\tables\weighted_population.csv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C:\Users\josez\OneDrive\Desktop\EPGE\climate_migration\figs\treatment_control_comparisons\polocentro_operational_any_seat_inside\amc\tables\weighted_population.tex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C:\Users\josez\OneDrive\Desktop\EPGE\climate_migration\figs\treatment_control_comparisons\polocentro_operational_any_seat_inside\amc\plots\female_share.png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C:\Users\josez\OneDrive\Desktop\EPGE\climate_migration\figs\treatment_control_comparisons\polocentro_operational_any_seat_inside\amc\tables\female_share.csv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C:\Users\josez\OneDrive\Desktop\EPGE\climate_migration\figs\treatment_control_comparisons\polocentro_operational_any_seat_inside\amc\tables\female_share.tex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C:\Users\josez\OneDrive\Desktop\EPGE\climate_migration\figs\treatment_control_comparisons\polocentro_operational_any_seat_inside\amc\plots\race_asian_share.png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C:\Users\josez\OneDrive\Desktop\EPGE\climate_migration\figs\treatment_control_comparisons\polocentro_operational_any_seat_inside\amc\tables\race_asian_share.csv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C:\Users\josez\OneDrive\Desktop\EPGE\climate_migration\figs\treatment_control_comparisons\polocentro_operational_any_seat_inside\amc\tables\race_asian_share.tex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C:\Users\josez\OneDrive\Desktop\EPGE\climate_migration\figs\treatment_control_comparisons\polocentro_operational_any_seat_inside\amc\plots\race_black_share.png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C:\Users\josez\OneDrive\Desktop\EPGE\climate_migration\figs\treatment_control_comparisons\polocentro_operational_any_seat_inside\amc\tables\race_black_share.csv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C:\Users\josez\OneDrive\Desktop\EPGE\climate_migration\figs\treatment_control_comparisons\polocentro_operational_any_seat_inside\amc\tables\race_black_share.tex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C:\Users\josez\OneDrive\Desktop\EPGE\climate_migration\figs\treatment_control_comparisons\polocentro_operational_any_seat_inside\amc\plots\race_indigenous_share.png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C:\Users\josez\OneDrive\Desktop\EPGE\climate_migration\figs\treatment_control_comparisons\polocentro_operational_any_seat_inside\amc\tables\race_indigenous_share.csv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C:\Users\josez\OneDrive\Desktop\EPGE\climate_migration\figs\treatment_control_comparisons\polocentro_operational_any_seat_inside\amc\tables\race_indigenous_share.tex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C:\Users\josez\OneDrive\Desktop\EPGE\climate_migration\figs\treatment_control_comparisons\polocentro_operational_any_seat_inside\amc\plots\race_pardo_share.png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C:\Users\josez\OneDrive\Desktop\EPGE\climate_migration\figs\treatment_control_comparisons\polocentro_operational_any_seat_inside\amc\tables\race_pardo_share.csv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C:\Users\josez\OneDrive\Desktop\EPGE\climate_migration\figs\treatment_control_comparisons\polocentro_operational_any_seat_inside\amc\tables\race_pardo_share.tex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C:\Users\josez\OneDrive\Desktop\EPGE\climate_migration\figs\treatment_control_comparisons\polocentro_operational_any_seat_inside\amc\plots\race_white_share.png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C:\Users\josez\OneDrive\Desktop\EPGE\climate_migration\figs\treatment_control_comparisons\polocentro_operational_any_seat_inside\amc\tables\race_white_share.csv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C:\Users\josez\OneDrive\Desktop\EPGE\climate_migration\figs\treatment_control_comparisons\polocentro_operational_any_seat_inside\amc\tables\race_white_share.tex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C:\Users\josez\OneDrive\Desktop\EPGE\climate_migration\figs\treatment_control_comparisons\polocentro_operational_any_seat_inside\amc\plots\mean_household_size.png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C:\Users\josez\OneDrive\Desktop\EPGE\climate_migration\figs\treatment_control_comparisons\polocentro_operational_any_seat_inside\amc\tables\mean_household_size.csv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C:\Users\josez\OneDrive\Desktop\EPGE\climate_migration\figs\treatment_control_comparisons\polocentro_operational_any_seat_inside\amc\tables\mean_household_size.tex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C:\Users\josez\OneDrive\Desktop\EPGE\climate_migration\figs\treatment_control_comparisons\polocentro_operational_any_seat_inside\amc\plots\urban_share.png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C:\Users\josez\OneDrive\Desktop\EPGE\climate_migration\figs\treatment_control_comparisons\polocentro_operational_any_seat_inside\amc\tables\urban_share.csv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C:\Users\josez\OneDrive\Desktop\EPGE\climate_migration\figs\treatment_control_comparisons\polocentro_operational_any_seat_inside\amc\tables\urban_share.tex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C:\Users\josez\OneDrive\Desktop\EPGE\climate_migration\figs\treatment_control_comparisons\polocentro_operational_any_seat_inside\amc\plots\mean_age.png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C:\Users\josez\OneDrive\Desktop\EPGE\climate_migration\figs\treatment_control_comparisons\polocentro_operational_any_seat_inside\amc\tables\mean_age.csv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C:\Users\josez\OneDrive\Desktop\EPGE\climate_migration\figs\treatment_control_comparisons\polocentro_operational_any_seat_inside\amc\tables\mean_age.tex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C:\Users\josez\OneDrive\Desktop\EPGE\climate_migration\figs\treatment_control_comparisons\polocentro_operational_any_seat_inside\amc\plots\share_age_0_4.png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C:\Users\josez\OneDrive\Desktop\EPGE\climate_migration\figs\treatment_control_comparisons\polocentro_operational_any_seat_inside\amc\tables\share_age_0_4.csv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C:\Users\josez\OneDrive\Desktop\EPGE\climate_migration\figs\treatment_control_comparisons\polocentro_operational_any_seat_inside\amc\tables\share_age_0_4.tex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C:\Users\josez\OneDrive\Desktop\EPGE\climate_migration\figs\treatment_control_comparisons\polocentro_operational_any_seat_inside\amc\plots\share_age_15_24.png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C:\Users\josez\OneDrive\Desktop\EPGE\climate_migration\figs\treatment_control_comparisons\polocentro_operational_any_seat_inside\amc\tables\share_age_15_24.csv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C:\Users\josez\OneDrive\Desktop\EPGE\climate_migration\figs\treatment_control_comparisons\polocentro_operational_any_seat_inside\amc\tables\share_age_15_24.tex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C:\Users\josez\OneDrive\Desktop\EPGE\climate_migration\figs\treatment_control_comparisons\polocentro_operational_any_seat_inside\amc\plots\share_age_25_64.png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C:\Users\josez\OneDrive\Desktop\EPGE\climate_migration\figs\treatment_control_comparisons\polocentro_operational_any_seat_inside\amc\tables\share_age_25_64.csv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C:\Users\josez\OneDrive\Desktop\EPGE\climate_migration\figs\treatment_control_comparisons\polocentro_operational_any_seat_inside\amc\tables\share_age_25_64.tex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C:\Users\josez\OneDrive\Desktop\EPGE\climate_migration\figs\treatment_control_comparisons\polocentro_operational_any_seat_inside\amc\plots\share_age_5_14.png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C:\Users\josez\OneDrive\Desktop\EPGE\climate_migration\figs\treatment_control_comparisons\polocentro_operational_any_seat_inside\amc\tables\share_age_5_14.csv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C:\Users\josez\OneDrive\Desktop\EPGE\climate_migration\figs\treatment_control_comparisons\polocentro_operational_any_seat_inside\amc\tables\share_age_5_14.tex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C:\Users\josez\OneDrive\Desktop\EPGE\climate_migration\figs\treatment_control_comparisons\polocentro_operational_any_seat_inside\amc\plots\share_age_65plus.png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C:\Users\josez\OneDrive\Desktop\EPGE\climate_migration\figs\treatment_control_comparisons\polocentro_operational_any_seat_inside\amc\tables\share_age_65plus.csv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C:\Users\josez\OneDrive\Desktop\EPGE\climate_migration\figs\treatment_control_comparisons\polocentro_operational_any_seat_inside\amc\tables\share_age_65plus.tex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C:\Users\josez\OneDrive\Desktop\EPGE\climate_migration\figs\treatment_control_comparisons\polocentro_operational_any_seat_inside\amc\plots\gdp_total_per_capita_2010_brl.png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C:\Users\josez\OneDrive\Desktop\EPGE\climate_migration\figs\treatment_control_comparisons\polocentro_operational_any_seat_inside\amc\tables\gdp_total_per_capita_2010_brl.csv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C:\Users\josez\OneDrive\Desktop\EPGE\climate_migration\figs\treatment_control_comparisons\polocentro_operational_any_seat_inside\amc\tables\gdp_total_per_capita_2010_brl.tex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C:\Users\josez\OneDrive\Desktop\EPGE\climate_migration\figs\treatment_control_comparisons\polocentro_operational_any_seat_inside\amc\plots\va_industry_per_capita_2010_brl.png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C:\Users\josez\OneDrive\Desktop\EPGE\climate_migration\figs\treatment_control_comparisons\polocentro_operational_any_seat_inside\amc\tables\va_industry_per_capita_2010_brl.csv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C:\Users\josez\OneDrive\Desktop\EPGE\climate_migration\figs\treatment_control_comparisons\polocentro_operational_any_seat_inside\amc\tables\va_industry_per_capita_2010_brl.tex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C:\Users\josez\OneDrive\Desktop\EPGE\climate_migration\figs\treatment_control_comparisons\polocentro_operational_any_seat_inside\amc\plots\va_services_private_per_capita_2010_brl.png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C:\Users\josez\OneDrive\Desktop\EPGE\climate_migration\figs\treatment_control_comparisons\polocentro_operational_any_seat_inside\amc\tables\va_services_private_per_capita_2010_brl.csv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C:\Users\josez\OneDrive\Desktop\EPGE\climate_migration\figs\treatment_control_comparisons\polocentro_operational_any_seat_inside\amc\tables\va_services_private_per_capita_2010_brl.tex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C:\Users\josez\OneDrive\Desktop\EPGE\climate_migration\figs\treatment_control_comparisons\polocentro_operational_any_seat_inside\amc\plots\va_public_administration_per_capita_2010_brl.png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C:\Users\josez\OneDrive\Desktop\EPGE\climate_migration\figs\treatment_control_comparisons\polocentro_operational_any_seat_inside\amc\tables\va_public_administration_per_capita_2010_brl.csv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C:\Users\josez\OneDrive\Desktop\EPGE\climate_migration\figs\treatment_control_comparisons\polocentro_operational_any_seat_inside\amc\tables\va_public_administration_per_capita_2010_brl.tex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C:\Users\josez\OneDrive\Desktop\EPGE\climate_migration\figs\treatment_control_comparisons\polocentro_operational_any_seat_inside\amc\plots\va_agriculture_per_capita_2010_brl.png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C:\Users\josez\OneDrive\Desktop\EPGE\climate_migration\figs\treatment_control_comparisons\polocentro_operational_any_seat_inside\amc\tables\va_agriculture_per_capita_2010_brl.csv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C:\Users\josez\OneDrive\Desktop\EPGE\climate_migration\figs\treatment_control_comparisons\polocentro_operational_any_seat_inside\amc\tables\va_agriculture_per_capita_2010_brl.tex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C:\Users\josez\OneDrive\Desktop\EPGE\climate_migration\figs\treatment_control_comparisons\polocentro_operational_any_seat_inside\municipality\plots\log_gdp_total_2010_brl_thousand.png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C:\Users\josez\OneDrive\Desktop\EPGE\climate_migration\figs\treatment_control_comparisons\polocentro_operational_any_seat_inside\municipality\plots\log_va_industry_2010_brl_thousand.png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C:\Users\josez\OneDrive\Desktop\EPGE\climate_migration\figs\treatment_control_comparisons\polocentro_operational_any_seat_inside\municipality\plots\log_va_services_private_2010_brl_thousand.png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C:\Users\josez\OneDrive\Desktop\EPGE\climate_migration\figs\treatment_control_comparisons\polocentro_operational_any_seat_inside\municipality\plots\log_va_public_administration_2010_brl_thousand.png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C:\Users\josez\OneDrive\Desktop\EPGE\climate_migration\figs\treatment_control_comparisons\polocentro_operational_any_seat_inside\municipality\plots\log_va_agriculture_2010_brl_thousand.png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C:\Users\josez\OneDrive\Desktop\EPGE\climate_migration\figs\treatment_control_comparisons\polocentro_operational_any_seat_inside\municipality\tables\log_va_agriculture_2010_brl_thousand.tex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C:\Users\josez\OneDrive\Desktop\EPGE\climate_migration\figs\treatment_control_comparisons\polocentro_operational_any_seat_inside\municipality\plots\gdp_total_annualized_log_growth_pct.png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C:\Users\josez\OneDrive\Desktop\EPGE\climate_migration\figs\treatment_control_comparisons\polocentro_operational_any_seat_inside\municipality\tables\gdp_total_annualized_log_growth_pct.csv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C:\Users\josez\OneDrive\Desktop\EPGE\climate_migration\figs\treatment_control_comparisons\polocentro_operational_any_seat_inside\municipality\tables\gdp_total_annualized_log_growth_pct.tex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C:\Users\josez\OneDrive\Desktop\EPGE\climate_migration\figs\treatment_control_comparisons\polocentro_operational_any_seat_inside\municipality\plots\va_industry_annualized_log_growth_pct.png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C:\Users\josez\OneDrive\Desktop\EPGE\climate_migration\figs\treatment_control_comparisons\polocentro_operational_any_seat_inside\municipality\tables\va_industry_annualized_log_growth_pct.csv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C:\Users\josez\OneDrive\Desktop\EPGE\climate_migration\figs\treatment_control_comparisons\polocentro_operational_any_seat_inside\municipality\tables\va_industry_annualized_log_growth_pct.tex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C:\Users\josez\OneDrive\Desktop\EPGE\climate_migration\figs\treatment_control_comparisons\polocentro_operational_any_seat_inside\municipality\plots\va_services_private_annualized_log_growth_pct.png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C:\Users\josez\OneDrive\Desktop\EPGE\climate_migration\figs\treatment_control_comparisons\polocentro_operational_any_seat_inside\municipality\tables\va_services_private_annualized_log_growth_pct.csv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C:\Users\josez\OneDrive\Desktop\EPGE\climate_migration\figs\treatment_control_comparisons\polocentro_operational_any_seat_inside\municipality\tables\va_services_private_annualized_log_growth_pct.tex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C:\Users\josez\OneDrive\Desktop\EPGE\climate_migration\figs\treatment_control_comparisons\polocentro_operational_any_seat_inside\municipality\plots\va_public_administration_annualized_log_growth_pct.png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C:\Users\josez\OneDrive\Desktop\EPGE\climate_migration\figs\treatment_control_comparisons\polocentro_operational_any_seat_inside\municipality\tables\va_public_administration_annualized_log_growth_pct.csv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C:\Users\josez\OneDrive\Desktop\EPGE\climate_migration\figs\treatment_control_comparisons\polocentro_operational_any_seat_inside\municipality\tables\va_public_administration_annualized_log_growth_pct.tex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C:\Users\josez\OneDrive\Desktop\EPGE\climate_migration\figs\treatment_control_comparisons\polocentro_operational_any_seat_inside\municipality\plots\va_agriculture_annualized_log_growth_pct.png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C:\Users\josez\OneDrive\Desktop\EPGE\climate_migration\figs\treatment_control_comparisons\polocentro_operational_any_seat_inside\municipality\tables\va_agriculture_annualized_log_growth_pct.csv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C:\Users\josez\OneDrive\Desktop\EPGE\climate_migration\figs\treatment_control_comparisons\polocentro_operational_any_seat_inside\municipality\tables\va_agriculture_annualized_log_growth_pct.tex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C:\Users\josez\OneDrive\Desktop\EPGE\climate_migration\figs\treatment_control_comparisons\polocentro_operational_any_seat_inside\municipality\plots\va_industry_share_of_gdp.png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C:\Users\josez\OneDrive\Desktop\EPGE\climate_migration\figs\treatment_control_comparisons\polocentro_operational_any_seat_inside\municipality\tables\va_industry_share_of_gdp.csv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C:\Users\josez\OneDrive\Desktop\EPGE\climate_migration\figs\treatment_control_comparisons\polocentro_operational_any_seat_inside\municipality\tables\va_industry_share_of_gdp.tex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C:\Users\josez\OneDrive\Desktop\EPGE\climate_migration\figs\treatment_control_comparisons\polocentro_operational_any_seat_inside\municipality\plots\va_services_private_share_of_gdp.png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C:\Users\josez\OneDrive\Desktop\EPGE\climate_migration\figs\treatment_control_comparisons\polocentro_operational_any_seat_inside\municipality\tables\va_services_private_share_of_gdp.csv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C:\Users\josez\OneDrive\Desktop\EPGE\climate_migration\figs\treatment_control_comparisons\polocentro_operational_any_seat_inside\municipality\tables\va_services_private_share_of_gdp.tex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C:\Users\josez\OneDrive\Desktop\EPGE\climate_migration\figs\treatment_control_comparisons\polocentro_operational_any_seat_inside\municipality\plots\va_public_administration_share_of_gdp.png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C:\Users\josez\OneDrive\Desktop\EPGE\climate_migration\figs\treatment_control_comparisons\polocentro_operational_any_seat_inside\municipality\tables\va_public_administration_share_of_gdp.csv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C:\Users\josez\OneDrive\Desktop\EPGE\climate_migration\figs\treatment_control_comparisons\polocentro_operational_any_seat_inside\municipality\tables\va_public_administration_share_of_gdp.tex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C:\Users\josez\OneDrive\Desktop\EPGE\climate_migration\figs\treatment_control_comparisons\polocentro_operational_any_seat_inside\municipality\plots\va_agriculture_share_of_gdp.png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C:\Users\josez\OneDrive\Desktop\EPGE\climate_migration\figs\treatment_control_comparisons\polocentro_operational_any_seat_inside\municipality\tables\va_agriculture_share_of_gdp.csv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C:\Users\josez\OneDrive\Desktop\EPGE\climate_migration\figs\treatment_control_comparisons\polocentro_operational_any_seat_inside\municipality\tables\va_agriculture_share_of_gdp.tex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C:\Users\josez\OneDrive\Desktop\EPGE\climate_migration\figs\treatment_control_comparisons\polocentro_operational_any_seat_inside\environment\plots\native_vegetation_share_of_mapped.png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C:\Users\josez\OneDrive\Desktop\EPGE\climate_migration\figs\treatment_control_comparisons\polocentro_operational_any_seat_inside\environment\tables\native_vegetation_share_of_mapped.csv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C:\Users\josez\OneDrive\Desktop\EPGE\climate_migration\figs\treatment_control_comparisons\polocentro_operational_any_seat_inside\environment\tables\native_vegetation_share_of_mapped.tex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C:\Users\josez\OneDrive\Desktop\EPGE\climate_migration\figs\treatment_control_comparisons\polocentro_operational_any_seat_inside\environment\plots\anthropic_use_share_of_mapped.png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C:\Users\josez\OneDrive\Desktop\EPGE\climate_migration\figs\treatment_control_comparisons\polocentro_operational_any_seat_inside\environment\tables\anthropic_use_share_of_mapped.csv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C:\Users\josez\OneDrive\Desktop\EPGE\climate_migration\figs\treatment_control_comparisons\polocentro_operational_any_seat_inside\environment\tables\anthropic_use_share_of_mapped.tex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C:\Users\josez\OneDrive\Desktop\EPGE\climate_migration\figs\treatment_control_comparisons\polocentro_operational_any_seat_inside\environment\plots\farming_share_of_mapped.png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C:\Users\josez\OneDrive\Desktop\EPGE\climate_migration\figs\treatment_control_comparisons\polocentro_operational_any_seat_inside\environment\tables\farming_share_of_mapped.csv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C:\Users\josez\OneDrive\Desktop\EPGE\climate_migration\figs\treatment_control_comparisons\polocentro_operational_any_seat_inside\environment\tables\farming_share_of_mapped.tex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C:\Users\josez\OneDrive\Desktop\EPGE\climate_migration\figs\treatment_control_comparisons\polocentro_operational_any_seat_inside\environment\plots\pasture_share_of_mapped.png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C:\Users\josez\OneDrive\Desktop\EPGE\climate_migration\figs\treatment_control_comparisons\polocentro_operational_any_seat_inside\environment\tables\pasture_share_of_mapped.csv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C:\Users\josez\OneDrive\Desktop\EPGE\climate_migration\figs\treatment_control_comparisons\polocentro_operational_any_seat_inside\environment\tables\pasture_share_of_mapped.tex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C:\Users\josez\OneDrive\Desktop\EPGE\climate_migration\figs\treatment_control_comparisons\polocentro_operational_any_seat_inside\environment\plots\agriculture_share_of_mapped.png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C:\Users\josez\OneDrive\Desktop\EPGE\climate_migration\figs\treatment_control_comparisons\polocentro_operational_any_seat_inside\environment\tables\agriculture_share_of_mapped.csv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C:\Users\josez\OneDrive\Desktop\EPGE\climate_migration\figs\treatment_control_comparisons\polocentro_operational_any_seat_inside\environment\tables\agriculture_share_of_mapped.tex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C:\Users\josez\OneDrive\Desktop\EPGE\climate_migration\figs\treatment_control_comparisons\polocentro_operational_any_seat_inside\environment\plots\soybean_share_of_mapped.png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C:\Users\josez\OneDrive\Desktop\EPGE\climate_migration\figs\treatment_control_comparisons\polocentro_operational_any_seat_inside\environment\tables\soybean_share_of_mapped.csv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C:\Users\josez\OneDrive\Desktop\EPGE\climate_migration\figs\treatment_control_comparisons\polocentro_operational_any_seat_inside\environment\tables\soybean_share_of_mapped.tex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C:\Users\josez\OneDrive\Desktop\EPGE\climate_migration\figs\treatment_control_comparisons\polocentro_operational_any_seat_inside\environment\plots\urban_area_share_of_mapped.png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C:\Users\josez\OneDrive\Desktop\EPGE\climate_migration\figs\treatment_control_comparisons\polocentro_operational_any_seat_inside\environment\tables\urban_area_share_of_mapped.csv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C:\Users\josez\OneDrive\Desktop\EPGE\climate_migration\figs\treatment_control_comparisons\polocentro_operational_any_seat_inside\environment\tables\urban_area_share_of_mapped.tex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C:\Users\josez\OneDrive\Desktop\EPGE\climate_migration\figs\treatment_control_comparisons\polocentro_operational_any_seat_inside\environment\plots\native_vegetation_net_loss_share_of_1985.png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C:\Users\josez\OneDrive\Desktop\EPGE\climate_migration\figs\treatment_control_comparisons\polocentro_operational_any_seat_inside\environment\tables\native_vegetation_net_loss_share_of_1985.csv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C:\Users\josez\OneDrive\Desktop\EPGE\climate_migration\figs\treatment_control_comparisons\polocentro_operational_any_seat_inside\environment\tables\native_vegetation_net_loss_share_of_1985.tex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GAEZ suitability is a modeled static endowment, not observed annual production or actual input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C:\Users\josez\OneDrive\Desktop\EPGE\climate_migration\figs\treatment_control_comparisons\polocentro_operational_any_seat_inside\gaez\high_input_crop_suitability.png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C:\Users\josez\OneDrive\Desktop\EPGE\climate_migration\figs\treatment_control_comparisons\polocentro_operational_any_seat_inside\gaez\high_input_crop_suitability.csv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C:\Users\josez\OneDrive\Desktop\EPGE\climate_migration\figs\treatment_control_comparisons\polocentro_operational_any_seat_inside\gaez\high_input_crop_suitability.tex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C:\Users\josez\OneDrive\Desktop\EPGE\climate_migration\figs\treatment_control_comparisons\polocentro_operational_any_seat_inside\propensity\propensity_score_overlap_gaez_comparison.png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C:\Users\josez\OneDrive\Desktop\EPGE\climate_migration\figs\treatment_control_comparisons\polocentro_operational_any_seat_inside\propensity\amc_1970_psw_weights_without_gaez.parquet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C:\Users\josez\OneDrive\Desktop\EPGE\climate_migration\figs\treatment_control_comparisons\polocentro_operational_any_seat_inside\propensity\amc_1970_psw_weights_with_gaez.parquet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C:\Users\josez\OneDrive\Desktop\EPGE\climate_migration\figs\treatment_control_comparisons\polocentro_operational_core\amc\tables\weighted_interstate_migrants.csv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C:\Users\josez\OneDrive\Desktop\EPGE\climate_migration\figs\treatment_control_comparisons\polocentro_operational_core\amc\plots\weighted_interstate_migrants.png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C:\Users\josez\OneDrive\Desktop\EPGE\climate_migration\figs\treatment_control_comparisons\polocentro_operational_core\amc\tables\weighted_interstate_migrants.csv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C:\Users\josez\OneDrive\Desktop\EPGE\climate_migration\figs\treatment_control_comparisons\polocentro_operational_core\amc\tables\weighted_interstate_migrants.tex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C:\Users\josez\OneDrive\Desktop\EPGE\climate_migration\figs\treatment_control_comparisons\polocentro_operational_core\amc\plots\interstate_migrant_share_of_destination_age5plus.png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C:\Users\josez\OneDrive\Desktop\EPGE\climate_migration\figs\treatment_control_comparisons\polocentro_operational_core\amc\tables\interstate_migrant_share_of_destination_age5plus.csv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C:\Users\josez\OneDrive\Desktop\EPGE\climate_migration\figs\treatment_control_comparisons\polocentro_operational_core\amc\tables\interstate_migrant_share_of_destination_age5plus.tex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C:\Users\josez\OneDrive\Desktop\EPGE\climate_migration\figs\treatment_control_comparisons\polocentro_operational_core\amc\plots\education_fundamental_share_age25plus.png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C:\Users\josez\OneDrive\Desktop\EPGE\climate_migration\figs\treatment_control_comparisons\polocentro_operational_core\amc\plots\education_less_fundamental_share_age25plus.png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C:\Users\josez\OneDrive\Desktop\EPGE\climate_migration\figs\treatment_control_comparisons\polocentro_operational_core\amc\tables\education_less_fundamental_share_age25plus.csv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C:\Users\josez\OneDrive\Desktop\EPGE\climate_migration\figs\treatment_control_comparisons\polocentro_operational_core\amc\tables\education_less_fundamental_share_age25plus.tex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C:\Users\josez\OneDrive\Desktop\EPGE\climate_migration\figs\treatment_control_comparisons\polocentro_operational_core\amc\plots\education_secondary_share_age25plus.png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C:\Users\josez\OneDrive\Desktop\EPGE\climate_migration\figs\treatment_control_comparisons\polocentro_operational_core\amc\tables\education_secondary_share_age25plus.csv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C:\Users\josez\OneDrive\Desktop\EPGE\climate_migration\figs\treatment_control_comparisons\polocentro_operational_core\amc\tables\education_secondary_share_age25plus.tex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C:\Users\josez\OneDrive\Desktop\EPGE\climate_migration\figs\treatment_control_comparisons\polocentro_operational_core\amc\plots\education_tertiary_share_age25plus.png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C:\Users\josez\OneDrive\Desktop\EPGE\climate_migration\figs\treatment_control_comparisons\polocentro_operational_core\amc\tables\education_tertiary_share_age25plus.csv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C:\Users\josez\OneDrive\Desktop\EPGE\climate_migration\figs\treatment_control_comparisons\polocentro_operational_core\amc\tables\education_tertiary_share_age25plus.tex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C:\Users\josez\OneDrive\Desktop\EPGE\climate_migration\figs\treatment_control_comparisons\polocentro_operational_core\amc\plots\literacy_share_age15plus.png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C:\Users\josez\OneDrive\Desktop\EPGE\climate_migration\figs\treatment_control_comparisons\polocentro_operational_core\amc\tables\literacy_share_age15plus.csv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C:\Users\josez\OneDrive\Desktop\EPGE\climate_migration\figs\treatment_control_comparisons\polocentro_operational_core\amc\tables\literacy_share_age15plus.tex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C:\Users\josez\OneDrive\Desktop\EPGE\climate_migration\figs\treatment_control_comparisons\polocentro_operational_core\amc\plots\mean_education_years_age25plus.png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C:\Users\josez\OneDrive\Desktop\EPGE\climate_migration\figs\treatment_control_comparisons\polocentro_operational_core\amc\tables\mean_education_years_age25plus.csv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C:\Users\josez\OneDrive\Desktop\EPGE\climate_migration\figs\treatment_control_comparisons\polocentro_operational_core\amc\tables\mean_education_years_age25plus.tex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C:\Users\josez\OneDrive\Desktop\EPGE\climate_migration\figs\treatment_control_comparisons\polocentro_operational_core\amc\plots\employment_share_age15plus.png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C:\Users\josez\OneDrive\Desktop\EPGE\climate_migration\figs\treatment_control_comparisons\polocentro_operational_core\amc\tables\employment_share_age15plus.csv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C:\Users\josez\OneDrive\Desktop\EPGE\climate_migration\figs\treatment_control_comparisons\polocentro_operational_core\amc\tables\employment_share_age15plus.tex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C:\Users\josez\OneDrive\Desktop\EPGE\climate_migration\figs\treatment_control_comparisons\polocentro_operational_core\amc\plots\labor_force_share_age15plus.png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C:\Users\josez\OneDrive\Desktop\EPGE\climate_migration\figs\treatment_control_comparisons\polocentro_operational_core\amc\tables\labor_force_share_age15plus.csv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C:\Users\josez\OneDrive\Desktop\EPGE\climate_migration\figs\treatment_control_comparisons\polocentro_operational_core\amc\tables\labor_force_share_age15plus.tex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C:\Users\josez\OneDrive\Desktop\EPGE\climate_migration\figs\treatment_control_comparisons\polocentro_operational_core\amc\plots\electricity_share.png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C:\Users\josez\OneDrive\Desktop\EPGE\climate_migration\figs\treatment_control_comparisons\polocentro_operational_core\amc\tables\electricity_share.csv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C:\Users\josez\OneDrive\Desktop\EPGE\climate_migration\figs\treatment_control_comparisons\polocentro_operational_core\amc\tables\electricity_share.tex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C:\Users\josez\OneDrive\Desktop\EPGE\climate_migration\figs\treatment_control_comparisons\polocentro_operational_core\amc\plots\automobile_share.png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C:\Users\josez\OneDrive\Desktop\EPGE\climate_migration\figs\treatment_control_comparisons\polocentro_operational_core\amc\tables\automobile_share.csv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C:\Users\josez\OneDrive\Desktop\EPGE\climate_migration\figs\treatment_control_comparisons\polocentro_operational_core\amc\tables\automobile_share.tex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C:\Users\josez\OneDrive\Desktop\EPGE\climate_migration\figs\treatment_control_comparisons\polocentro_operational_core\amc\plots\mean_bathrooms.png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C:\Users\josez\OneDrive\Desktop\EPGE\climate_migration\figs\treatment_control_comparisons\polocentro_operational_core\amc\tables\mean_bathrooms.csv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C:\Users\josez\OneDrive\Desktop\EPGE\climate_migration\figs\treatment_control_comparisons\polocentro_operational_core\amc\tables\mean_bathrooms.tex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C:\Users\josez\OneDrive\Desktop\EPGE\climate_migration\figs\treatment_control_comparisons\polocentro_operational_core\amc\plots\mean_bedrooms.png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C:\Users\josez\OneDrive\Desktop\EPGE\climate_migration\figs\treatment_control_comparisons\polocentro_operational_core\amc\tables\mean_bedrooms.csv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C:\Users\josez\OneDrive\Desktop\EPGE\climate_migration\figs\treatment_control_comparisons\polocentro_operational_core\amc\tables\mean_bedrooms.tex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C:\Users\josez\OneDrive\Desktop\EPGE\climate_migration\figs\treatment_control_comparisons\polocentro_operational_core\amc\plots\mean_rooms.png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C:\Users\josez\OneDrive\Desktop\EPGE\climate_migration\figs\treatment_control_comparisons\polocentro_operational_core\amc\tables\mean_rooms.csv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C:\Users\josez\OneDrive\Desktop\EPGE\climate_migration\figs\treatment_control_comparisons\polocentro_operational_core\amc\tables\mean_rooms.tex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C:\Users\josez\OneDrive\Desktop\EPGE\climate_migration\figs\treatment_control_comparisons\polocentro_operational_core\amc\plots\refrigerator_share.png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C:\Users\josez\OneDrive\Desktop\EPGE\climate_migration\figs\treatment_control_comparisons\polocentro_operational_core\amc\tables\refrigerator_share.csv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C:\Users\josez\OneDrive\Desktop\EPGE\climate_migration\figs\treatment_control_comparisons\polocentro_operational_core\amc\tables\refrigerator_share.tex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C:\Users\josez\OneDrive\Desktop\EPGE\climate_migration\figs\treatment_control_comparisons\polocentro_operational_core\amc\plots\zero_income_share_age15plus.png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C:\Users\josez\OneDrive\Desktop\EPGE\climate_migration\figs\treatment_control_comparisons\polocentro_operational_core\amc\tables\zero_income_share_age15plus.csv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C:\Users\josez\OneDrive\Desktop\EPGE\climate_migration\figs\treatment_control_comparisons\polocentro_operational_core\amc\tables\zero_income_share_age15plus.tex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C:\Users\josez\OneDrive\Desktop\EPGE\climate_migration\figs\treatment_control_comparisons\polocentro_operational_core\amc\plots\positive_income_q1_share_age15plus.png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C:\Users\josez\OneDrive\Desktop\EPGE\climate_migration\figs\treatment_control_comparisons\polocentro_operational_core\amc\tables\positive_income_q1_share_age15plus.csv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C:\Users\josez\OneDrive\Desktop\EPGE\climate_migration\figs\treatment_control_comparisons\polocentro_operational_core\amc\tables\positive_income_q1_share_age15plus.tex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C:\Users\josez\OneDrive\Desktop\EPGE\climate_migration\figs\treatment_control_comparisons\polocentro_operational_core\amc\plots\positive_income_q2_share_age15plus.png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C:\Users\josez\OneDrive\Desktop\EPGE\climate_migration\figs\treatment_control_comparisons\polocentro_operational_core\amc\tables\positive_income_q2_share_age15plus.csv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C:\Users\josez\OneDrive\Desktop\EPGE\climate_migration\figs\treatment_control_comparisons\polocentro_operational_core\amc\tables\positive_income_q2_share_age15plus.tex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C:\Users\josez\OneDrive\Desktop\EPGE\climate_migration\figs\treatment_control_comparisons\polocentro_operational_core\amc\plots\positive_income_q3_share_age15plus.png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C:\Users\josez\OneDrive\Desktop\EPGE\climate_migration\figs\treatment_control_comparisons\polocentro_operational_core\amc\tables\positive_income_q3_share_age15plus.csv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C:\Users\josez\OneDrive\Desktop\EPGE\climate_migration\figs\treatment_control_comparisons\polocentro_operational_core\amc\tables\positive_income_q3_share_age15plus.tex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C:\Users\josez\OneDrive\Desktop\EPGE\climate_migration\figs\treatment_control_comparisons\polocentro_operational_core\amc\plots\positive_income_q4_share_age15plus.png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C:\Users\josez\OneDrive\Desktop\EPGE\climate_migration\figs\treatment_control_comparisons\polocentro_operational_core\amc\tables\positive_income_q4_share_age15plus.csv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C:\Users\josez\OneDrive\Desktop\EPGE\climate_migration\figs\treatment_control_comparisons\polocentro_operational_core\amc\tables\positive_income_q4_share_age15plus.tex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C:\Users\josez\OneDrive\Desktop\EPGE\climate_migration\figs\treatment_control_comparisons\polocentro_operational_core\amc\plots\positive_income_q5_share_age15plus.png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C:\Users\josez\OneDrive\Desktop\EPGE\climate_migration\figs\treatment_control_comparisons\polocentro_operational_core\amc\tables\positive_income_q5_share_age15plus.csv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C:\Users\josez\OneDrive\Desktop\EPGE\climate_migration\figs\treatment_control_comparisons\polocentro_operational_core\amc\tables\positive_income_q5_share_age15plus.tex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C:\Users\josez\OneDrive\Desktop\EPGE\climate_migration\figs\treatment_control_comparisons\polocentro_operational_core\amc\plots\weighted_population.png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C:\Users\josez\OneDrive\Desktop\EPGE\climate_migration\figs\treatment_control_comparisons\polocentro_operational_core\amc\tables\weighted_population.csv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C:\Users\josez\OneDrive\Desktop\EPGE\climate_migration\figs\treatment_control_comparisons\polocentro_operational_core\amc\tables\weighted_population.tex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C:\Users\josez\OneDrive\Desktop\EPGE\climate_migration\figs\treatment_control_comparisons\polocentro_operational_core\amc\plots\female_share.png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C:\Users\josez\OneDrive\Desktop\EPGE\climate_migration\figs\treatment_control_comparisons\polocentro_operational_core\amc\tables\female_share.csv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C:\Users\josez\OneDrive\Desktop\EPGE\climate_migration\figs\treatment_control_comparisons\polocentro_operational_core\amc\tables\female_share.tex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C:\Users\josez\OneDrive\Desktop\EPGE\climate_migration\figs\treatment_control_comparisons\polocentro_operational_core\amc\plots\race_asian_share.png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C:\Users\josez\OneDrive\Desktop\EPGE\climate_migration\figs\treatment_control_comparisons\polocentro_operational_core\amc\tables\race_asian_share.csv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C:\Users\josez\OneDrive\Desktop\EPGE\climate_migration\figs\treatment_control_comparisons\polocentro_operational_core\amc\tables\race_asian_share.tex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C:\Users\josez\OneDrive\Desktop\EPGE\climate_migration\figs\treatment_control_comparisons\polocentro_operational_core\amc\plots\race_black_share.png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C:\Users\josez\OneDrive\Desktop\EPGE\climate_migration\figs\treatment_control_comparisons\polocentro_operational_core\amc\tables\race_black_share.csv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C:\Users\josez\OneDrive\Desktop\EPGE\climate_migration\figs\treatment_control_comparisons\polocentro_operational_core\amc\tables\race_black_share.tex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C:\Users\josez\OneDrive\Desktop\EPGE\climate_migration\figs\treatment_control_comparisons\polocentro_operational_core\amc\plots\race_indigenous_share.png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C:\Users\josez\OneDrive\Desktop\EPGE\climate_migration\figs\treatment_control_comparisons\polocentro_operational_core\amc\tables\race_indigenous_share.csv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C:\Users\josez\OneDrive\Desktop\EPGE\climate_migration\figs\treatment_control_comparisons\polocentro_operational_core\amc\tables\race_indigenous_share.tex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C:\Users\josez\OneDrive\Desktop\EPGE\climate_migration\figs\treatment_control_comparisons\polocentro_operational_core\amc\plots\race_pardo_share.png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C:\Users\josez\OneDrive\Desktop\EPGE\climate_migration\figs\treatment_control_comparisons\polocentro_operational_core\amc\tables\race_pardo_share.csv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C:\Users\josez\OneDrive\Desktop\EPGE\climate_migration\figs\treatment_control_comparisons\polocentro_operational_core\amc\tables\race_pardo_share.tex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C:\Users\josez\OneDrive\Desktop\EPGE\climate_migration\figs\treatment_control_comparisons\polocentro_operational_core\amc\plots\race_white_share.png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C:\Users\josez\OneDrive\Desktop\EPGE\climate_migration\figs\treatment_control_comparisons\polocentro_operational_core\amc\tables\race_white_share.csv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C:\Users\josez\OneDrive\Desktop\EPGE\climate_migration\figs\treatment_control_comparisons\polocentro_operational_core\amc\tables\race_white_share.tex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C:\Users\josez\OneDrive\Desktop\EPGE\climate_migration\figs\treatment_control_comparisons\polocentro_operational_core\amc\plots\mean_household_size.png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C:\Users\josez\OneDrive\Desktop\EPGE\climate_migration\figs\treatment_control_comparisons\polocentro_operational_core\amc\tables\mean_household_size.csv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C:\Users\josez\OneDrive\Desktop\EPGE\climate_migration\figs\treatment_control_comparisons\polocentro_operational_core\amc\tables\mean_household_size.tex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C:\Users\josez\OneDrive\Desktop\EPGE\climate_migration\figs\treatment_control_comparisons\polocentro_operational_core\amc\plots\urban_share.png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C:\Users\josez\OneDrive\Desktop\EPGE\climate_migration\figs\treatment_control_comparisons\polocentro_operational_core\amc\tables\urban_share.csv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C:\Users\josez\OneDrive\Desktop\EPGE\climate_migration\figs\treatment_control_comparisons\polocentro_operational_core\amc\tables\urban_share.tex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C:\Users\josez\OneDrive\Desktop\EPGE\climate_migration\figs\treatment_control_comparisons\polocentro_operational_core\amc\plots\mean_age.png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C:\Users\josez\OneDrive\Desktop\EPGE\climate_migration\figs\treatment_control_comparisons\polocentro_operational_core\amc\tables\mean_age.csv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C:\Users\josez\OneDrive\Desktop\EPGE\climate_migration\figs\treatment_control_comparisons\polocentro_operational_core\amc\tables\mean_age.tex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C:\Users\josez\OneDrive\Desktop\EPGE\climate_migration\figs\treatment_control_comparisons\polocentro_operational_core\amc\plots\share_age_0_4.png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C:\Users\josez\OneDrive\Desktop\EPGE\climate_migration\figs\treatment_control_comparisons\polocentro_operational_core\amc\tables\share_age_0_4.csv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C:\Users\josez\OneDrive\Desktop\EPGE\climate_migration\figs\treatment_control_comparisons\polocentro_operational_core\amc\tables\share_age_0_4.tex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C:\Users\josez\OneDrive\Desktop\EPGE\climate_migration\figs\treatment_control_comparisons\polocentro_operational_core\amc\plots\share_age_15_24.png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C:\Users\josez\OneDrive\Desktop\EPGE\climate_migration\figs\treatment_control_comparisons\polocentro_operational_core\amc\tables\share_age_15_24.csv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C:\Users\josez\OneDrive\Desktop\EPGE\climate_migration\figs\treatment_control_comparisons\polocentro_operational_core\amc\tables\share_age_15_24.tex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C:\Users\josez\OneDrive\Desktop\EPGE\climate_migration\figs\treatment_control_comparisons\polocentro_operational_core\amc\plots\share_age_25_64.png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C:\Users\josez\OneDrive\Desktop\EPGE\climate_migration\figs\treatment_control_comparisons\polocentro_operational_core\amc\tables\share_age_25_64.csv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C:\Users\josez\OneDrive\Desktop\EPGE\climate_migration\figs\treatment_control_comparisons\polocentro_operational_core\amc\tables\share_age_25_64.tex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C:\Users\josez\OneDrive\Desktop\EPGE\climate_migration\figs\treatment_control_comparisons\polocentro_operational_core\amc\plots\share_age_5_14.png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C:\Users\josez\OneDrive\Desktop\EPGE\climate_migration\figs\treatment_control_comparisons\polocentro_operational_core\amc\tables\share_age_5_14.csv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C:\Users\josez\OneDrive\Desktop\EPGE\climate_migration\figs\treatment_control_comparisons\polocentro_operational_core\amc\tables\share_age_5_14.tex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C:\Users\josez\OneDrive\Desktop\EPGE\climate_migration\figs\treatment_control_comparisons\polocentro_operational_core\amc\plots\share_age_65plus.png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C:\Users\josez\OneDrive\Desktop\EPGE\climate_migration\figs\treatment_control_comparisons\polocentro_operational_core\amc\tables\share_age_65plus.csv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C:\Users\josez\OneDrive\Desktop\EPGE\climate_migration\figs\treatment_control_comparisons\polocentro_operational_core\amc\tables\share_age_65plus.tex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C:\Users\josez\OneDrive\Desktop\EPGE\climate_migration\figs\treatment_control_comparisons\polocentro_operational_core\amc\plots\gdp_total_per_capita_2010_brl.png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C:\Users\josez\OneDrive\Desktop\EPGE\climate_migration\figs\treatment_control_comparisons\polocentro_operational_core\amc\tables\gdp_total_per_capita_2010_brl.csv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C:\Users\josez\OneDrive\Desktop\EPGE\climate_migration\figs\treatment_control_comparisons\polocentro_operational_core\amc\tables\gdp_total_per_capita_2010_brl.tex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C:\Users\josez\OneDrive\Desktop\EPGE\climate_migration\figs\treatment_control_comparisons\polocentro_operational_core\amc\plots\va_industry_per_capita_2010_brl.png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C:\Users\josez\OneDrive\Desktop\EPGE\climate_migration\figs\treatment_control_comparisons\polocentro_operational_core\amc\tables\va_industry_per_capita_2010_brl.csv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C:\Users\josez\OneDrive\Desktop\EPGE\climate_migration\figs\treatment_control_comparisons\polocentro_operational_core\amc\tables\va_industry_per_capita_2010_brl.tex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C:\Users\josez\OneDrive\Desktop\EPGE\climate_migration\figs\treatment_control_comparisons\polocentro_operational_core\amc\plots\va_services_private_per_capita_2010_brl.png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C:\Users\josez\OneDrive\Desktop\EPGE\climate_migration\figs\treatment_control_comparisons\polocentro_operational_core\amc\tables\va_services_private_per_capita_2010_brl.csv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C:\Users\josez\OneDrive\Desktop\EPGE\climate_migration\figs\treatment_control_comparisons\polocentro_operational_core\amc\tables\va_services_private_per_capita_2010_brl.tex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C:\Users\josez\OneDrive\Desktop\EPGE\climate_migration\figs\treatment_control_comparisons\polocentro_operational_core\amc\plots\va_public_administration_per_capita_2010_brl.png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C:\Users\josez\OneDrive\Desktop\EPGE\climate_migration\figs\treatment_control_comparisons\polocentro_operational_core\amc\tables\va_public_administration_per_capita_2010_brl.csv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C:\Users\josez\OneDrive\Desktop\EPGE\climate_migration\figs\treatment_control_comparisons\polocentro_operational_core\amc\tables\va_public_administration_per_capita_2010_brl.tex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C:\Users\josez\OneDrive\Desktop\EPGE\climate_migration\figs\treatment_control_comparisons\polocentro_operational_core\amc\plots\va_agriculture_per_capita_2010_brl.png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C:\Users\josez\OneDrive\Desktop\EPGE\climate_migration\figs\treatment_control_comparisons\polocentro_operational_core\amc\tables\va_agriculture_per_capita_2010_brl.csv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C:\Users\josez\OneDrive\Desktop\EPGE\climate_migration\figs\treatment_control_comparisons\polocentro_operational_core\amc\tables\va_agriculture_per_capita_2010_brl.tex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C:\Users\josez\OneDrive\Desktop\EPGE\climate_migration\figs\treatment_control_comparisons\polocentro_operational_core\municipality\plots\log_gdp_total_2010_brl_thousand.png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C:\Users\josez\OneDrive\Desktop\EPGE\climate_migration\figs\treatment_control_comparisons\polocentro_operational_core\municipality\tables\log_gdp_total_2010_brl_thousand.csv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C:\Users\josez\OneDrive\Desktop\EPGE\climate_migration\figs\treatment_control_comparisons\polocentro_operational_core\municipality\tables\log_gdp_total_2010_brl_thousand.tex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C:\Users\josez\OneDrive\Desktop\EPGE\climate_migration\figs\treatment_control_comparisons\polocentro_operational_core\municipality\plots\log_va_industry_2010_brl_thousand.png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C:\Users\josez\OneDrive\Desktop\EPGE\climate_migration\figs\treatment_control_comparisons\polocentro_operational_core\municipality\tables\log_va_industry_2010_brl_thousand.csv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C:\Users\josez\OneDrive\Desktop\EPGE\climate_migration\figs\treatment_control_comparisons\polocentro_operational_core\municipality\tables\log_va_industry_2010_brl_thousand.tex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C:\Users\josez\OneDrive\Desktop\EPGE\climate_migration\figs\treatment_control_comparisons\polocentro_operational_core\municipality\plots\log_va_services_private_2010_brl_thousand.png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C:\Users\josez\OneDrive\Desktop\EPGE\climate_migration\figs\treatment_control_comparisons\polocentro_operational_core\municipality\tables\log_va_services_private_2010_brl_thousand.csv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C:\Users\josez\OneDrive\Desktop\EPGE\climate_migration\figs\treatment_control_comparisons\polocentro_operational_core\municipality\tables\log_va_services_private_2010_brl_thousand.tex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C:\Users\josez\OneDrive\Desktop\EPGE\climate_migration\figs\treatment_control_comparisons\polocentro_operational_core\municipality\plots\log_va_public_administration_2010_brl_thousand.png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C:\Users\josez\OneDrive\Desktop\EPGE\climate_migration\figs\treatment_control_comparisons\polocentro_operational_core\municipality\tables\log_va_public_administration_2010_brl_thousand.csv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C:\Users\josez\OneDrive\Desktop\EPGE\climate_migration\figs\treatment_control_comparisons\polocentro_operational_core\municipality\tables\log_va_public_administration_2010_brl_thousand.tex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C:\Users\josez\OneDrive\Desktop\EPGE\climate_migration\figs\treatment_control_comparisons\polocentro_operational_core\municipality\plots\log_va_agriculture_2010_brl_thousand.png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C:\Users\josez\OneDrive\Desktop\EPGE\climate_migration\figs\treatment_control_comparisons\polocentro_operational_core\municipality\tables\log_va_agriculture_2010_brl_thousand.csv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C:\Users\josez\OneDrive\Desktop\EPGE\climate_migration\figs\treatment_control_comparisons\polocentro_operational_core\municipality\tables\log_va_agriculture_2010_brl_thousand.tex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C:\Users\josez\OneDrive\Desktop\EPGE\climate_migration\figs\treatment_control_comparisons\polocentro_operational_core\municipality\plots\gdp_total_annualized_log_growth_pct.png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C:\Users\josez\OneDrive\Desktop\EPGE\climate_migration\figs\treatment_control_comparisons\polocentro_operational_core\municipality\tables\gdp_total_annualized_log_growth_pct.csv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C:\Users\josez\OneDrive\Desktop\EPGE\climate_migration\figs\treatment_control_comparisons\polocentro_operational_core\municipality\tables\gdp_total_annualized_log_growth_pct.tex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C:\Users\josez\OneDrive\Desktop\EPGE\climate_migration\figs\treatment_control_comparisons\polocentro_operational_core\municipality\plots\va_industry_annualized_log_growth_pct.png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C:\Users\josez\OneDrive\Desktop\EPGE\climate_migration\figs\treatment_control_comparisons\polocentro_operational_core\municipality\tables\va_industry_annualized_log_growth_pct.csv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C:\Users\josez\OneDrive\Desktop\EPGE\climate_migration\figs\treatment_control_comparisons\polocentro_operational_core\municipality\tables\va_industry_annualized_log_growth_pct.tex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C:\Users\josez\OneDrive\Desktop\EPGE\climate_migration\figs\treatment_control_comparisons\polocentro_operational_core\municipality\plots\va_services_private_annualized_log_growth_pct.png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C:\Users\josez\OneDrive\Desktop\EPGE\climate_migration\figs\treatment_control_comparisons\polocentro_operational_core\municipality\tables\va_services_private_annualized_log_growth_pct.csv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C:\Users\josez\OneDrive\Desktop\EPGE\climate_migration\figs\treatment_control_comparisons\polocentro_operational_core\municipality\tables\va_services_private_annualized_log_growth_pct.tex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C:\Users\josez\OneDrive\Desktop\EPGE\climate_migration\figs\treatment_control_comparisons\polocentro_operational_core\municipality\plots\va_public_administration_annualized_log_growth_pct.png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C:\Users\josez\OneDrive\Desktop\EPGE\climate_migration\figs\treatment_control_comparisons\polocentro_operational_core\municipality\tables\va_public_administration_annualized_log_growth_pct.csv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C:\Users\josez\OneDrive\Desktop\EPGE\climate_migration\figs\treatment_control_comparisons\polocentro_operational_core\municipality\tables\va_public_administration_annualized_log_growth_pct.tex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C:\Users\josez\OneDrive\Desktop\EPGE\climate_migration\figs\treatment_control_comparisons\polocentro_operational_core\municipality\plots\va_agriculture_annualized_log_growth_pct.png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C:\Users\josez\OneDrive\Desktop\EPGE\climate_migration\figs\treatment_control_comparisons\polocentro_operational_core\municipality\tables\va_agriculture_annualized_log_growth_pct.csv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C:\Users\josez\OneDrive\Desktop\EPGE\climate_migration\figs\treatment_control_comparisons\polocentro_operational_core\municipality\tables\va_agriculture_annualized_log_growth_pct.tex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C:\Users\josez\OneDrive\Desktop\EPGE\climate_migration\figs\treatment_control_comparisons\polocentro_operational_core\municipality\plots\va_industry_share_of_gdp.png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C:\Users\josez\OneDrive\Desktop\EPGE\climate_migration\figs\treatment_control_comparisons\polocentro_operational_core\municipality\tables\va_industry_share_of_gdp.csv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C:\Users\josez\OneDrive\Desktop\EPGE\climate_migration\figs\treatment_control_comparisons\polocentro_operational_core\municipality\tables\va_industry_share_of_gdp.tex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C:\Users\josez\OneDrive\Desktop\EPGE\climate_migration\figs\treatment_control_comparisons\polocentro_operational_core\municipality\plots\va_services_private_share_of_gdp.png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C:\Users\josez\OneDrive\Desktop\EPGE\climate_migration\figs\treatment_control_comparisons\polocentro_operational_core\municipality\tables\va_services_private_share_of_gdp.csv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C:\Users\josez\OneDrive\Desktop\EPGE\climate_migration\figs\treatment_control_comparisons\polocentro_operational_core\municipality\tables\va_services_private_share_of_gdp.tex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C:\Users\josez\OneDrive\Desktop\EPGE\climate_migration\figs\treatment_control_comparisons\polocentro_operational_core\municipality\plots\va_public_administration_share_of_gdp.png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C:\Users\josez\OneDrive\Desktop\EPGE\climate_migration\figs\treatment_control_comparisons\polocentro_operational_core\municipality\tables\va_public_administration_share_of_gdp.csv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C:\Users\josez\OneDrive\Desktop\EPGE\climate_migration\figs\treatment_control_comparisons\polocentro_operational_core\municipality\tables\va_public_administration_share_of_gdp.tex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C:\Users\josez\OneDrive\Desktop\EPGE\climate_migration\figs\treatment_control_comparisons\polocentro_operational_core\municipality\plots\va_agriculture_share_of_gdp.png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C:\Users\josez\OneDrive\Desktop\EPGE\climate_migration\figs\treatment_control_comparisons\polocentro_operational_core\municipality\tables\va_agriculture_share_of_gdp.csv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C:\Users\josez\OneDrive\Desktop\EPGE\climate_migration\figs\treatment_control_comparisons\polocentro_operational_core\municipality\tables\va_agriculture_share_of_gdp.tex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C:\Users\josez\OneDrive\Desktop\EPGE\climate_migration\figs\treatment_control_comparisons\polocentro_operational_core\environment\plots\native_vegetation_share_of_mapped.png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C:\Users\josez\OneDrive\Desktop\EPGE\climate_migration\figs\treatment_control_comparisons\polocentro_operational_core\environment\tables\native_vegetation_share_of_mapped.csv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C:\Users\josez\OneDrive\Desktop\EPGE\climate_migration\figs\treatment_control_comparisons\polocentro_operational_core\environment\tables\native_vegetation_share_of_mapped.tex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C:\Users\josez\OneDrive\Desktop\EPGE\climate_migration\figs\treatment_control_comparisons\polocentro_operational_core\environment\plots\anthropic_use_share_of_mapped.png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C:\Users\josez\OneDrive\Desktop\EPGE\climate_migration\figs\treatment_control_comparisons\polocentro_operational_core\environment\tables\anthropic_use_share_of_mapped.csv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C:\Users\josez\OneDrive\Desktop\EPGE\climate_migration\figs\treatment_control_comparisons\polocentro_operational_core\environment\tables\anthropic_use_share_of_mapped.tex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C:\Users\josez\OneDrive\Desktop\EPGE\climate_migration\figs\treatment_control_comparisons\polocentro_operational_core\environment\plots\farming_share_of_mapped.png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C:\Users\josez\OneDrive\Desktop\EPGE\climate_migration\figs\treatment_control_comparisons\polocentro_operational_core\environment\tables\farming_share_of_mapped.csv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C:\Users\josez\OneDrive\Desktop\EPGE\climate_migration\figs\treatment_control_comparisons\polocentro_operational_core\environment\tables\farming_share_of_mapped.tex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C:\Users\josez\OneDrive\Desktop\EPGE\climate_migration\figs\treatment_control_comparisons\polocentro_operational_core\environment\plots\pasture_share_of_mapped.png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C:\Users\josez\OneDrive\Desktop\EPGE\climate_migration\figs\treatment_control_comparisons\polocentro_operational_core\environment\tables\pasture_share_of_mapped.csv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C:\Users\josez\OneDrive\Desktop\EPGE\climate_migration\figs\treatment_control_comparisons\polocentro_operational_core\environment\tables\pasture_share_of_mapped.tex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C:\Users\josez\OneDrive\Desktop\EPGE\climate_migration\figs\treatment_control_comparisons\polocentro_operational_core\environment\plots\agriculture_share_of_mapped.png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C:\Users\josez\OneDrive\Desktop\EPGE\climate_migration\figs\treatment_control_comparisons\polocentro_operational_core\environment\tables\agriculture_share_of_mapped.csv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C:\Users\josez\OneDrive\Desktop\EPGE\climate_migration\figs\treatment_control_comparisons\polocentro_operational_core\environment\tables\agriculture_share_of_mapped.tex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C:\Users\josez\OneDrive\Desktop\EPGE\climate_migration\figs\treatment_control_comparisons\polocentro_operational_core\environment\plots\soybean_share_of_mapped.png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C:\Users\josez\OneDrive\Desktop\EPGE\climate_migration\figs\treatment_control_comparisons\polocentro_operational_core\environment\tables\soybean_share_of_mapped.csv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C:\Users\josez\OneDrive\Desktop\EPGE\climate_migration\figs\treatment_control_comparisons\polocentro_operational_core\environment\tables\soybean_share_of_mapped.tex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C:\Users\josez\OneDrive\Desktop\EPGE\climate_migration\figs\treatment_control_comparisons\polocentro_operational_core\environment\plots\urban_area_share_of_mapped.png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C:\Users\josez\OneDrive\Desktop\EPGE\climate_migration\figs\treatment_control_comparisons\polocentro_operational_core\environment\tables\urban_area_share_of_mapped.csv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C:\Users\josez\OneDrive\Desktop\EPGE\climate_migration\figs\treatment_control_comparisons\polocentro_operational_core\environment\tables\urban_area_share_of_mapped.tex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title summarizes unadjusted group means and should not be interpreted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C:\Users\josez\OneDrive\Desktop\EPGE\climate_migration\figs\treatment_control_comparisons\polocentro_operational_core\environment\plots\native_vegetation_net_loss_share_of_1985.png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C:\Users\josez\OneDrive\Desktop\EPGE\climate_migration\figs\treatment_control_comparisons\polocentro_operational_core\environment\tables\native_vegetation_net_loss_share_of_1985.csv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C:\Users\josez\OneDrive\Desktop\EPGE\climate_migration\figs\treatment_control_comparisons\polocentro_operational_core\environment\tables\native_vegetation_net_loss_share_of_1985.tex</a:t>
            </a:r>
          </a:p>
          <a:p xmlns:a="http://schemas.openxmlformats.org/drawingml/2006/main">
            <a:r>
              <a:t>- C:\Users\josez\OneDrive\Desktop\EPGE\climate_migration\data\processed\polocentro_environment\mapbiomas_collection11_metadata.json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GAEZ suitability is a modeled static endowment, not observed annual production or actual input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C:\Users\josez\OneDrive\Desktop\EPGE\climate_migration\figs\treatment_control_comparisons\polocentro_operational_core\gaez\high_input_crop_suitability.png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C:\Users\josez\OneDrive\Desktop\EPGE\climate_migration\figs\treatment_control_comparisons\polocentro_operational_core\gaez\high_input_crop_suitability.csv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C:\Users\josez\OneDrive\Desktop\EPGE\climate_migration\figs\treatment_control_comparisons\polocentro_operational_core\gaez\high_input_crop_suitability.tex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C:\Users\josez\OneDrive\Desktop\EPGE\climate_migration\figs\treatment_control_comparisons\polocentro_operational_core\propensity\propensity_score_overlap_gaez_comparison.png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C:\Users\josez\OneDrive\Desktop\EPGE\climate_migration\figs\treatment_control_comparisons\polocentro_operational_core\propensity\amc_1970_psw_weights_without_gaez.parquet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C:\Users\josez\OneDrive\Desktop\EPGE\climate_migration\figs\treatment_control_comparisons\polocentro_operational_core\propensity\amc_1970_psw_weights_with_gaez.parquet</a:t>
            </a:r>
          </a:p>
          <a:p xmlns:a="http://schemas.openxmlformats.org/drawingml/2006/main">
            <a:r>
              <a:t>- C:\Users\josez\OneDrive\Desktop\EPGE\climate_migration\data\processed\polocentro_environment\gaez_v4_6190_metadata.json</a:t>
            </a:r>
          </a:p>
          <a:p xmlns:a="http://schemas.openxmlformats.org/drawingml/2006/main">
            <a:r>
              <a:t>- C:\Users\josez\OneDrive\Desktop\EPGE\climate_migration\reports\polocentro_environment_crop_suitability_report.md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C:\Users\josez\OneDrive\Desktop\EPGE\climate_migration\figs\treatment_control_comparisons\polocentro_operational_any_overlap\propensity\covariate_balance_with_gaez.csv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C:\Users\josez\OneDrive\Desktop\EPGE\climate_migration\figs\treatment_control_comparisons\polocentro_operational_majority_area\propensity\covariate_balance_with_gaez.csv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C:\Users\josez\OneDrive\Desktop\EPGE\climate_migration\figs\treatment_control_comparisons\polocentro_operational_any_seat_inside\propensity\covariate_balance_with_gaez.csv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C:\Users\josez\OneDrive\Desktop\EPGE\climate_migration\figs\treatment_control_comparisons\polocentro_operational_core\propensity\diagnostics_without_gaez.json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C:\Users\josez\OneDrive\Desktop\EPGE\climate_migration\figs\treatment_control_comparisons\polocentro_operational_core\propensity\covariate_balance_without_gaez.csv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C:\Users\josez\OneDrive\Desktop\EPGE\climate_migration\figs\treatment_control_comparisons\polocentro_operational_core\propensity\diagnostics_with_gaez.json</a:t>
            </a:r>
          </a:p>
          <a:p xmlns:a="http://schemas.openxmlformats.org/drawingml/2006/main">
            <a:r>
              <a:t>- C:\Users\josez\OneDrive\Desktop\EPGE\climate_migration\figs\treatment_control_comparisons\polocentro_operational_core\propensity\covariate_balance_with_gaez.csv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868763209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83f7bc6dd46f0" /><Relationship Type="http://schemas.openxmlformats.org/officeDocument/2006/relationships/slideLayout" Target="/ppt/slideLayouts/slideLayout1.xml" Id="Rcb23ee63fc5748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3ee63fc5748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8ea7c4ac64418" /><Relationship Type="http://schemas.openxmlformats.org/officeDocument/2006/relationships/notesSlide" Target="/ppt/notesSlides/notesSlide1.xml" Id="Rd81e29803a95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507af617448aa" /><Relationship Type="http://schemas.openxmlformats.org/officeDocument/2006/relationships/notesSlide" Target="/ppt/notesSlides/notesSlide2.xml" Id="R3fcaf72d79c244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b718f8c0400c" /><Relationship Type="http://schemas.openxmlformats.org/officeDocument/2006/relationships/notesSlide" Target="/ppt/notesSlides/notesSlide3.xml" Id="Rad04f74bb1f7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290d3484c42a4" /><Relationship Type="http://schemas.openxmlformats.org/officeDocument/2006/relationships/image" Target="/ppt/media/image.png" Id="R4125d0036bd3463f" /><Relationship Type="http://schemas.openxmlformats.org/officeDocument/2006/relationships/notesSlide" Target="/ppt/notesSlides/notesSlide4.xml" Id="R965b132a5c5144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484f451a542d3" /><Relationship Type="http://schemas.openxmlformats.org/officeDocument/2006/relationships/image" Target="/ppt/media/image2.png" Id="R359cedaadd0040a2" /><Relationship Type="http://schemas.openxmlformats.org/officeDocument/2006/relationships/notesSlide" Target="/ppt/notesSlides/notesSlide5.xml" Id="R9902c7e84298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00e04a92d4307" /><Relationship Type="http://schemas.openxmlformats.org/officeDocument/2006/relationships/image" Target="/ppt/media/image3.png" Id="R7338af1156d647c4" /><Relationship Type="http://schemas.openxmlformats.org/officeDocument/2006/relationships/notesSlide" Target="/ppt/notesSlides/notesSlide6.xml" Id="R18a72574990c4c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2e6c18417460f" /><Relationship Type="http://schemas.openxmlformats.org/officeDocument/2006/relationships/image" Target="/ppt/media/image4.png" Id="R75704e4e78574e6c" /><Relationship Type="http://schemas.openxmlformats.org/officeDocument/2006/relationships/notesSlide" Target="/ppt/notesSlides/notesSlide7.xml" Id="Rb00f0245289040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7f351855c428e" /><Relationship Type="http://schemas.openxmlformats.org/officeDocument/2006/relationships/image" Target="/ppt/media/image5.png" Id="R53c5f4e9e92a4e1d" /><Relationship Type="http://schemas.openxmlformats.org/officeDocument/2006/relationships/notesSlide" Target="/ppt/notesSlides/notesSlide8.xml" Id="R6738512f28b249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0c7c11be4237" /><Relationship Type="http://schemas.openxmlformats.org/officeDocument/2006/relationships/image" Target="/ppt/media/image6.png" Id="R8c7c526615f24ac8" /><Relationship Type="http://schemas.openxmlformats.org/officeDocument/2006/relationships/notesSlide" Target="/ppt/notesSlides/notesSlide9.xml" Id="R5aaef9b386474d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659080aba4008" /><Relationship Type="http://schemas.openxmlformats.org/officeDocument/2006/relationships/image" Target="/ppt/media/image7.png" Id="Rfb12e8991cba45b6" /><Relationship Type="http://schemas.openxmlformats.org/officeDocument/2006/relationships/notesSlide" Target="/ppt/notesSlides/notesSlide10.xml" Id="Ref8263b0e1d7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f49eafcea488d" /><Relationship Type="http://schemas.openxmlformats.org/officeDocument/2006/relationships/image" Target="/ppt/media/image8.png" Id="Reba7d089c1f3453c" /><Relationship Type="http://schemas.openxmlformats.org/officeDocument/2006/relationships/notesSlide" Target="/ppt/notesSlides/notesSlide11.xml" Id="R44b46046affa4a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907c961b4c99" /><Relationship Type="http://schemas.openxmlformats.org/officeDocument/2006/relationships/image" Target="/ppt/media/image9.png" Id="Rfcd1cd2fa93545e2" /><Relationship Type="http://schemas.openxmlformats.org/officeDocument/2006/relationships/notesSlide" Target="/ppt/notesSlides/notesSlide12.xml" Id="Rfd23872c73ef41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3f903f10546ce" /><Relationship Type="http://schemas.openxmlformats.org/officeDocument/2006/relationships/image" Target="/ppt/media/image10.png" Id="R28a56fa5cc044e5e" /><Relationship Type="http://schemas.openxmlformats.org/officeDocument/2006/relationships/notesSlide" Target="/ppt/notesSlides/notesSlide13.xml" Id="Rd32429cfccc348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dfb52b80f4d5e" /><Relationship Type="http://schemas.openxmlformats.org/officeDocument/2006/relationships/image" Target="/ppt/media/image11.png" Id="R36787cad86654156" /><Relationship Type="http://schemas.openxmlformats.org/officeDocument/2006/relationships/notesSlide" Target="/ppt/notesSlides/notesSlide14.xml" Id="R5dd52a0ea7a34a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3af8aa01449a5" /><Relationship Type="http://schemas.openxmlformats.org/officeDocument/2006/relationships/image" Target="/ppt/media/image12.png" Id="Rb21993a2dffa4cbd" /><Relationship Type="http://schemas.openxmlformats.org/officeDocument/2006/relationships/notesSlide" Target="/ppt/notesSlides/notesSlide15.xml" Id="Rc665e6e6a86949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0249405cc4469" /><Relationship Type="http://schemas.openxmlformats.org/officeDocument/2006/relationships/image" Target="/ppt/media/image13.png" Id="Re4c2050d24894ec1" /><Relationship Type="http://schemas.openxmlformats.org/officeDocument/2006/relationships/notesSlide" Target="/ppt/notesSlides/notesSlide16.xml" Id="R49d47fb74eb843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98e36b92e4345" /><Relationship Type="http://schemas.openxmlformats.org/officeDocument/2006/relationships/image" Target="/ppt/media/image14.png" Id="R6ff96b3b20b34b2b" /><Relationship Type="http://schemas.openxmlformats.org/officeDocument/2006/relationships/notesSlide" Target="/ppt/notesSlides/notesSlide17.xml" Id="R97d777295ccc49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b2a007f004f0b" /><Relationship Type="http://schemas.openxmlformats.org/officeDocument/2006/relationships/image" Target="/ppt/media/image15.png" Id="Rf1b1b526f5c84939" /><Relationship Type="http://schemas.openxmlformats.org/officeDocument/2006/relationships/notesSlide" Target="/ppt/notesSlides/notesSlide18.xml" Id="R6b5cfc09e98941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9b0a8417043ae" /><Relationship Type="http://schemas.openxmlformats.org/officeDocument/2006/relationships/image" Target="/ppt/media/image16.png" Id="R9cf1a0819924447e" /><Relationship Type="http://schemas.openxmlformats.org/officeDocument/2006/relationships/notesSlide" Target="/ppt/notesSlides/notesSlide19.xml" Id="R04fabeeae41246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00a2ee017439a" /><Relationship Type="http://schemas.openxmlformats.org/officeDocument/2006/relationships/image" Target="/ppt/media/image17.png" Id="R060890d1f90447d7" /><Relationship Type="http://schemas.openxmlformats.org/officeDocument/2006/relationships/notesSlide" Target="/ppt/notesSlides/notesSlide20.xml" Id="Rdfd873e67f674e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59a24d4f14dbb" /><Relationship Type="http://schemas.openxmlformats.org/officeDocument/2006/relationships/image" Target="/ppt/media/image18.png" Id="R6e97afb009b24857" /><Relationship Type="http://schemas.openxmlformats.org/officeDocument/2006/relationships/notesSlide" Target="/ppt/notesSlides/notesSlide21.xml" Id="Rfeb95757ca7e48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e1117567d4723" /><Relationship Type="http://schemas.openxmlformats.org/officeDocument/2006/relationships/image" Target="/ppt/media/image19.png" Id="R4aaec3cf46554311" /><Relationship Type="http://schemas.openxmlformats.org/officeDocument/2006/relationships/notesSlide" Target="/ppt/notesSlides/notesSlide22.xml" Id="Re2e8cf9b02e74a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347d0a69e4fe3" /><Relationship Type="http://schemas.openxmlformats.org/officeDocument/2006/relationships/image" Target="/ppt/media/image20.png" Id="R09c05e2bba614a0b" /><Relationship Type="http://schemas.openxmlformats.org/officeDocument/2006/relationships/notesSlide" Target="/ppt/notesSlides/notesSlide23.xml" Id="R6859fd94f8ba4a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2e3716dad453d" /><Relationship Type="http://schemas.openxmlformats.org/officeDocument/2006/relationships/image" Target="/ppt/media/image21.png" Id="Rf8a23673e9ef428f" /><Relationship Type="http://schemas.openxmlformats.org/officeDocument/2006/relationships/notesSlide" Target="/ppt/notesSlides/notesSlide24.xml" Id="Rfca07f27c71940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ce7ad1c97404c" /><Relationship Type="http://schemas.openxmlformats.org/officeDocument/2006/relationships/image" Target="/ppt/media/image22.png" Id="R265a8995803a42a5" /><Relationship Type="http://schemas.openxmlformats.org/officeDocument/2006/relationships/notesSlide" Target="/ppt/notesSlides/notesSlide25.xml" Id="R6224594c83c844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d217c4ae54d8e" /><Relationship Type="http://schemas.openxmlformats.org/officeDocument/2006/relationships/image" Target="/ppt/media/image23.png" Id="R1664275a4f624bf0" /><Relationship Type="http://schemas.openxmlformats.org/officeDocument/2006/relationships/notesSlide" Target="/ppt/notesSlides/notesSlide26.xml" Id="Rff29d9bcd0ef4c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fb8265a44b01" /><Relationship Type="http://schemas.openxmlformats.org/officeDocument/2006/relationships/image" Target="/ppt/media/image24.png" Id="R1c5509ff40804d4d" /><Relationship Type="http://schemas.openxmlformats.org/officeDocument/2006/relationships/notesSlide" Target="/ppt/notesSlides/notesSlide27.xml" Id="R4572c29331de40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9891f9ba48c6" /><Relationship Type="http://schemas.openxmlformats.org/officeDocument/2006/relationships/image" Target="/ppt/media/image25.png" Id="Re148d2c063004887" /><Relationship Type="http://schemas.openxmlformats.org/officeDocument/2006/relationships/notesSlide" Target="/ppt/notesSlides/notesSlide28.xml" Id="R3657cce9892c4b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6e2fa755d494f" /><Relationship Type="http://schemas.openxmlformats.org/officeDocument/2006/relationships/image" Target="/ppt/media/image26.png" Id="Rc5d46b90d2e249a4" /><Relationship Type="http://schemas.openxmlformats.org/officeDocument/2006/relationships/notesSlide" Target="/ppt/notesSlides/notesSlide29.xml" Id="R9706bd3955b747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e76f2b7814272" /><Relationship Type="http://schemas.openxmlformats.org/officeDocument/2006/relationships/image" Target="/ppt/media/image27.png" Id="R3b79c8c7171445da" /><Relationship Type="http://schemas.openxmlformats.org/officeDocument/2006/relationships/notesSlide" Target="/ppt/notesSlides/notesSlide30.xml" Id="Rbe55ac89087a4d3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a868951b541b1" /><Relationship Type="http://schemas.openxmlformats.org/officeDocument/2006/relationships/image" Target="/ppt/media/image28.png" Id="Rb3eab2cfbc114f28" /><Relationship Type="http://schemas.openxmlformats.org/officeDocument/2006/relationships/notesSlide" Target="/ppt/notesSlides/notesSlide31.xml" Id="R862eea3940f246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43b55970a4c58" /><Relationship Type="http://schemas.openxmlformats.org/officeDocument/2006/relationships/image" Target="/ppt/media/image29.png" Id="R0726af7028524cbf" /><Relationship Type="http://schemas.openxmlformats.org/officeDocument/2006/relationships/notesSlide" Target="/ppt/notesSlides/notesSlide32.xml" Id="Rca7645e224ce43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7b043c7c84cea" /><Relationship Type="http://schemas.openxmlformats.org/officeDocument/2006/relationships/image" Target="/ppt/media/image30.png" Id="Raa625fe240fd44a5" /><Relationship Type="http://schemas.openxmlformats.org/officeDocument/2006/relationships/notesSlide" Target="/ppt/notesSlides/notesSlide33.xml" Id="R3246c0d7474843a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1a4ba97e4f6f" /><Relationship Type="http://schemas.openxmlformats.org/officeDocument/2006/relationships/image" Target="/ppt/media/image31.png" Id="Rb99e2ddb12b74116" /><Relationship Type="http://schemas.openxmlformats.org/officeDocument/2006/relationships/notesSlide" Target="/ppt/notesSlides/notesSlide34.xml" Id="R5c90e3eef42f4ac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1180f6ece466d" /><Relationship Type="http://schemas.openxmlformats.org/officeDocument/2006/relationships/image" Target="/ppt/media/image32.png" Id="R55eda8f759fe44d4" /><Relationship Type="http://schemas.openxmlformats.org/officeDocument/2006/relationships/notesSlide" Target="/ppt/notesSlides/notesSlide35.xml" Id="Rf4c42578a3c54f2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b6b8708c44edf" /><Relationship Type="http://schemas.openxmlformats.org/officeDocument/2006/relationships/image" Target="/ppt/media/image33.png" Id="R79e9f191dd0c4538" /><Relationship Type="http://schemas.openxmlformats.org/officeDocument/2006/relationships/notesSlide" Target="/ppt/notesSlides/notesSlide36.xml" Id="R57dd889fac8f40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8dffed35f44ca" /><Relationship Type="http://schemas.openxmlformats.org/officeDocument/2006/relationships/image" Target="/ppt/media/image34.png" Id="Raf7344052b9342f2" /><Relationship Type="http://schemas.openxmlformats.org/officeDocument/2006/relationships/notesSlide" Target="/ppt/notesSlides/notesSlide37.xml" Id="R2becd288498c4b3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5ebddff4c4a97" /><Relationship Type="http://schemas.openxmlformats.org/officeDocument/2006/relationships/image" Target="/ppt/media/image35.png" Id="R819edcbfccea4ec3" /><Relationship Type="http://schemas.openxmlformats.org/officeDocument/2006/relationships/notesSlide" Target="/ppt/notesSlides/notesSlide38.xml" Id="R94d894ae44f54e1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df4f2fe54715" /><Relationship Type="http://schemas.openxmlformats.org/officeDocument/2006/relationships/image" Target="/ppt/media/image36.png" Id="Rdc33cb207ae94e0f" /><Relationship Type="http://schemas.openxmlformats.org/officeDocument/2006/relationships/notesSlide" Target="/ppt/notesSlides/notesSlide39.xml" Id="Rd716352f20bc47c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9c1dc1c0043bb" /><Relationship Type="http://schemas.openxmlformats.org/officeDocument/2006/relationships/image" Target="/ppt/media/image37.png" Id="R0dc3e452c45f4665" /><Relationship Type="http://schemas.openxmlformats.org/officeDocument/2006/relationships/notesSlide" Target="/ppt/notesSlides/notesSlide40.xml" Id="R98603c2bdc7248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fc2ca815240a7" /><Relationship Type="http://schemas.openxmlformats.org/officeDocument/2006/relationships/image" Target="/ppt/media/image38.png" Id="Rc5b0e792e795492f" /><Relationship Type="http://schemas.openxmlformats.org/officeDocument/2006/relationships/notesSlide" Target="/ppt/notesSlides/notesSlide41.xml" Id="R22a5df00b7214ee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b9def872945fc" /><Relationship Type="http://schemas.openxmlformats.org/officeDocument/2006/relationships/image" Target="/ppt/media/image39.png" Id="R33c87f23752443f5" /><Relationship Type="http://schemas.openxmlformats.org/officeDocument/2006/relationships/notesSlide" Target="/ppt/notesSlides/notesSlide42.xml" Id="Rd0121969de2342e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530894d344e40" /><Relationship Type="http://schemas.openxmlformats.org/officeDocument/2006/relationships/image" Target="/ppt/media/image40.png" Id="Rede991850cee4468" /><Relationship Type="http://schemas.openxmlformats.org/officeDocument/2006/relationships/notesSlide" Target="/ppt/notesSlides/notesSlide43.xml" Id="Rf207fbfad1484c6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1fa687cd34711" /><Relationship Type="http://schemas.openxmlformats.org/officeDocument/2006/relationships/image" Target="/ppt/media/image41.png" Id="R67ea029f4a65455d" /><Relationship Type="http://schemas.openxmlformats.org/officeDocument/2006/relationships/notesSlide" Target="/ppt/notesSlides/notesSlide44.xml" Id="R8a274c6030d84f9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6f5c5d2b4729" /><Relationship Type="http://schemas.openxmlformats.org/officeDocument/2006/relationships/image" Target="/ppt/media/image42.png" Id="R51ecc71e13854a62" /><Relationship Type="http://schemas.openxmlformats.org/officeDocument/2006/relationships/notesSlide" Target="/ppt/notesSlides/notesSlide45.xml" Id="R7ec52fc5f55444f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4d7317e5444f1" /><Relationship Type="http://schemas.openxmlformats.org/officeDocument/2006/relationships/image" Target="/ppt/media/image43.png" Id="Rf9a1067ad56b4dc3" /><Relationship Type="http://schemas.openxmlformats.org/officeDocument/2006/relationships/notesSlide" Target="/ppt/notesSlides/notesSlide46.xml" Id="R0ebca405f11544c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5cd6b6af94fe6" /><Relationship Type="http://schemas.openxmlformats.org/officeDocument/2006/relationships/image" Target="/ppt/media/image44.png" Id="R1cfae643096347bb" /><Relationship Type="http://schemas.openxmlformats.org/officeDocument/2006/relationships/notesSlide" Target="/ppt/notesSlides/notesSlide47.xml" Id="R25385e29bbda495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eb193a14b4a93" /><Relationship Type="http://schemas.openxmlformats.org/officeDocument/2006/relationships/image" Target="/ppt/media/image45.png" Id="R991540be07fb449c" /><Relationship Type="http://schemas.openxmlformats.org/officeDocument/2006/relationships/notesSlide" Target="/ppt/notesSlides/notesSlide48.xml" Id="R483d12206b7f414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40e8a2894408" /><Relationship Type="http://schemas.openxmlformats.org/officeDocument/2006/relationships/image" Target="/ppt/media/image46.png" Id="R9879bcb9210348f6" /><Relationship Type="http://schemas.openxmlformats.org/officeDocument/2006/relationships/notesSlide" Target="/ppt/notesSlides/notesSlide49.xml" Id="Rd93655a1d325466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071fb58064888" /><Relationship Type="http://schemas.openxmlformats.org/officeDocument/2006/relationships/image" Target="/ppt/media/image47.png" Id="R9f20972642374994" /><Relationship Type="http://schemas.openxmlformats.org/officeDocument/2006/relationships/notesSlide" Target="/ppt/notesSlides/notesSlide50.xml" Id="Re03ef907ee464e5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fe13e3601422a" /><Relationship Type="http://schemas.openxmlformats.org/officeDocument/2006/relationships/image" Target="/ppt/media/image48.png" Id="R102a4cd6daac4b3f" /><Relationship Type="http://schemas.openxmlformats.org/officeDocument/2006/relationships/notesSlide" Target="/ppt/notesSlides/notesSlide51.xml" Id="Rac4d057f8479479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2ea7816894c7f" /><Relationship Type="http://schemas.openxmlformats.org/officeDocument/2006/relationships/image" Target="/ppt/media/image49.png" Id="R68b3a175ac204cb7" /><Relationship Type="http://schemas.openxmlformats.org/officeDocument/2006/relationships/notesSlide" Target="/ppt/notesSlides/notesSlide52.xml" Id="R86d0cf123ca546b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1e4d5e1184c25" /><Relationship Type="http://schemas.openxmlformats.org/officeDocument/2006/relationships/image" Target="/ppt/media/image50.png" Id="Ra72a406133a24006" /><Relationship Type="http://schemas.openxmlformats.org/officeDocument/2006/relationships/notesSlide" Target="/ppt/notesSlides/notesSlide53.xml" Id="R6f11d5dcc9fa4b1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3df5956ed4754" /><Relationship Type="http://schemas.openxmlformats.org/officeDocument/2006/relationships/image" Target="/ppt/media/image51.png" Id="R6cc41e386cd44d47" /><Relationship Type="http://schemas.openxmlformats.org/officeDocument/2006/relationships/notesSlide" Target="/ppt/notesSlides/notesSlide54.xml" Id="R5798a87c1704418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6909dff146f9" /><Relationship Type="http://schemas.openxmlformats.org/officeDocument/2006/relationships/image" Target="/ppt/media/image52.png" Id="R69f96d3155884e0c" /><Relationship Type="http://schemas.openxmlformats.org/officeDocument/2006/relationships/notesSlide" Target="/ppt/notesSlides/notesSlide55.xml" Id="Rcffc75619309412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0c343d16c4adb" /><Relationship Type="http://schemas.openxmlformats.org/officeDocument/2006/relationships/image" Target="/ppt/media/image53.png" Id="R789aa21fe73443fe" /><Relationship Type="http://schemas.openxmlformats.org/officeDocument/2006/relationships/notesSlide" Target="/ppt/notesSlides/notesSlide56.xml" Id="Rabe30dc2a689481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18bde87fa4338" /><Relationship Type="http://schemas.openxmlformats.org/officeDocument/2006/relationships/image" Target="/ppt/media/image54.png" Id="Rd2e9dc7453fa44f9" /><Relationship Type="http://schemas.openxmlformats.org/officeDocument/2006/relationships/notesSlide" Target="/ppt/notesSlides/notesSlide57.xml" Id="R93eb6fa41e8f457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2f46be435461f" /><Relationship Type="http://schemas.openxmlformats.org/officeDocument/2006/relationships/image" Target="/ppt/media/image55.png" Id="R2fa246dd74d945dd" /><Relationship Type="http://schemas.openxmlformats.org/officeDocument/2006/relationships/notesSlide" Target="/ppt/notesSlides/notesSlide58.xml" Id="R256a8963fe08408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8b16f71de4fd1" /><Relationship Type="http://schemas.openxmlformats.org/officeDocument/2006/relationships/image" Target="/ppt/media/image56.png" Id="R30e0faebcd7149ec" /><Relationship Type="http://schemas.openxmlformats.org/officeDocument/2006/relationships/notesSlide" Target="/ppt/notesSlides/notesSlide59.xml" Id="Rfd275b65860f425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c8f144b94378" /><Relationship Type="http://schemas.openxmlformats.org/officeDocument/2006/relationships/image" Target="/ppt/media/image57.png" Id="Rc53cbdfd8fec43af" /><Relationship Type="http://schemas.openxmlformats.org/officeDocument/2006/relationships/notesSlide" Target="/ppt/notesSlides/notesSlide60.xml" Id="Rab33c9ded9ac4c9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0f25f729d4848" /><Relationship Type="http://schemas.openxmlformats.org/officeDocument/2006/relationships/image" Target="/ppt/media/image58.png" Id="R91ad6d2f12be475a" /><Relationship Type="http://schemas.openxmlformats.org/officeDocument/2006/relationships/notesSlide" Target="/ppt/notesSlides/notesSlide61.xml" Id="R723a72148c10405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9ce8970640e8" /><Relationship Type="http://schemas.openxmlformats.org/officeDocument/2006/relationships/image" Target="/ppt/media/image59.png" Id="Rf483be77389c45c6" /><Relationship Type="http://schemas.openxmlformats.org/officeDocument/2006/relationships/notesSlide" Target="/ppt/notesSlides/notesSlide62.xml" Id="R0f592f13370d4b3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aebb507be4918" /><Relationship Type="http://schemas.openxmlformats.org/officeDocument/2006/relationships/image" Target="/ppt/media/image60.png" Id="R0e48055ed91e4ca2" /><Relationship Type="http://schemas.openxmlformats.org/officeDocument/2006/relationships/notesSlide" Target="/ppt/notesSlides/notesSlide63.xml" Id="R78f509c18df147f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89362b81845ff" /><Relationship Type="http://schemas.openxmlformats.org/officeDocument/2006/relationships/image" Target="/ppt/media/image61.png" Id="R6c24c3c952fa48ec" /><Relationship Type="http://schemas.openxmlformats.org/officeDocument/2006/relationships/notesSlide" Target="/ppt/notesSlides/notesSlide64.xml" Id="R4e8f35275e364b3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5e3036d3b4d87" /><Relationship Type="http://schemas.openxmlformats.org/officeDocument/2006/relationships/image" Target="/ppt/media/image62.png" Id="R7e4622e1619946e8" /><Relationship Type="http://schemas.openxmlformats.org/officeDocument/2006/relationships/notesSlide" Target="/ppt/notesSlides/notesSlide65.xml" Id="Rf2ac2dcaad9549d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c0daca34e4cac" /><Relationship Type="http://schemas.openxmlformats.org/officeDocument/2006/relationships/image" Target="/ppt/media/image63.png" Id="Rb0e6c363ce8c4b6c" /><Relationship Type="http://schemas.openxmlformats.org/officeDocument/2006/relationships/notesSlide" Target="/ppt/notesSlides/notesSlide66.xml" Id="R8c7fd5114968431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a0db1b029402f" /><Relationship Type="http://schemas.openxmlformats.org/officeDocument/2006/relationships/image" Target="/ppt/media/image64.png" Id="R552a4ecc18dd4d11" /><Relationship Type="http://schemas.openxmlformats.org/officeDocument/2006/relationships/notesSlide" Target="/ppt/notesSlides/notesSlide67.xml" Id="Re9393351ae154cc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3049eb8a24f58" /><Relationship Type="http://schemas.openxmlformats.org/officeDocument/2006/relationships/image" Target="/ppt/media/image65.png" Id="R03f370e78a394bea" /><Relationship Type="http://schemas.openxmlformats.org/officeDocument/2006/relationships/notesSlide" Target="/ppt/notesSlides/notesSlide68.xml" Id="R73e9210ccbc1487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1c48c28e041d3" /><Relationship Type="http://schemas.openxmlformats.org/officeDocument/2006/relationships/image" Target="/ppt/media/image66.png" Id="R23fb1e2ac2ae410f" /><Relationship Type="http://schemas.openxmlformats.org/officeDocument/2006/relationships/notesSlide" Target="/ppt/notesSlides/notesSlide69.xml" Id="R5330284f43ab48f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5990fe2ac40c3" /><Relationship Type="http://schemas.openxmlformats.org/officeDocument/2006/relationships/image" Target="/ppt/media/image67.png" Id="Re363dbc50fe844cc" /><Relationship Type="http://schemas.openxmlformats.org/officeDocument/2006/relationships/notesSlide" Target="/ppt/notesSlides/notesSlide70.xml" Id="R4c4278ccb3744f2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191fde58c419d" /><Relationship Type="http://schemas.openxmlformats.org/officeDocument/2006/relationships/image" Target="/ppt/media/image68.png" Id="Re08d953730804715" /><Relationship Type="http://schemas.openxmlformats.org/officeDocument/2006/relationships/notesSlide" Target="/ppt/notesSlides/notesSlide71.xml" Id="Ra20c6bbe3f8743b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e4126bff94572" /><Relationship Type="http://schemas.openxmlformats.org/officeDocument/2006/relationships/image" Target="/ppt/media/image69.png" Id="R32aed6744ed845cd" /><Relationship Type="http://schemas.openxmlformats.org/officeDocument/2006/relationships/notesSlide" Target="/ppt/notesSlides/notesSlide72.xml" Id="Ra80a1b80e1e647f6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a9cfec964154" /><Relationship Type="http://schemas.openxmlformats.org/officeDocument/2006/relationships/image" Target="/ppt/media/image70.png" Id="Rdc41039811644383" /><Relationship Type="http://schemas.openxmlformats.org/officeDocument/2006/relationships/notesSlide" Target="/ppt/notesSlides/notesSlide73.xml" Id="Rce34f722290846d5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d992adb1e402c" /><Relationship Type="http://schemas.openxmlformats.org/officeDocument/2006/relationships/image" Target="/ppt/media/image71.png" Id="R71d352e3af314acd" /><Relationship Type="http://schemas.openxmlformats.org/officeDocument/2006/relationships/notesSlide" Target="/ppt/notesSlides/notesSlide74.xml" Id="Rfab9ac1ff2d04ae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60a2fe7b1446d" /><Relationship Type="http://schemas.openxmlformats.org/officeDocument/2006/relationships/notesSlide" Target="/ppt/notesSlides/notesSlide75.xml" Id="R2cf62038b1f8426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9bb1d5c03461e" /><Relationship Type="http://schemas.openxmlformats.org/officeDocument/2006/relationships/image" Target="/ppt/media/image72.png" Id="R5d5f851055504327" /><Relationship Type="http://schemas.openxmlformats.org/officeDocument/2006/relationships/notesSlide" Target="/ppt/notesSlides/notesSlide76.xml" Id="R8c6194269a45466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693b1302a4344" /><Relationship Type="http://schemas.openxmlformats.org/officeDocument/2006/relationships/image" Target="/ppt/media/image73.png" Id="R372489f072594f73" /><Relationship Type="http://schemas.openxmlformats.org/officeDocument/2006/relationships/notesSlide" Target="/ppt/notesSlides/notesSlide77.xml" Id="Rc1ec41ca4136474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955d0de164bfa" /><Relationship Type="http://schemas.openxmlformats.org/officeDocument/2006/relationships/image" Target="/ppt/media/image74.png" Id="R79fdd62e29d940a0" /><Relationship Type="http://schemas.openxmlformats.org/officeDocument/2006/relationships/notesSlide" Target="/ppt/notesSlides/notesSlide78.xml" Id="R6adfc86e61fc4b1b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d5b31bc9d4c37" /><Relationship Type="http://schemas.openxmlformats.org/officeDocument/2006/relationships/image" Target="/ppt/media/image75.png" Id="R7f4622b0234e48f5" /><Relationship Type="http://schemas.openxmlformats.org/officeDocument/2006/relationships/notesSlide" Target="/ppt/notesSlides/notesSlide79.xml" Id="Rccbf8eeb0099485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6f4dfc5ac43f2" /><Relationship Type="http://schemas.openxmlformats.org/officeDocument/2006/relationships/image" Target="/ppt/media/image76.png" Id="R0457d9eae0d24d96" /><Relationship Type="http://schemas.openxmlformats.org/officeDocument/2006/relationships/notesSlide" Target="/ppt/notesSlides/notesSlide80.xml" Id="Rf1871dabe4a74f9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5e2b5725a43d6" /><Relationship Type="http://schemas.openxmlformats.org/officeDocument/2006/relationships/image" Target="/ppt/media/image77.png" Id="R49eff068f7a34266" /><Relationship Type="http://schemas.openxmlformats.org/officeDocument/2006/relationships/notesSlide" Target="/ppt/notesSlides/notesSlide81.xml" Id="Rc0f52b3d3fb1439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b80cf2020444a" /><Relationship Type="http://schemas.openxmlformats.org/officeDocument/2006/relationships/image" Target="/ppt/media/image78.png" Id="R12a083ad536b40a5" /><Relationship Type="http://schemas.openxmlformats.org/officeDocument/2006/relationships/notesSlide" Target="/ppt/notesSlides/notesSlide82.xml" Id="R2b37eabe2a7a487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50094dd124f9c" /><Relationship Type="http://schemas.openxmlformats.org/officeDocument/2006/relationships/image" Target="/ppt/media/image79.png" Id="Rc4db639952d24fe6" /><Relationship Type="http://schemas.openxmlformats.org/officeDocument/2006/relationships/notesSlide" Target="/ppt/notesSlides/notesSlide83.xml" Id="R049cc413614144b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c751350f54199" /><Relationship Type="http://schemas.openxmlformats.org/officeDocument/2006/relationships/image" Target="/ppt/media/image80.png" Id="R4f64060dff6b4c54" /><Relationship Type="http://schemas.openxmlformats.org/officeDocument/2006/relationships/notesSlide" Target="/ppt/notesSlides/notesSlide84.xml" Id="Rf1733a5e64d6480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2414fd4b74f42" /><Relationship Type="http://schemas.openxmlformats.org/officeDocument/2006/relationships/image" Target="/ppt/media/image81.png" Id="Rd2e4bbdaf3c94342" /><Relationship Type="http://schemas.openxmlformats.org/officeDocument/2006/relationships/notesSlide" Target="/ppt/notesSlides/notesSlide85.xml" Id="Rc4218e1017ef423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b66234a1d4432" /><Relationship Type="http://schemas.openxmlformats.org/officeDocument/2006/relationships/image" Target="/ppt/media/image82.png" Id="Rb52de9b87fe24c23" /><Relationship Type="http://schemas.openxmlformats.org/officeDocument/2006/relationships/notesSlide" Target="/ppt/notesSlides/notesSlide86.xml" Id="R5b3e6fd38d9b4cf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a647e0368408a" /><Relationship Type="http://schemas.openxmlformats.org/officeDocument/2006/relationships/image" Target="/ppt/media/image83.png" Id="R42a95fcbfb8845b1" /><Relationship Type="http://schemas.openxmlformats.org/officeDocument/2006/relationships/notesSlide" Target="/ppt/notesSlides/notesSlide87.xml" Id="Re7732d23289f4b0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24a0efdce486b" /><Relationship Type="http://schemas.openxmlformats.org/officeDocument/2006/relationships/image" Target="/ppt/media/image84.png" Id="R55dfd9377d1542f7" /><Relationship Type="http://schemas.openxmlformats.org/officeDocument/2006/relationships/notesSlide" Target="/ppt/notesSlides/notesSlide88.xml" Id="Rd5da3609916f40b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03df78b59477e" /><Relationship Type="http://schemas.openxmlformats.org/officeDocument/2006/relationships/image" Target="/ppt/media/image85.png" Id="Rb40d39bd8a9048f3" /><Relationship Type="http://schemas.openxmlformats.org/officeDocument/2006/relationships/notesSlide" Target="/ppt/notesSlides/notesSlide89.xml" Id="R5dce9b528c6c42c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4360ca7b40d2" /><Relationship Type="http://schemas.openxmlformats.org/officeDocument/2006/relationships/image" Target="/ppt/media/image86.png" Id="R6c03117872754c86" /><Relationship Type="http://schemas.openxmlformats.org/officeDocument/2006/relationships/notesSlide" Target="/ppt/notesSlides/notesSlide90.xml" Id="Rb80ff32bb02a4b54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160186e04031" /><Relationship Type="http://schemas.openxmlformats.org/officeDocument/2006/relationships/image" Target="/ppt/media/image87.png" Id="R01af1e41f81d42a7" /><Relationship Type="http://schemas.openxmlformats.org/officeDocument/2006/relationships/notesSlide" Target="/ppt/notesSlides/notesSlide91.xml" Id="Rf4679e4b00734543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e4956fa4b42f7" /><Relationship Type="http://schemas.openxmlformats.org/officeDocument/2006/relationships/image" Target="/ppt/media/image88.png" Id="Rb5d944529ae242b2" /><Relationship Type="http://schemas.openxmlformats.org/officeDocument/2006/relationships/notesSlide" Target="/ppt/notesSlides/notesSlide92.xml" Id="R5ecf4d813e24454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bc0c3e8024d0c" /><Relationship Type="http://schemas.openxmlformats.org/officeDocument/2006/relationships/image" Target="/ppt/media/image89.png" Id="R58443941b09045ac" /><Relationship Type="http://schemas.openxmlformats.org/officeDocument/2006/relationships/notesSlide" Target="/ppt/notesSlides/notesSlide93.xml" Id="R1adbddd21ca447b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37ef35f8c4748" /><Relationship Type="http://schemas.openxmlformats.org/officeDocument/2006/relationships/image" Target="/ppt/media/image90.png" Id="R2c7c0e64ad7b4636" /><Relationship Type="http://schemas.openxmlformats.org/officeDocument/2006/relationships/notesSlide" Target="/ppt/notesSlides/notesSlide94.xml" Id="R407d8a0734f64634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5e4c8556a4d15" /><Relationship Type="http://schemas.openxmlformats.org/officeDocument/2006/relationships/image" Target="/ppt/media/image91.png" Id="R7d82d9b5dac1442c" /><Relationship Type="http://schemas.openxmlformats.org/officeDocument/2006/relationships/notesSlide" Target="/ppt/notesSlides/notesSlide95.xml" Id="Rd3172c17a3aa4db9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c0c0b1921415b" /><Relationship Type="http://schemas.openxmlformats.org/officeDocument/2006/relationships/image" Target="/ppt/media/image92.png" Id="Ra19a8ac7ccc94508" /><Relationship Type="http://schemas.openxmlformats.org/officeDocument/2006/relationships/notesSlide" Target="/ppt/notesSlides/notesSlide96.xml" Id="R73fd4a4b50a24d8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3b6a93ec342fd" /><Relationship Type="http://schemas.openxmlformats.org/officeDocument/2006/relationships/image" Target="/ppt/media/image93.png" Id="R168e704112864a99" /><Relationship Type="http://schemas.openxmlformats.org/officeDocument/2006/relationships/notesSlide" Target="/ppt/notesSlides/notesSlide97.xml" Id="R4d9615cd7b584b6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14310ab2a4903" /><Relationship Type="http://schemas.openxmlformats.org/officeDocument/2006/relationships/image" Target="/ppt/media/image94.png" Id="R419fad7045de4c96" /><Relationship Type="http://schemas.openxmlformats.org/officeDocument/2006/relationships/notesSlide" Target="/ppt/notesSlides/notesSlide98.xml" Id="Rcdaeff320e0c4b77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f564eb31c470b" /><Relationship Type="http://schemas.openxmlformats.org/officeDocument/2006/relationships/image" Target="/ppt/media/image95.png" Id="R07e56406b00246d6" /><Relationship Type="http://schemas.openxmlformats.org/officeDocument/2006/relationships/notesSlide" Target="/ppt/notesSlides/notesSlide99.xml" Id="R4da20abc20ed41fa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cb2863a443d8" /><Relationship Type="http://schemas.openxmlformats.org/officeDocument/2006/relationships/image" Target="/ppt/media/image96.png" Id="Rb53a603d93c94778" /><Relationship Type="http://schemas.openxmlformats.org/officeDocument/2006/relationships/notesSlide" Target="/ppt/notesSlides/notesSlide100.xml" Id="R44e5dbf8e64d41db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5c1658bc84b36" /><Relationship Type="http://schemas.openxmlformats.org/officeDocument/2006/relationships/image" Target="/ppt/media/image97.png" Id="Ra9af4b9bb9a743a4" /><Relationship Type="http://schemas.openxmlformats.org/officeDocument/2006/relationships/notesSlide" Target="/ppt/notesSlides/notesSlide101.xml" Id="R258059bbae6f47a8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381d38f7486e" /><Relationship Type="http://schemas.openxmlformats.org/officeDocument/2006/relationships/image" Target="/ppt/media/image98.png" Id="Raa4c37cf965649d3" /><Relationship Type="http://schemas.openxmlformats.org/officeDocument/2006/relationships/notesSlide" Target="/ppt/notesSlides/notesSlide102.xml" Id="R2dcdcce0df7441a1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1c6598e04586" /><Relationship Type="http://schemas.openxmlformats.org/officeDocument/2006/relationships/image" Target="/ppt/media/image99.png" Id="Rddec96f44dc64298" /><Relationship Type="http://schemas.openxmlformats.org/officeDocument/2006/relationships/notesSlide" Target="/ppt/notesSlides/notesSlide103.xml" Id="R35c90e5a3c75490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80d2f4adc4498" /><Relationship Type="http://schemas.openxmlformats.org/officeDocument/2006/relationships/image" Target="/ppt/media/image100.png" Id="Ra20a9ad372754131" /><Relationship Type="http://schemas.openxmlformats.org/officeDocument/2006/relationships/notesSlide" Target="/ppt/notesSlides/notesSlide104.xml" Id="R3ec2bccf6cbb4c73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ff4d3fe5c4863" /><Relationship Type="http://schemas.openxmlformats.org/officeDocument/2006/relationships/image" Target="/ppt/media/image101.png" Id="Rc279cb70df504da0" /><Relationship Type="http://schemas.openxmlformats.org/officeDocument/2006/relationships/notesSlide" Target="/ppt/notesSlides/notesSlide105.xml" Id="R3a3a5c2a8cb94d86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fa8c401774095" /><Relationship Type="http://schemas.openxmlformats.org/officeDocument/2006/relationships/image" Target="/ppt/media/image102.png" Id="Rad99860b67124837" /><Relationship Type="http://schemas.openxmlformats.org/officeDocument/2006/relationships/notesSlide" Target="/ppt/notesSlides/notesSlide106.xml" Id="R8f0d1d4e59d14053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84bbeac4f44d9" /><Relationship Type="http://schemas.openxmlformats.org/officeDocument/2006/relationships/image" Target="/ppt/media/image103.png" Id="R3e917c4e03ac4ced" /><Relationship Type="http://schemas.openxmlformats.org/officeDocument/2006/relationships/notesSlide" Target="/ppt/notesSlides/notesSlide107.xml" Id="Rb2d14e1694c54eaf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31cfe24684e1c" /><Relationship Type="http://schemas.openxmlformats.org/officeDocument/2006/relationships/image" Target="/ppt/media/image104.png" Id="R7e8e6a0ead3b4192" /><Relationship Type="http://schemas.openxmlformats.org/officeDocument/2006/relationships/notesSlide" Target="/ppt/notesSlides/notesSlide108.xml" Id="Rf581147ef9fe4586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0b086b01541d7" /><Relationship Type="http://schemas.openxmlformats.org/officeDocument/2006/relationships/image" Target="/ppt/media/image105.png" Id="Rf28dafeb0b524990" /><Relationship Type="http://schemas.openxmlformats.org/officeDocument/2006/relationships/notesSlide" Target="/ppt/notesSlides/notesSlide109.xml" Id="Rd1ec1a7ed382483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42739b7124423" /><Relationship Type="http://schemas.openxmlformats.org/officeDocument/2006/relationships/image" Target="/ppt/media/image106.png" Id="Re2c4b58d1c5f43a4" /><Relationship Type="http://schemas.openxmlformats.org/officeDocument/2006/relationships/notesSlide" Target="/ppt/notesSlides/notesSlide110.xml" Id="R5ca385206b6e477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32e451bf341fd" /><Relationship Type="http://schemas.openxmlformats.org/officeDocument/2006/relationships/image" Target="/ppt/media/image107.png" Id="R5794a571eb904424" /><Relationship Type="http://schemas.openxmlformats.org/officeDocument/2006/relationships/notesSlide" Target="/ppt/notesSlides/notesSlide111.xml" Id="R2cace43e3dd2418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1d7d5d16d49ca" /><Relationship Type="http://schemas.openxmlformats.org/officeDocument/2006/relationships/image" Target="/ppt/media/image108.png" Id="R2c2f4ec93918473b" /><Relationship Type="http://schemas.openxmlformats.org/officeDocument/2006/relationships/notesSlide" Target="/ppt/notesSlides/notesSlide112.xml" Id="R598bfba6b0894642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0257f9375460e" /><Relationship Type="http://schemas.openxmlformats.org/officeDocument/2006/relationships/image" Target="/ppt/media/image109.png" Id="R5e96f5e0a2914f99" /><Relationship Type="http://schemas.openxmlformats.org/officeDocument/2006/relationships/notesSlide" Target="/ppt/notesSlides/notesSlide113.xml" Id="Rd61ae1ef35ba46b2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35b578bda4ff1" /><Relationship Type="http://schemas.openxmlformats.org/officeDocument/2006/relationships/image" Target="/ppt/media/image110.png" Id="Rc9d2fdae48554f0f" /><Relationship Type="http://schemas.openxmlformats.org/officeDocument/2006/relationships/notesSlide" Target="/ppt/notesSlides/notesSlide114.xml" Id="Rdc75ad2a9faa471a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7e2e9434452d" /><Relationship Type="http://schemas.openxmlformats.org/officeDocument/2006/relationships/image" Target="/ppt/media/image111.png" Id="R9e16b896d53e4f85" /><Relationship Type="http://schemas.openxmlformats.org/officeDocument/2006/relationships/notesSlide" Target="/ppt/notesSlides/notesSlide115.xml" Id="R0df3e9f6ce024b4f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f24a3d3e34b7b" /><Relationship Type="http://schemas.openxmlformats.org/officeDocument/2006/relationships/image" Target="/ppt/media/image112.png" Id="R6460d63031904726" /><Relationship Type="http://schemas.openxmlformats.org/officeDocument/2006/relationships/notesSlide" Target="/ppt/notesSlides/notesSlide116.xml" Id="Rac664eef68b241c5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6604dc504bd0" /><Relationship Type="http://schemas.openxmlformats.org/officeDocument/2006/relationships/image" Target="/ppt/media/image113.png" Id="Rc49a60cfa97c4b9d" /><Relationship Type="http://schemas.openxmlformats.org/officeDocument/2006/relationships/notesSlide" Target="/ppt/notesSlides/notesSlide117.xml" Id="R6e267adff7054787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bd53d8c8c4cb4" /><Relationship Type="http://schemas.openxmlformats.org/officeDocument/2006/relationships/image" Target="/ppt/media/image114.png" Id="Rcfd6761b64f84fc1" /><Relationship Type="http://schemas.openxmlformats.org/officeDocument/2006/relationships/notesSlide" Target="/ppt/notesSlides/notesSlide118.xml" Id="R7dd5ee38962c41b9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1a6a0475544a7" /><Relationship Type="http://schemas.openxmlformats.org/officeDocument/2006/relationships/image" Target="/ppt/media/image115.png" Id="R8bc047b691fd4a50" /><Relationship Type="http://schemas.openxmlformats.org/officeDocument/2006/relationships/notesSlide" Target="/ppt/notesSlides/notesSlide119.xml" Id="Rfbc819c1b78a4629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cf3264cb45cb" /><Relationship Type="http://schemas.openxmlformats.org/officeDocument/2006/relationships/image" Target="/ppt/media/image116.png" Id="Rb55511c9a2204f4e" /><Relationship Type="http://schemas.openxmlformats.org/officeDocument/2006/relationships/notesSlide" Target="/ppt/notesSlides/notesSlide120.xml" Id="R1579d84cabfc4213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a5a2a6a1143e5" /><Relationship Type="http://schemas.openxmlformats.org/officeDocument/2006/relationships/image" Target="/ppt/media/image117.png" Id="Rc4cbdb2bd3424ed6" /><Relationship Type="http://schemas.openxmlformats.org/officeDocument/2006/relationships/notesSlide" Target="/ppt/notesSlides/notesSlide121.xml" Id="Rb6c22b2224874ac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a91eba474cd1" /><Relationship Type="http://schemas.openxmlformats.org/officeDocument/2006/relationships/image" Target="/ppt/media/image118.png" Id="R8c15fe24cce548b9" /><Relationship Type="http://schemas.openxmlformats.org/officeDocument/2006/relationships/notesSlide" Target="/ppt/notesSlides/notesSlide122.xml" Id="Ra6f944d534cd4cd3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1390a6fc54e52" /><Relationship Type="http://schemas.openxmlformats.org/officeDocument/2006/relationships/image" Target="/ppt/media/image119.png" Id="Re4b8d544d8504ded" /><Relationship Type="http://schemas.openxmlformats.org/officeDocument/2006/relationships/notesSlide" Target="/ppt/notesSlides/notesSlide123.xml" Id="Rff2d17e2ee48456a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83d004894456" /><Relationship Type="http://schemas.openxmlformats.org/officeDocument/2006/relationships/image" Target="/ppt/media/image120.png" Id="R090efd72e94749b3" /><Relationship Type="http://schemas.openxmlformats.org/officeDocument/2006/relationships/notesSlide" Target="/ppt/notesSlides/notesSlide124.xml" Id="Rd49676d9a26149d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9942171524f8a" /><Relationship Type="http://schemas.openxmlformats.org/officeDocument/2006/relationships/image" Target="/ppt/media/image121.png" Id="Rb1015f0ccc3442fb" /><Relationship Type="http://schemas.openxmlformats.org/officeDocument/2006/relationships/notesSlide" Target="/ppt/notesSlides/notesSlide125.xml" Id="Rec021feeea0b40c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2df06ef9f49e1" /><Relationship Type="http://schemas.openxmlformats.org/officeDocument/2006/relationships/image" Target="/ppt/media/image122.png" Id="Rbdfb2f76418c4e56" /><Relationship Type="http://schemas.openxmlformats.org/officeDocument/2006/relationships/notesSlide" Target="/ppt/notesSlides/notesSlide126.xml" Id="Re9ddc1310f2e4414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ba1f6150441a9" /><Relationship Type="http://schemas.openxmlformats.org/officeDocument/2006/relationships/image" Target="/ppt/media/image123.png" Id="Rcc43f60aa9a247a0" /><Relationship Type="http://schemas.openxmlformats.org/officeDocument/2006/relationships/notesSlide" Target="/ppt/notesSlides/notesSlide127.xml" Id="Ra8c5a5a1ec4244a3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d37b23ca5439b" /><Relationship Type="http://schemas.openxmlformats.org/officeDocument/2006/relationships/image" Target="/ppt/media/image124.png" Id="R59b85f9ab84740ef" /><Relationship Type="http://schemas.openxmlformats.org/officeDocument/2006/relationships/notesSlide" Target="/ppt/notesSlides/notesSlide128.xml" Id="Rea3803f7bfd6488f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99b1c992445de" /><Relationship Type="http://schemas.openxmlformats.org/officeDocument/2006/relationships/image" Target="/ppt/media/image125.png" Id="R19531c5c75c94261" /><Relationship Type="http://schemas.openxmlformats.org/officeDocument/2006/relationships/notesSlide" Target="/ppt/notesSlides/notesSlide129.xml" Id="Rf99600438577493d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ce2676544f4f" /><Relationship Type="http://schemas.openxmlformats.org/officeDocument/2006/relationships/image" Target="/ppt/media/image126.png" Id="Rf5e3029b8fc24e37" /><Relationship Type="http://schemas.openxmlformats.org/officeDocument/2006/relationships/notesSlide" Target="/ppt/notesSlides/notesSlide130.xml" Id="R88df8d2ece744c92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0564be8a148ae" /><Relationship Type="http://schemas.openxmlformats.org/officeDocument/2006/relationships/image" Target="/ppt/media/image127.png" Id="Rb44156be9bc54193" /><Relationship Type="http://schemas.openxmlformats.org/officeDocument/2006/relationships/notesSlide" Target="/ppt/notesSlides/notesSlide131.xml" Id="R26f9290ad50a40ff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65a6c99cb44dd" /><Relationship Type="http://schemas.openxmlformats.org/officeDocument/2006/relationships/image" Target="/ppt/media/image128.png" Id="Rbe38f66464f34e56" /><Relationship Type="http://schemas.openxmlformats.org/officeDocument/2006/relationships/notesSlide" Target="/ppt/notesSlides/notesSlide132.xml" Id="R0bb6dbfe0a7e4568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fdf59277c4bf6" /><Relationship Type="http://schemas.openxmlformats.org/officeDocument/2006/relationships/image" Target="/ppt/media/image129.png" Id="R423f1fa201a642ee" /><Relationship Type="http://schemas.openxmlformats.org/officeDocument/2006/relationships/notesSlide" Target="/ppt/notesSlides/notesSlide133.xml" Id="Rcd4404d9d2d7467c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715d8b8d14c18" /><Relationship Type="http://schemas.openxmlformats.org/officeDocument/2006/relationships/image" Target="/ppt/media/image130.png" Id="Rc902d2fd81534b45" /><Relationship Type="http://schemas.openxmlformats.org/officeDocument/2006/relationships/notesSlide" Target="/ppt/notesSlides/notesSlide134.xml" Id="Rf52c5e4dfd2141ae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105f993b14f7c" /><Relationship Type="http://schemas.openxmlformats.org/officeDocument/2006/relationships/image" Target="/ppt/media/image131.png" Id="Rb3fdaa79a3624a06" /><Relationship Type="http://schemas.openxmlformats.org/officeDocument/2006/relationships/notesSlide" Target="/ppt/notesSlides/notesSlide135.xml" Id="Rd674dd0aafcf43c5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52648570d4eaa" /><Relationship Type="http://schemas.openxmlformats.org/officeDocument/2006/relationships/image" Target="/ppt/media/image132.png" Id="Rb0f03903c96b488f" /><Relationship Type="http://schemas.openxmlformats.org/officeDocument/2006/relationships/notesSlide" Target="/ppt/notesSlides/notesSlide136.xml" Id="R440f61e049ae4df9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f9870d81848a8" /><Relationship Type="http://schemas.openxmlformats.org/officeDocument/2006/relationships/image" Target="/ppt/media/image133.png" Id="Rba8a608908704f02" /><Relationship Type="http://schemas.openxmlformats.org/officeDocument/2006/relationships/notesSlide" Target="/ppt/notesSlides/notesSlide137.xml" Id="R59c7380b90854e87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464c1766f441f" /><Relationship Type="http://schemas.openxmlformats.org/officeDocument/2006/relationships/image" Target="/ppt/media/image134.png" Id="Rd46db4d2238c465e" /><Relationship Type="http://schemas.openxmlformats.org/officeDocument/2006/relationships/notesSlide" Target="/ppt/notesSlides/notesSlide138.xml" Id="R98b5c1304cd34b37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ebbb74606456f" /><Relationship Type="http://schemas.openxmlformats.org/officeDocument/2006/relationships/image" Target="/ppt/media/image135.png" Id="Rf922f316333c4a0f" /><Relationship Type="http://schemas.openxmlformats.org/officeDocument/2006/relationships/notesSlide" Target="/ppt/notesSlides/notesSlide139.xml" Id="R810060c9e0dc4b8a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5a723c6c4c69" /><Relationship Type="http://schemas.openxmlformats.org/officeDocument/2006/relationships/image" Target="/ppt/media/image136.png" Id="R7b48d48727b64fe7" /><Relationship Type="http://schemas.openxmlformats.org/officeDocument/2006/relationships/notesSlide" Target="/ppt/notesSlides/notesSlide140.xml" Id="R09a493b9eedb4332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171b541e94f8d" /><Relationship Type="http://schemas.openxmlformats.org/officeDocument/2006/relationships/image" Target="/ppt/media/image137.png" Id="R5a4a17956f944345" /><Relationship Type="http://schemas.openxmlformats.org/officeDocument/2006/relationships/notesSlide" Target="/ppt/notesSlides/notesSlide141.xml" Id="R8712c53153e04a5b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d9384e6104229" /><Relationship Type="http://schemas.openxmlformats.org/officeDocument/2006/relationships/image" Target="/ppt/media/image138.png" Id="R2be05f742ec748e2" /><Relationship Type="http://schemas.openxmlformats.org/officeDocument/2006/relationships/notesSlide" Target="/ppt/notesSlides/notesSlide142.xml" Id="R9fc6d487f232482a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a8ac3d6aa41db" /><Relationship Type="http://schemas.openxmlformats.org/officeDocument/2006/relationships/image" Target="/ppt/media/image139.png" Id="Rea9b0b74e4cc4f02" /><Relationship Type="http://schemas.openxmlformats.org/officeDocument/2006/relationships/notesSlide" Target="/ppt/notesSlides/notesSlide143.xml" Id="R705dfb07923a414a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0ff04b706479e" /><Relationship Type="http://schemas.openxmlformats.org/officeDocument/2006/relationships/image" Target="/ppt/media/image140.png" Id="R00edf9e55741457a" /><Relationship Type="http://schemas.openxmlformats.org/officeDocument/2006/relationships/notesSlide" Target="/ppt/notesSlides/notesSlide144.xml" Id="Rfc7071363c2e47e6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cf729cc124270" /><Relationship Type="http://schemas.openxmlformats.org/officeDocument/2006/relationships/image" Target="/ppt/media/image141.png" Id="R546f6662923b47aa" /><Relationship Type="http://schemas.openxmlformats.org/officeDocument/2006/relationships/notesSlide" Target="/ppt/notesSlides/notesSlide145.xml" Id="Rbf9b184992324e5d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4e0edc2a0436f" /><Relationship Type="http://schemas.openxmlformats.org/officeDocument/2006/relationships/image" Target="/ppt/media/image142.png" Id="R766262df4c744f64" /><Relationship Type="http://schemas.openxmlformats.org/officeDocument/2006/relationships/notesSlide" Target="/ppt/notesSlides/notesSlide146.xml" Id="R9be0a998091f46a4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41e12db604cb1" /><Relationship Type="http://schemas.openxmlformats.org/officeDocument/2006/relationships/notesSlide" Target="/ppt/notesSlides/notesSlide147.xml" Id="Rbb74ddc5b9cc4584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d2d07645d4305" /><Relationship Type="http://schemas.openxmlformats.org/officeDocument/2006/relationships/image" Target="/ppt/media/image143.png" Id="Raaade4f6a7e5488d" /><Relationship Type="http://schemas.openxmlformats.org/officeDocument/2006/relationships/notesSlide" Target="/ppt/notesSlides/notesSlide148.xml" Id="R01d491db325140bb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84b05fb354bd4" /><Relationship Type="http://schemas.openxmlformats.org/officeDocument/2006/relationships/image" Target="/ppt/media/image144.png" Id="R22eca8e75f8d46c6" /><Relationship Type="http://schemas.openxmlformats.org/officeDocument/2006/relationships/notesSlide" Target="/ppt/notesSlides/notesSlide149.xml" Id="Rcbb66273c3644df8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3f6aed4554082" /><Relationship Type="http://schemas.openxmlformats.org/officeDocument/2006/relationships/image" Target="/ppt/media/image145.png" Id="R2e4a77be31a54432" /><Relationship Type="http://schemas.openxmlformats.org/officeDocument/2006/relationships/notesSlide" Target="/ppt/notesSlides/notesSlide150.xml" Id="Rfe66f2f010024c12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200f4236443fd" /><Relationship Type="http://schemas.openxmlformats.org/officeDocument/2006/relationships/image" Target="/ppt/media/image146.png" Id="Rd17e794b15e344db" /><Relationship Type="http://schemas.openxmlformats.org/officeDocument/2006/relationships/notesSlide" Target="/ppt/notesSlides/notesSlide151.xml" Id="Rb3d8405ce50d4688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43ab372ed409a" /><Relationship Type="http://schemas.openxmlformats.org/officeDocument/2006/relationships/image" Target="/ppt/media/image147.png" Id="Rbbe5314c48024577" /><Relationship Type="http://schemas.openxmlformats.org/officeDocument/2006/relationships/notesSlide" Target="/ppt/notesSlides/notesSlide152.xml" Id="Rd9365b7a895040c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b6f82c8424e1f" /><Relationship Type="http://schemas.openxmlformats.org/officeDocument/2006/relationships/image" Target="/ppt/media/image148.png" Id="R64356560d2d74553" /><Relationship Type="http://schemas.openxmlformats.org/officeDocument/2006/relationships/notesSlide" Target="/ppt/notesSlides/notesSlide153.xml" Id="Re1a801d25620478b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8dd1c8e4f48d9" /><Relationship Type="http://schemas.openxmlformats.org/officeDocument/2006/relationships/image" Target="/ppt/media/image149.png" Id="R526e491bbb8c42d0" /><Relationship Type="http://schemas.openxmlformats.org/officeDocument/2006/relationships/notesSlide" Target="/ppt/notesSlides/notesSlide154.xml" Id="Ra033ede232ac4abe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4f9e843ca4293" /><Relationship Type="http://schemas.openxmlformats.org/officeDocument/2006/relationships/image" Target="/ppt/media/image150.png" Id="R65682cb4b3ad484e" /><Relationship Type="http://schemas.openxmlformats.org/officeDocument/2006/relationships/notesSlide" Target="/ppt/notesSlides/notesSlide155.xml" Id="R2e6a0f8e622c4ce8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350ca1228402a" /><Relationship Type="http://schemas.openxmlformats.org/officeDocument/2006/relationships/image" Target="/ppt/media/image151.png" Id="Rfd2928c9db48446a" /><Relationship Type="http://schemas.openxmlformats.org/officeDocument/2006/relationships/notesSlide" Target="/ppt/notesSlides/notesSlide156.xml" Id="R849c81fd46f44952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640654fe849c7" /><Relationship Type="http://schemas.openxmlformats.org/officeDocument/2006/relationships/image" Target="/ppt/media/image152.png" Id="Rf76e92c9ccb946d9" /><Relationship Type="http://schemas.openxmlformats.org/officeDocument/2006/relationships/notesSlide" Target="/ppt/notesSlides/notesSlide157.xml" Id="R2e3ce2bb02d54846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1c9667df840b0" /><Relationship Type="http://schemas.openxmlformats.org/officeDocument/2006/relationships/image" Target="/ppt/media/image153.png" Id="Re614055a281f43fa" /><Relationship Type="http://schemas.openxmlformats.org/officeDocument/2006/relationships/notesSlide" Target="/ppt/notesSlides/notesSlide158.xml" Id="R25957bbd4a254ddf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707cf418545e1" /><Relationship Type="http://schemas.openxmlformats.org/officeDocument/2006/relationships/image" Target="/ppt/media/image154.png" Id="R780ec1ddcc55420b" /><Relationship Type="http://schemas.openxmlformats.org/officeDocument/2006/relationships/notesSlide" Target="/ppt/notesSlides/notesSlide159.xml" Id="R5e1c0a7e70f44762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c4d2c1c41457b" /><Relationship Type="http://schemas.openxmlformats.org/officeDocument/2006/relationships/image" Target="/ppt/media/image155.png" Id="R467021cdea5e4e33" /><Relationship Type="http://schemas.openxmlformats.org/officeDocument/2006/relationships/notesSlide" Target="/ppt/notesSlides/notesSlide160.xml" Id="Rb3acd009ea3e4cc2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b595663b54d27" /><Relationship Type="http://schemas.openxmlformats.org/officeDocument/2006/relationships/image" Target="/ppt/media/image156.png" Id="R004723dba0864387" /><Relationship Type="http://schemas.openxmlformats.org/officeDocument/2006/relationships/notesSlide" Target="/ppt/notesSlides/notesSlide161.xml" Id="Rece3e8133986442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4eddefdad4c24" /><Relationship Type="http://schemas.openxmlformats.org/officeDocument/2006/relationships/image" Target="/ppt/media/image157.png" Id="R5cb7bea6c20e47c8" /><Relationship Type="http://schemas.openxmlformats.org/officeDocument/2006/relationships/notesSlide" Target="/ppt/notesSlides/notesSlide162.xml" Id="Rd86562b54c1a4a27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47f23063447e" /><Relationship Type="http://schemas.openxmlformats.org/officeDocument/2006/relationships/image" Target="/ppt/media/image158.png" Id="R944717336b5d4124" /><Relationship Type="http://schemas.openxmlformats.org/officeDocument/2006/relationships/notesSlide" Target="/ppt/notesSlides/notesSlide163.xml" Id="R4b7d9503e04d47d0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e6e95f67943e5" /><Relationship Type="http://schemas.openxmlformats.org/officeDocument/2006/relationships/image" Target="/ppt/media/image159.png" Id="Rc1059ebc6e3f48c9" /><Relationship Type="http://schemas.openxmlformats.org/officeDocument/2006/relationships/notesSlide" Target="/ppt/notesSlides/notesSlide164.xml" Id="R8298f299fb0e42f7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ba5f7ec4345cd" /><Relationship Type="http://schemas.openxmlformats.org/officeDocument/2006/relationships/image" Target="/ppt/media/image160.png" Id="Rad9b2b79a0264add" /><Relationship Type="http://schemas.openxmlformats.org/officeDocument/2006/relationships/notesSlide" Target="/ppt/notesSlides/notesSlide165.xml" Id="R747f402dc67449f2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d93f5170940f0" /><Relationship Type="http://schemas.openxmlformats.org/officeDocument/2006/relationships/image" Target="/ppt/media/image161.png" Id="R5f01c56ea8b64a1f" /><Relationship Type="http://schemas.openxmlformats.org/officeDocument/2006/relationships/notesSlide" Target="/ppt/notesSlides/notesSlide166.xml" Id="R2ab55048bc0f4436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cfbb7b984a6d" /><Relationship Type="http://schemas.openxmlformats.org/officeDocument/2006/relationships/image" Target="/ppt/media/image162.png" Id="R77ae7f0701134a75" /><Relationship Type="http://schemas.openxmlformats.org/officeDocument/2006/relationships/notesSlide" Target="/ppt/notesSlides/notesSlide167.xml" Id="Rc62b9d5fdcb740c0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a4a32c964302" /><Relationship Type="http://schemas.openxmlformats.org/officeDocument/2006/relationships/image" Target="/ppt/media/image163.png" Id="Ra1808edc38da49e4" /><Relationship Type="http://schemas.openxmlformats.org/officeDocument/2006/relationships/notesSlide" Target="/ppt/notesSlides/notesSlide168.xml" Id="R3e88e8c2ffcf4636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23ebbbace4bd2" /><Relationship Type="http://schemas.openxmlformats.org/officeDocument/2006/relationships/image" Target="/ppt/media/image164.png" Id="R6d91173e52c9483c" /><Relationship Type="http://schemas.openxmlformats.org/officeDocument/2006/relationships/notesSlide" Target="/ppt/notesSlides/notesSlide169.xml" Id="R59671dc7875241d8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e54f35fb34cf7" /><Relationship Type="http://schemas.openxmlformats.org/officeDocument/2006/relationships/image" Target="/ppt/media/image165.png" Id="R2464c2cbf9c7433c" /><Relationship Type="http://schemas.openxmlformats.org/officeDocument/2006/relationships/notesSlide" Target="/ppt/notesSlides/notesSlide170.xml" Id="R56636c8feefe460d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95b49b9c449b7" /><Relationship Type="http://schemas.openxmlformats.org/officeDocument/2006/relationships/image" Target="/ppt/media/image166.png" Id="R514c5704dc584888" /><Relationship Type="http://schemas.openxmlformats.org/officeDocument/2006/relationships/notesSlide" Target="/ppt/notesSlides/notesSlide171.xml" Id="R5a28b89623574f54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b752add5a4f30" /><Relationship Type="http://schemas.openxmlformats.org/officeDocument/2006/relationships/image" Target="/ppt/media/image167.png" Id="R1bfa9cea6d6848c8" /><Relationship Type="http://schemas.openxmlformats.org/officeDocument/2006/relationships/notesSlide" Target="/ppt/notesSlides/notesSlide172.xml" Id="R8c2ddcb88f434f95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21ce1b63e4613" /><Relationship Type="http://schemas.openxmlformats.org/officeDocument/2006/relationships/image" Target="/ppt/media/image168.png" Id="Rbde4b97d8d14488e" /><Relationship Type="http://schemas.openxmlformats.org/officeDocument/2006/relationships/notesSlide" Target="/ppt/notesSlides/notesSlide173.xml" Id="R0c16bdd7f89b4a4f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82ad884a448dc" /><Relationship Type="http://schemas.openxmlformats.org/officeDocument/2006/relationships/image" Target="/ppt/media/image169.png" Id="R64ae2aa115e346b5" /><Relationship Type="http://schemas.openxmlformats.org/officeDocument/2006/relationships/notesSlide" Target="/ppt/notesSlides/notesSlide174.xml" Id="Rac6747f9f2794543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739371c574fa8" /><Relationship Type="http://schemas.openxmlformats.org/officeDocument/2006/relationships/image" Target="/ppt/media/image170.png" Id="R3ef86e2450ec4875" /><Relationship Type="http://schemas.openxmlformats.org/officeDocument/2006/relationships/notesSlide" Target="/ppt/notesSlides/notesSlide175.xml" Id="R1eaed00106d44e5d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6f5a1aa5d4bef" /><Relationship Type="http://schemas.openxmlformats.org/officeDocument/2006/relationships/image" Target="/ppt/media/image171.png" Id="R8337683c35e84637" /><Relationship Type="http://schemas.openxmlformats.org/officeDocument/2006/relationships/notesSlide" Target="/ppt/notesSlides/notesSlide176.xml" Id="R5e012c0cfe164e77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c0d3833d64778" /><Relationship Type="http://schemas.openxmlformats.org/officeDocument/2006/relationships/image" Target="/ppt/media/image172.png" Id="R0ad1e250e14e4052" /><Relationship Type="http://schemas.openxmlformats.org/officeDocument/2006/relationships/notesSlide" Target="/ppt/notesSlides/notesSlide177.xml" Id="R9def7ab3130e4ebc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e54c1f77c47e2" /><Relationship Type="http://schemas.openxmlformats.org/officeDocument/2006/relationships/image" Target="/ppt/media/image173.png" Id="R0f142e3425b54949" /><Relationship Type="http://schemas.openxmlformats.org/officeDocument/2006/relationships/notesSlide" Target="/ppt/notesSlides/notesSlide178.xml" Id="R5276b450a6d14759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825e988c6405f" /><Relationship Type="http://schemas.openxmlformats.org/officeDocument/2006/relationships/image" Target="/ppt/media/image174.png" Id="R324568a711d2479b" /><Relationship Type="http://schemas.openxmlformats.org/officeDocument/2006/relationships/notesSlide" Target="/ppt/notesSlides/notesSlide179.xml" Id="R80f674214a69425f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60c3dcd7b404b" /><Relationship Type="http://schemas.openxmlformats.org/officeDocument/2006/relationships/image" Target="/ppt/media/image175.png" Id="R1f840a914a174b54" /><Relationship Type="http://schemas.openxmlformats.org/officeDocument/2006/relationships/notesSlide" Target="/ppt/notesSlides/notesSlide180.xml" Id="Re61b11f31dcd4dbf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48d351c654f3b" /><Relationship Type="http://schemas.openxmlformats.org/officeDocument/2006/relationships/image" Target="/ppt/media/image176.png" Id="Rcf7a8ede118746e1" /><Relationship Type="http://schemas.openxmlformats.org/officeDocument/2006/relationships/notesSlide" Target="/ppt/notesSlides/notesSlide181.xml" Id="R7010eb70a49b4323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6d25de370400a" /><Relationship Type="http://schemas.openxmlformats.org/officeDocument/2006/relationships/image" Target="/ppt/media/image177.png" Id="R04402a720f984a91" /><Relationship Type="http://schemas.openxmlformats.org/officeDocument/2006/relationships/notesSlide" Target="/ppt/notesSlides/notesSlide182.xml" Id="R41c28cd5c7f94a62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588070b4a4596" /><Relationship Type="http://schemas.openxmlformats.org/officeDocument/2006/relationships/image" Target="/ppt/media/image178.png" Id="R3d4182bbf4124c49" /><Relationship Type="http://schemas.openxmlformats.org/officeDocument/2006/relationships/notesSlide" Target="/ppt/notesSlides/notesSlide183.xml" Id="R157df250a06d4102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fe73e05744d2b" /><Relationship Type="http://schemas.openxmlformats.org/officeDocument/2006/relationships/image" Target="/ppt/media/image179.png" Id="R755b62a387704aa5" /><Relationship Type="http://schemas.openxmlformats.org/officeDocument/2006/relationships/notesSlide" Target="/ppt/notesSlides/notesSlide184.xml" Id="Re21771d8203c4df5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4291511be49c1" /><Relationship Type="http://schemas.openxmlformats.org/officeDocument/2006/relationships/image" Target="/ppt/media/image180.png" Id="R23a9fb1277c74db4" /><Relationship Type="http://schemas.openxmlformats.org/officeDocument/2006/relationships/notesSlide" Target="/ppt/notesSlides/notesSlide185.xml" Id="R7b84f57bad4a424d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a887535dd4e79" /><Relationship Type="http://schemas.openxmlformats.org/officeDocument/2006/relationships/image" Target="/ppt/media/image181.png" Id="R7d7984954bea444f" /><Relationship Type="http://schemas.openxmlformats.org/officeDocument/2006/relationships/notesSlide" Target="/ppt/notesSlides/notesSlide186.xml" Id="Ra59644126ca543ec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3037adbc94fd0" /><Relationship Type="http://schemas.openxmlformats.org/officeDocument/2006/relationships/image" Target="/ppt/media/image182.png" Id="R9638b6f6c0fb43e1" /><Relationship Type="http://schemas.openxmlformats.org/officeDocument/2006/relationships/notesSlide" Target="/ppt/notesSlides/notesSlide187.xml" Id="Rfe0997c11f4443b1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c12642f814b42" /><Relationship Type="http://schemas.openxmlformats.org/officeDocument/2006/relationships/image" Target="/ppt/media/image183.png" Id="Rba22329793d049f2" /><Relationship Type="http://schemas.openxmlformats.org/officeDocument/2006/relationships/notesSlide" Target="/ppt/notesSlides/notesSlide188.xml" Id="Refa226d6e8f548a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b7642a8e6450b" /><Relationship Type="http://schemas.openxmlformats.org/officeDocument/2006/relationships/image" Target="/ppt/media/image184.png" Id="R1c55e1ee19b24cb8" /><Relationship Type="http://schemas.openxmlformats.org/officeDocument/2006/relationships/notesSlide" Target="/ppt/notesSlides/notesSlide189.xml" Id="Rd7e4ea79b1a84eff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184a4f4b64cf5" /><Relationship Type="http://schemas.openxmlformats.org/officeDocument/2006/relationships/image" Target="/ppt/media/image185.png" Id="R0842e797293e48cc" /><Relationship Type="http://schemas.openxmlformats.org/officeDocument/2006/relationships/notesSlide" Target="/ppt/notesSlides/notesSlide190.xml" Id="R10835e229e854d72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3d1b02df548a5" /><Relationship Type="http://schemas.openxmlformats.org/officeDocument/2006/relationships/image" Target="/ppt/media/image186.png" Id="R30ca3eced21042cc" /><Relationship Type="http://schemas.openxmlformats.org/officeDocument/2006/relationships/notesSlide" Target="/ppt/notesSlides/notesSlide191.xml" Id="R85bb711e7d444ded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b6ee7d3ba41df" /><Relationship Type="http://schemas.openxmlformats.org/officeDocument/2006/relationships/image" Target="/ppt/media/image187.png" Id="Ra87e159b1c4e41de" /><Relationship Type="http://schemas.openxmlformats.org/officeDocument/2006/relationships/notesSlide" Target="/ppt/notesSlides/notesSlide192.xml" Id="R15b65e75c0e1495c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fd6acf1be48e4" /><Relationship Type="http://schemas.openxmlformats.org/officeDocument/2006/relationships/image" Target="/ppt/media/image188.png" Id="Rc4517f2e3ebd4eec" /><Relationship Type="http://schemas.openxmlformats.org/officeDocument/2006/relationships/notesSlide" Target="/ppt/notesSlides/notesSlide193.xml" Id="R7bb2313ec6c441a1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022e8865840fe" /><Relationship Type="http://schemas.openxmlformats.org/officeDocument/2006/relationships/image" Target="/ppt/media/image189.png" Id="R685978dee72f4bc9" /><Relationship Type="http://schemas.openxmlformats.org/officeDocument/2006/relationships/notesSlide" Target="/ppt/notesSlides/notesSlide194.xml" Id="R7c978aa63bd4410f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83ed7267d43be" /><Relationship Type="http://schemas.openxmlformats.org/officeDocument/2006/relationships/image" Target="/ppt/media/image190.png" Id="Rf6ff78640d604479" /><Relationship Type="http://schemas.openxmlformats.org/officeDocument/2006/relationships/notesSlide" Target="/ppt/notesSlides/notesSlide195.xml" Id="R77dcdb32848643b2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6324141594cdb" /><Relationship Type="http://schemas.openxmlformats.org/officeDocument/2006/relationships/image" Target="/ppt/media/image191.png" Id="R0c33afa8c7a74e93" /><Relationship Type="http://schemas.openxmlformats.org/officeDocument/2006/relationships/notesSlide" Target="/ppt/notesSlides/notesSlide196.xml" Id="R8936136d4e724d02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5f8f5add74433" /><Relationship Type="http://schemas.openxmlformats.org/officeDocument/2006/relationships/image" Target="/ppt/media/image192.png" Id="Rdebf09d19a144990" /><Relationship Type="http://schemas.openxmlformats.org/officeDocument/2006/relationships/notesSlide" Target="/ppt/notesSlides/notesSlide197.xml" Id="Raeeaa8bd11c54d42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46515230a4b22" /><Relationship Type="http://schemas.openxmlformats.org/officeDocument/2006/relationships/image" Target="/ppt/media/image193.png" Id="Rae19c078ba8c4bec" /><Relationship Type="http://schemas.openxmlformats.org/officeDocument/2006/relationships/notesSlide" Target="/ppt/notesSlides/notesSlide198.xml" Id="R61e6a76c924d4c51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4944da71c44b9" /><Relationship Type="http://schemas.openxmlformats.org/officeDocument/2006/relationships/image" Target="/ppt/media/image194.png" Id="R899ba928ef184040" /><Relationship Type="http://schemas.openxmlformats.org/officeDocument/2006/relationships/notesSlide" Target="/ppt/notesSlides/notesSlide199.xml" Id="R19a2782bc3564269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2863075454f2a" /><Relationship Type="http://schemas.openxmlformats.org/officeDocument/2006/relationships/image" Target="/ppt/media/image195.png" Id="Rf8f1313fb740441f" /><Relationship Type="http://schemas.openxmlformats.org/officeDocument/2006/relationships/notesSlide" Target="/ppt/notesSlides/notesSlide200.xml" Id="R71122ce2a4e94d20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d2b2a1cba467f" /><Relationship Type="http://schemas.openxmlformats.org/officeDocument/2006/relationships/image" Target="/ppt/media/image196.png" Id="Ref28507ffca14cfb" /><Relationship Type="http://schemas.openxmlformats.org/officeDocument/2006/relationships/notesSlide" Target="/ppt/notesSlides/notesSlide201.xml" Id="Rcd042fb8554c4e2f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293d4ddde4c90" /><Relationship Type="http://schemas.openxmlformats.org/officeDocument/2006/relationships/image" Target="/ppt/media/image197.png" Id="R0adf1ad2fcaf4cf8" /><Relationship Type="http://schemas.openxmlformats.org/officeDocument/2006/relationships/notesSlide" Target="/ppt/notesSlides/notesSlide202.xml" Id="R538dbdbc039349e1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3884a143a4b2a" /><Relationship Type="http://schemas.openxmlformats.org/officeDocument/2006/relationships/image" Target="/ppt/media/image198.png" Id="R62dd0cd12ecc4c2b" /><Relationship Type="http://schemas.openxmlformats.org/officeDocument/2006/relationships/notesSlide" Target="/ppt/notesSlides/notesSlide203.xml" Id="Rba13378e10ef4125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016776e7b4e0d" /><Relationship Type="http://schemas.openxmlformats.org/officeDocument/2006/relationships/image" Target="/ppt/media/image199.png" Id="R59b5524be48d4cab" /><Relationship Type="http://schemas.openxmlformats.org/officeDocument/2006/relationships/notesSlide" Target="/ppt/notesSlides/notesSlide204.xml" Id="R4fbd741dc2d14cca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b72d4a2d74f25" /><Relationship Type="http://schemas.openxmlformats.org/officeDocument/2006/relationships/image" Target="/ppt/media/image200.png" Id="Rb3abf4b5fc0a40f7" /><Relationship Type="http://schemas.openxmlformats.org/officeDocument/2006/relationships/notesSlide" Target="/ppt/notesSlides/notesSlide205.xml" Id="R568fe39da99947de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d583b38a14369" /><Relationship Type="http://schemas.openxmlformats.org/officeDocument/2006/relationships/image" Target="/ppt/media/image201.png" Id="Rdfff9103a8ec4336" /><Relationship Type="http://schemas.openxmlformats.org/officeDocument/2006/relationships/notesSlide" Target="/ppt/notesSlides/notesSlide206.xml" Id="R913e8c51bb154b3f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11f99e9734e1b" /><Relationship Type="http://schemas.openxmlformats.org/officeDocument/2006/relationships/image" Target="/ppt/media/image202.png" Id="R0b7834a5096042b3" /><Relationship Type="http://schemas.openxmlformats.org/officeDocument/2006/relationships/notesSlide" Target="/ppt/notesSlides/notesSlide207.xml" Id="R418d35fa83294c4b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f85a05ffe4dab" /><Relationship Type="http://schemas.openxmlformats.org/officeDocument/2006/relationships/image" Target="/ppt/media/image203.png" Id="Ree84e910a6c54a36" /><Relationship Type="http://schemas.openxmlformats.org/officeDocument/2006/relationships/notesSlide" Target="/ppt/notesSlides/notesSlide208.xml" Id="R3de6400db000407a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7cdefdfcd4087" /><Relationship Type="http://schemas.openxmlformats.org/officeDocument/2006/relationships/image" Target="/ppt/media/image204.png" Id="R94fda022766a4e35" /><Relationship Type="http://schemas.openxmlformats.org/officeDocument/2006/relationships/notesSlide" Target="/ppt/notesSlides/notesSlide209.xml" Id="R58e64319d2394172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507fa43b34134" /><Relationship Type="http://schemas.openxmlformats.org/officeDocument/2006/relationships/image" Target="/ppt/media/image205.png" Id="R14ab312813fb4740" /><Relationship Type="http://schemas.openxmlformats.org/officeDocument/2006/relationships/notesSlide" Target="/ppt/notesSlides/notesSlide210.xml" Id="Rb3c90d464c004c29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33b5849a4691" /><Relationship Type="http://schemas.openxmlformats.org/officeDocument/2006/relationships/image" Target="/ppt/media/image206.png" Id="Rd808fac0d1c84e2a" /><Relationship Type="http://schemas.openxmlformats.org/officeDocument/2006/relationships/notesSlide" Target="/ppt/notesSlides/notesSlide211.xml" Id="R13f0bb8958bc4c77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6d74436fd4da0" /><Relationship Type="http://schemas.openxmlformats.org/officeDocument/2006/relationships/image" Target="/ppt/media/image207.png" Id="Rfd9228d7bfc14e01" /><Relationship Type="http://schemas.openxmlformats.org/officeDocument/2006/relationships/notesSlide" Target="/ppt/notesSlides/notesSlide212.xml" Id="Rd834c0a96ae64871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7648f7c84f12" /><Relationship Type="http://schemas.openxmlformats.org/officeDocument/2006/relationships/image" Target="/ppt/media/image208.png" Id="Ra9a9cd2bbf954c98" /><Relationship Type="http://schemas.openxmlformats.org/officeDocument/2006/relationships/notesSlide" Target="/ppt/notesSlides/notesSlide213.xml" Id="R3681b622584d487b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302e336e4d52" /><Relationship Type="http://schemas.openxmlformats.org/officeDocument/2006/relationships/image" Target="/ppt/media/image209.png" Id="R3e63e49e6dfc4a4e" /><Relationship Type="http://schemas.openxmlformats.org/officeDocument/2006/relationships/notesSlide" Target="/ppt/notesSlides/notesSlide214.xml" Id="R5540e7e158024a7d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f8fbbc6046b5" /><Relationship Type="http://schemas.openxmlformats.org/officeDocument/2006/relationships/image" Target="/ppt/media/image210.png" Id="R2a07a8cd696c4121" /><Relationship Type="http://schemas.openxmlformats.org/officeDocument/2006/relationships/notesSlide" Target="/ppt/notesSlides/notesSlide215.xml" Id="R8fa34688dab94f51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d057aacc04d6a" /><Relationship Type="http://schemas.openxmlformats.org/officeDocument/2006/relationships/image" Target="/ppt/media/image211.png" Id="R1044e0e89524459d" /><Relationship Type="http://schemas.openxmlformats.org/officeDocument/2006/relationships/notesSlide" Target="/ppt/notesSlides/notesSlide216.xml" Id="R94f6f1f402b8435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99f5a23cd42de" /><Relationship Type="http://schemas.openxmlformats.org/officeDocument/2006/relationships/image" Target="/ppt/media/image212.png" Id="R415993bc253345b2" /><Relationship Type="http://schemas.openxmlformats.org/officeDocument/2006/relationships/notesSlide" Target="/ppt/notesSlides/notesSlide217.xml" Id="R70709001703e4d78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7e5adba61453a" /><Relationship Type="http://schemas.openxmlformats.org/officeDocument/2006/relationships/image" Target="/ppt/media/image213.png" Id="R957126fa90da46a6" /><Relationship Type="http://schemas.openxmlformats.org/officeDocument/2006/relationships/notesSlide" Target="/ppt/notesSlides/notesSlide218.xml" Id="R51f0be11568a41ac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b5bab1881412f" /><Relationship Type="http://schemas.openxmlformats.org/officeDocument/2006/relationships/notesSlide" Target="/ppt/notesSlides/notesSlide219.xml" Id="Rafdf3c5abbac428a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c2b70a0484c10" /><Relationship Type="http://schemas.openxmlformats.org/officeDocument/2006/relationships/image" Target="/ppt/media/image214.png" Id="R8b57758b3a8b46a3" /><Relationship Type="http://schemas.openxmlformats.org/officeDocument/2006/relationships/notesSlide" Target="/ppt/notesSlides/notesSlide220.xml" Id="Rde2cb98c47504dab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c6c2e51444b1" /><Relationship Type="http://schemas.openxmlformats.org/officeDocument/2006/relationships/image" Target="/ppt/media/image215.png" Id="R0830c49cadd644c5" /><Relationship Type="http://schemas.openxmlformats.org/officeDocument/2006/relationships/notesSlide" Target="/ppt/notesSlides/notesSlide221.xml" Id="R70688e1ae4da441d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378f5145c46af" /><Relationship Type="http://schemas.openxmlformats.org/officeDocument/2006/relationships/image" Target="/ppt/media/image216.png" Id="R7c3fa27a48794a24" /><Relationship Type="http://schemas.openxmlformats.org/officeDocument/2006/relationships/notesSlide" Target="/ppt/notesSlides/notesSlide222.xml" Id="R88a080b0f67d428a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1a5dcf21e449f" /><Relationship Type="http://schemas.openxmlformats.org/officeDocument/2006/relationships/image" Target="/ppt/media/image217.png" Id="R3bac47bc0c3b4ff9" /><Relationship Type="http://schemas.openxmlformats.org/officeDocument/2006/relationships/notesSlide" Target="/ppt/notesSlides/notesSlide223.xml" Id="R7c93f66352c94b56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fa8991e9d4f03" /><Relationship Type="http://schemas.openxmlformats.org/officeDocument/2006/relationships/image" Target="/ppt/media/image218.png" Id="R92444485823343ac" /><Relationship Type="http://schemas.openxmlformats.org/officeDocument/2006/relationships/notesSlide" Target="/ppt/notesSlides/notesSlide224.xml" Id="R1c288aa33fbb43b2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948c55fff4dce" /><Relationship Type="http://schemas.openxmlformats.org/officeDocument/2006/relationships/image" Target="/ppt/media/image219.png" Id="R62790212db69428b" /><Relationship Type="http://schemas.openxmlformats.org/officeDocument/2006/relationships/notesSlide" Target="/ppt/notesSlides/notesSlide225.xml" Id="R4a5c5f8b582d4e18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66ec6522f4da3" /><Relationship Type="http://schemas.openxmlformats.org/officeDocument/2006/relationships/image" Target="/ppt/media/image220.png" Id="R2c8aa450e8844294" /><Relationship Type="http://schemas.openxmlformats.org/officeDocument/2006/relationships/notesSlide" Target="/ppt/notesSlides/notesSlide226.xml" Id="Ra3e13e6ee8794bb2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2bc4b7d9a44da" /><Relationship Type="http://schemas.openxmlformats.org/officeDocument/2006/relationships/image" Target="/ppt/media/image221.png" Id="R82b0ab9308d7491d" /><Relationship Type="http://schemas.openxmlformats.org/officeDocument/2006/relationships/notesSlide" Target="/ppt/notesSlides/notesSlide227.xml" Id="Rd1ba9c7e047546f4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d7ead8504576" /><Relationship Type="http://schemas.openxmlformats.org/officeDocument/2006/relationships/image" Target="/ppt/media/image222.png" Id="Rfe847b03210647e5" /><Relationship Type="http://schemas.openxmlformats.org/officeDocument/2006/relationships/notesSlide" Target="/ppt/notesSlides/notesSlide228.xml" Id="R37f5fa3f93854502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6b49a670848b3" /><Relationship Type="http://schemas.openxmlformats.org/officeDocument/2006/relationships/image" Target="/ppt/media/image223.png" Id="Re097505c234546f0" /><Relationship Type="http://schemas.openxmlformats.org/officeDocument/2006/relationships/notesSlide" Target="/ppt/notesSlides/notesSlide229.xml" Id="R8c2aad174fed4893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93c063cbf4c48" /><Relationship Type="http://schemas.openxmlformats.org/officeDocument/2006/relationships/image" Target="/ppt/media/image224.png" Id="R4a0a09ff384b48a6" /><Relationship Type="http://schemas.openxmlformats.org/officeDocument/2006/relationships/notesSlide" Target="/ppt/notesSlides/notesSlide230.xml" Id="R475d3fe267b645d6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283494799498f" /><Relationship Type="http://schemas.openxmlformats.org/officeDocument/2006/relationships/image" Target="/ppt/media/image225.png" Id="Rb53c4162f7ae465c" /><Relationship Type="http://schemas.openxmlformats.org/officeDocument/2006/relationships/notesSlide" Target="/ppt/notesSlides/notesSlide231.xml" Id="R955ff13aac814c14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9c3b550aa4a3f" /><Relationship Type="http://schemas.openxmlformats.org/officeDocument/2006/relationships/image" Target="/ppt/media/image226.png" Id="R419e1c1edf004881" /><Relationship Type="http://schemas.openxmlformats.org/officeDocument/2006/relationships/notesSlide" Target="/ppt/notesSlides/notesSlide232.xml" Id="R2d44551859dc4d29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50efc505b4596" /><Relationship Type="http://schemas.openxmlformats.org/officeDocument/2006/relationships/image" Target="/ppt/media/image227.png" Id="R901582d99543451e" /><Relationship Type="http://schemas.openxmlformats.org/officeDocument/2006/relationships/notesSlide" Target="/ppt/notesSlides/notesSlide233.xml" Id="Re3b542146ad341d9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77a63aca34588" /><Relationship Type="http://schemas.openxmlformats.org/officeDocument/2006/relationships/image" Target="/ppt/media/image228.png" Id="Ra2079f1c8e064426" /><Relationship Type="http://schemas.openxmlformats.org/officeDocument/2006/relationships/notesSlide" Target="/ppt/notesSlides/notesSlide234.xml" Id="Rfd939ffafa1c4f98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2256c3b474b6a" /><Relationship Type="http://schemas.openxmlformats.org/officeDocument/2006/relationships/image" Target="/ppt/media/image229.png" Id="R9fe564d75e364509" /><Relationship Type="http://schemas.openxmlformats.org/officeDocument/2006/relationships/notesSlide" Target="/ppt/notesSlides/notesSlide235.xml" Id="R1526e12154fc4b54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363d5331b4812" /><Relationship Type="http://schemas.openxmlformats.org/officeDocument/2006/relationships/image" Target="/ppt/media/image230.png" Id="Rde8aba90d7754cbd" /><Relationship Type="http://schemas.openxmlformats.org/officeDocument/2006/relationships/notesSlide" Target="/ppt/notesSlides/notesSlide236.xml" Id="R41c1c9b4714e4f7a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2da59c54a46c2" /><Relationship Type="http://schemas.openxmlformats.org/officeDocument/2006/relationships/image" Target="/ppt/media/image231.png" Id="R4da04cca50684970" /><Relationship Type="http://schemas.openxmlformats.org/officeDocument/2006/relationships/notesSlide" Target="/ppt/notesSlides/notesSlide237.xml" Id="R6d9da6b991f446bd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1a7299f0a43e7" /><Relationship Type="http://schemas.openxmlformats.org/officeDocument/2006/relationships/image" Target="/ppt/media/image232.png" Id="R486ce992be5c49ad" /><Relationship Type="http://schemas.openxmlformats.org/officeDocument/2006/relationships/notesSlide" Target="/ppt/notesSlides/notesSlide238.xml" Id="R5221378ed40f4c73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a2353fff4a86" /><Relationship Type="http://schemas.openxmlformats.org/officeDocument/2006/relationships/image" Target="/ppt/media/image233.png" Id="R6ceaffff34bb4a84" /><Relationship Type="http://schemas.openxmlformats.org/officeDocument/2006/relationships/notesSlide" Target="/ppt/notesSlides/notesSlide239.xml" Id="R7745f20312264652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e1723ab0402e" /><Relationship Type="http://schemas.openxmlformats.org/officeDocument/2006/relationships/image" Target="/ppt/media/image234.png" Id="R954dd6779f9345c3" /><Relationship Type="http://schemas.openxmlformats.org/officeDocument/2006/relationships/notesSlide" Target="/ppt/notesSlides/notesSlide240.xml" Id="Rcb407bb0d63846d5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14f1c6f2c443e" /><Relationship Type="http://schemas.openxmlformats.org/officeDocument/2006/relationships/image" Target="/ppt/media/image235.png" Id="R833be6ccbb77446b" /><Relationship Type="http://schemas.openxmlformats.org/officeDocument/2006/relationships/notesSlide" Target="/ppt/notesSlides/notesSlide241.xml" Id="Re9933b2af13a4801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3fd02433f4237" /><Relationship Type="http://schemas.openxmlformats.org/officeDocument/2006/relationships/image" Target="/ppt/media/image236.png" Id="R6704e907eb15466c" /><Relationship Type="http://schemas.openxmlformats.org/officeDocument/2006/relationships/notesSlide" Target="/ppt/notesSlides/notesSlide242.xml" Id="R335e6d2729d74ae6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9185ebf764ed3" /><Relationship Type="http://schemas.openxmlformats.org/officeDocument/2006/relationships/image" Target="/ppt/media/image237.png" Id="R5436ee12680042d8" /><Relationship Type="http://schemas.openxmlformats.org/officeDocument/2006/relationships/notesSlide" Target="/ppt/notesSlides/notesSlide243.xml" Id="R6bdfc29714524dcc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11ad37f54434f" /><Relationship Type="http://schemas.openxmlformats.org/officeDocument/2006/relationships/image" Target="/ppt/media/image238.png" Id="Rfcb54b5be8934fc2" /><Relationship Type="http://schemas.openxmlformats.org/officeDocument/2006/relationships/notesSlide" Target="/ppt/notesSlides/notesSlide244.xml" Id="R99590269026049a9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9e10144b34a08" /><Relationship Type="http://schemas.openxmlformats.org/officeDocument/2006/relationships/image" Target="/ppt/media/image239.png" Id="Rc1cc19a60f814b2b" /><Relationship Type="http://schemas.openxmlformats.org/officeDocument/2006/relationships/notesSlide" Target="/ppt/notesSlides/notesSlide245.xml" Id="R0b790716a3d04d19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040a6562346e4" /><Relationship Type="http://schemas.openxmlformats.org/officeDocument/2006/relationships/image" Target="/ppt/media/image240.png" Id="Rd7591117d1f64d8c" /><Relationship Type="http://schemas.openxmlformats.org/officeDocument/2006/relationships/notesSlide" Target="/ppt/notesSlides/notesSlide246.xml" Id="R05b67476581e4307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3e52af4874eba" /><Relationship Type="http://schemas.openxmlformats.org/officeDocument/2006/relationships/image" Target="/ppt/media/image241.png" Id="R6799bbf906764f74" /><Relationship Type="http://schemas.openxmlformats.org/officeDocument/2006/relationships/notesSlide" Target="/ppt/notesSlides/notesSlide247.xml" Id="R6ddc34b4d6b940ea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7e3410d2a4b43" /><Relationship Type="http://schemas.openxmlformats.org/officeDocument/2006/relationships/image" Target="/ppt/media/image242.png" Id="Ra9ff7b0c918c4d56" /><Relationship Type="http://schemas.openxmlformats.org/officeDocument/2006/relationships/notesSlide" Target="/ppt/notesSlides/notesSlide248.xml" Id="R41842d9489ba4f0a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173985fc94d6a" /><Relationship Type="http://schemas.openxmlformats.org/officeDocument/2006/relationships/image" Target="/ppt/media/image243.png" Id="R30c01804b0744286" /><Relationship Type="http://schemas.openxmlformats.org/officeDocument/2006/relationships/notesSlide" Target="/ppt/notesSlides/notesSlide249.xml" Id="R8f3d8f93e0454f0e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1e91d2c0448aa" /><Relationship Type="http://schemas.openxmlformats.org/officeDocument/2006/relationships/image" Target="/ppt/media/image244.png" Id="R996f1f1c1e6b4354" /><Relationship Type="http://schemas.openxmlformats.org/officeDocument/2006/relationships/notesSlide" Target="/ppt/notesSlides/notesSlide250.xml" Id="R0430ed5283b14509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10647133643ea" /><Relationship Type="http://schemas.openxmlformats.org/officeDocument/2006/relationships/image" Target="/ppt/media/image245.png" Id="R39ed9c1ae8a0478e" /><Relationship Type="http://schemas.openxmlformats.org/officeDocument/2006/relationships/notesSlide" Target="/ppt/notesSlides/notesSlide251.xml" Id="R27e70d4c0a9a491c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2f12fa374450a" /><Relationship Type="http://schemas.openxmlformats.org/officeDocument/2006/relationships/image" Target="/ppt/media/image246.png" Id="R101f7737b3e04dfd" /><Relationship Type="http://schemas.openxmlformats.org/officeDocument/2006/relationships/notesSlide" Target="/ppt/notesSlides/notesSlide252.xml" Id="Rdbcd2a2ebb134c7b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c14eb2be84e9d" /><Relationship Type="http://schemas.openxmlformats.org/officeDocument/2006/relationships/image" Target="/ppt/media/image247.png" Id="R92b75377e234408f" /><Relationship Type="http://schemas.openxmlformats.org/officeDocument/2006/relationships/notesSlide" Target="/ppt/notesSlides/notesSlide253.xml" Id="R4186a71fe9e149fe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8dd79d4440ff" /><Relationship Type="http://schemas.openxmlformats.org/officeDocument/2006/relationships/image" Target="/ppt/media/image248.png" Id="R4c90d2afd7264a73" /><Relationship Type="http://schemas.openxmlformats.org/officeDocument/2006/relationships/notesSlide" Target="/ppt/notesSlides/notesSlide254.xml" Id="R53ed2323c0094ac5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d2eb9f9c64449" /><Relationship Type="http://schemas.openxmlformats.org/officeDocument/2006/relationships/image" Target="/ppt/media/image249.png" Id="R9a0211f50cd54ac9" /><Relationship Type="http://schemas.openxmlformats.org/officeDocument/2006/relationships/notesSlide" Target="/ppt/notesSlides/notesSlide255.xml" Id="R354ebeb799af47b9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c0910d7b34c41" /><Relationship Type="http://schemas.openxmlformats.org/officeDocument/2006/relationships/image" Target="/ppt/media/image250.png" Id="R3b704dc7bb524339" /><Relationship Type="http://schemas.openxmlformats.org/officeDocument/2006/relationships/notesSlide" Target="/ppt/notesSlides/notesSlide256.xml" Id="Rea7d59e7838948b7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054f4108046e4" /><Relationship Type="http://schemas.openxmlformats.org/officeDocument/2006/relationships/image" Target="/ppt/media/image251.png" Id="R72ee2f50d84f4bce" /><Relationship Type="http://schemas.openxmlformats.org/officeDocument/2006/relationships/notesSlide" Target="/ppt/notesSlides/notesSlide257.xml" Id="R320aab4d01c54d05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8523a1624961" /><Relationship Type="http://schemas.openxmlformats.org/officeDocument/2006/relationships/image" Target="/ppt/media/image252.png" Id="Rd3e2f8b74faf4b5f" /><Relationship Type="http://schemas.openxmlformats.org/officeDocument/2006/relationships/notesSlide" Target="/ppt/notesSlides/notesSlide258.xml" Id="Rc3b1b75e9970493d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ac69fdefc416a" /><Relationship Type="http://schemas.openxmlformats.org/officeDocument/2006/relationships/image" Target="/ppt/media/image253.png" Id="Re714419896c04abf" /><Relationship Type="http://schemas.openxmlformats.org/officeDocument/2006/relationships/notesSlide" Target="/ppt/notesSlides/notesSlide259.xml" Id="R1b6b090cec4f4b54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e904e49794f9c" /><Relationship Type="http://schemas.openxmlformats.org/officeDocument/2006/relationships/image" Target="/ppt/media/image254.png" Id="R3bf313ccd48e440f" /><Relationship Type="http://schemas.openxmlformats.org/officeDocument/2006/relationships/notesSlide" Target="/ppt/notesSlides/notesSlide260.xml" Id="Rf445036eb93544c7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340823dfb437f" /><Relationship Type="http://schemas.openxmlformats.org/officeDocument/2006/relationships/image" Target="/ppt/media/image255.png" Id="Rd8788de81af74481" /><Relationship Type="http://schemas.openxmlformats.org/officeDocument/2006/relationships/notesSlide" Target="/ppt/notesSlides/notesSlide261.xml" Id="R8ef1366d910940e2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16962a027421c" /><Relationship Type="http://schemas.openxmlformats.org/officeDocument/2006/relationships/image" Target="/ppt/media/image256.png" Id="Rac89171b7bf04e48" /><Relationship Type="http://schemas.openxmlformats.org/officeDocument/2006/relationships/notesSlide" Target="/ppt/notesSlides/notesSlide262.xml" Id="Rfd3dfad8ad824202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21bf84c184a02" /><Relationship Type="http://schemas.openxmlformats.org/officeDocument/2006/relationships/image" Target="/ppt/media/image257.png" Id="Rb5a262b4900d4563" /><Relationship Type="http://schemas.openxmlformats.org/officeDocument/2006/relationships/notesSlide" Target="/ppt/notesSlides/notesSlide263.xml" Id="R3779a6f00b314d01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22ec69104ca1" /><Relationship Type="http://schemas.openxmlformats.org/officeDocument/2006/relationships/image" Target="/ppt/media/image258.png" Id="Rb7881041160d42a4" /><Relationship Type="http://schemas.openxmlformats.org/officeDocument/2006/relationships/notesSlide" Target="/ppt/notesSlides/notesSlide264.xml" Id="R74606c5bc4ab49d9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fa4ff2c74dd5" /><Relationship Type="http://schemas.openxmlformats.org/officeDocument/2006/relationships/image" Target="/ppt/media/image259.png" Id="R64c3965788364b22" /><Relationship Type="http://schemas.openxmlformats.org/officeDocument/2006/relationships/notesSlide" Target="/ppt/notesSlides/notesSlide265.xml" Id="Rf54b2c0dfaeb4be3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8134b4e3844f3" /><Relationship Type="http://schemas.openxmlformats.org/officeDocument/2006/relationships/image" Target="/ppt/media/image260.png" Id="Rbe3303b1bbcb4dfb" /><Relationship Type="http://schemas.openxmlformats.org/officeDocument/2006/relationships/notesSlide" Target="/ppt/notesSlides/notesSlide266.xml" Id="R524b9011ac664aa7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9cfb00184177" /><Relationship Type="http://schemas.openxmlformats.org/officeDocument/2006/relationships/image" Target="/ppt/media/image261.png" Id="Rfcc6023c756f4483" /><Relationship Type="http://schemas.openxmlformats.org/officeDocument/2006/relationships/notesSlide" Target="/ppt/notesSlides/notesSlide267.xml" Id="R1dab62e09398425f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7e4c158c7493d" /><Relationship Type="http://schemas.openxmlformats.org/officeDocument/2006/relationships/image" Target="/ppt/media/image262.png" Id="Re58baaeae0674e0a" /><Relationship Type="http://schemas.openxmlformats.org/officeDocument/2006/relationships/notesSlide" Target="/ppt/notesSlides/notesSlide268.xml" Id="R90fc24f46c744f89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13b086a0640e4" /><Relationship Type="http://schemas.openxmlformats.org/officeDocument/2006/relationships/image" Target="/ppt/media/image263.png" Id="R0cc4cd3c26fd43a2" /><Relationship Type="http://schemas.openxmlformats.org/officeDocument/2006/relationships/notesSlide" Target="/ppt/notesSlides/notesSlide269.xml" Id="R7b90c91668104916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dc317186e4862" /><Relationship Type="http://schemas.openxmlformats.org/officeDocument/2006/relationships/image" Target="/ppt/media/image264.png" Id="Re22514dca8e249a8" /><Relationship Type="http://schemas.openxmlformats.org/officeDocument/2006/relationships/notesSlide" Target="/ppt/notesSlides/notesSlide270.xml" Id="R4774af3ed0c24aeb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22997c6304c15" /><Relationship Type="http://schemas.openxmlformats.org/officeDocument/2006/relationships/image" Target="/ppt/media/image265.png" Id="R80dc135d38a44aaa" /><Relationship Type="http://schemas.openxmlformats.org/officeDocument/2006/relationships/notesSlide" Target="/ppt/notesSlides/notesSlide271.xml" Id="Rd14bf6d3c606407e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4396783fd4fea" /><Relationship Type="http://schemas.openxmlformats.org/officeDocument/2006/relationships/image" Target="/ppt/media/image266.png" Id="Rf7a7e7b6524f4195" /><Relationship Type="http://schemas.openxmlformats.org/officeDocument/2006/relationships/notesSlide" Target="/ppt/notesSlides/notesSlide272.xml" Id="R4d0fe4bec2a6438d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1bbead5e74539" /><Relationship Type="http://schemas.openxmlformats.org/officeDocument/2006/relationships/image" Target="/ppt/media/image267.png" Id="Re25de70970f94e75" /><Relationship Type="http://schemas.openxmlformats.org/officeDocument/2006/relationships/notesSlide" Target="/ppt/notesSlides/notesSlide273.xml" Id="R2af91ffc8cd94d4a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d1da7ae3243ed" /><Relationship Type="http://schemas.openxmlformats.org/officeDocument/2006/relationships/image" Target="/ppt/media/image268.png" Id="R28b29f776bb041e8" /><Relationship Type="http://schemas.openxmlformats.org/officeDocument/2006/relationships/notesSlide" Target="/ppt/notesSlides/notesSlide274.xml" Id="R6d38b73acbc5461d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76242b8f04a4a" /><Relationship Type="http://schemas.openxmlformats.org/officeDocument/2006/relationships/image" Target="/ppt/media/image269.png" Id="R7f738dee87bc4702" /><Relationship Type="http://schemas.openxmlformats.org/officeDocument/2006/relationships/notesSlide" Target="/ppt/notesSlides/notesSlide275.xml" Id="R35ec1a50078e4932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fd01c71144b07" /><Relationship Type="http://schemas.openxmlformats.org/officeDocument/2006/relationships/image" Target="/ppt/media/image270.png" Id="R5f38eb3fef454706" /><Relationship Type="http://schemas.openxmlformats.org/officeDocument/2006/relationships/notesSlide" Target="/ppt/notesSlides/notesSlide276.xml" Id="R59b66244fea6468e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db1f129474243" /><Relationship Type="http://schemas.openxmlformats.org/officeDocument/2006/relationships/image" Target="/ppt/media/image271.png" Id="Rfd0597301d2a4eca" /><Relationship Type="http://schemas.openxmlformats.org/officeDocument/2006/relationships/notesSlide" Target="/ppt/notesSlides/notesSlide277.xml" Id="R972995c515eb44eb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afca976f44c9d" /><Relationship Type="http://schemas.openxmlformats.org/officeDocument/2006/relationships/image" Target="/ppt/media/image272.png" Id="R3417885c613a438e" /><Relationship Type="http://schemas.openxmlformats.org/officeDocument/2006/relationships/notesSlide" Target="/ppt/notesSlides/notesSlide278.xml" Id="Red271af54b1140fe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c42fdb34e43e3" /><Relationship Type="http://schemas.openxmlformats.org/officeDocument/2006/relationships/image" Target="/ppt/media/image273.png" Id="R2a90fc78d0d2417c" /><Relationship Type="http://schemas.openxmlformats.org/officeDocument/2006/relationships/notesSlide" Target="/ppt/notesSlides/notesSlide279.xml" Id="Re4c8d6b728a44926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a2588bbfe46b8" /><Relationship Type="http://schemas.openxmlformats.org/officeDocument/2006/relationships/image" Target="/ppt/media/image274.png" Id="Rd4a6c83e76b947ea" /><Relationship Type="http://schemas.openxmlformats.org/officeDocument/2006/relationships/notesSlide" Target="/ppt/notesSlides/notesSlide280.xml" Id="Rbacd3e6bca1f47df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4e1a8b3734114" /><Relationship Type="http://schemas.openxmlformats.org/officeDocument/2006/relationships/image" Target="/ppt/media/image275.png" Id="R87a41e65454e4f9d" /><Relationship Type="http://schemas.openxmlformats.org/officeDocument/2006/relationships/notesSlide" Target="/ppt/notesSlides/notesSlide281.xml" Id="Rbba58a727ef44179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116f17ac74a78" /><Relationship Type="http://schemas.openxmlformats.org/officeDocument/2006/relationships/image" Target="/ppt/media/image276.png" Id="R95940b367fdc450d" /><Relationship Type="http://schemas.openxmlformats.org/officeDocument/2006/relationships/notesSlide" Target="/ppt/notesSlides/notesSlide282.xml" Id="R152f14e72ac44349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73ea45dd1455a" /><Relationship Type="http://schemas.openxmlformats.org/officeDocument/2006/relationships/image" Target="/ppt/media/image277.png" Id="R76b6fd25d1204947" /><Relationship Type="http://schemas.openxmlformats.org/officeDocument/2006/relationships/notesSlide" Target="/ppt/notesSlides/notesSlide283.xml" Id="Rf2195d3535ed428f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8bcb4a8394db8" /><Relationship Type="http://schemas.openxmlformats.org/officeDocument/2006/relationships/image" Target="/ppt/media/image278.png" Id="R424b0801c818471e" /><Relationship Type="http://schemas.openxmlformats.org/officeDocument/2006/relationships/notesSlide" Target="/ppt/notesSlides/notesSlide284.xml" Id="R47cd7760329a49a2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88520d2d34a63" /><Relationship Type="http://schemas.openxmlformats.org/officeDocument/2006/relationships/image" Target="/ppt/media/image279.png" Id="R130256b143e84765" /><Relationship Type="http://schemas.openxmlformats.org/officeDocument/2006/relationships/notesSlide" Target="/ppt/notesSlides/notesSlide285.xml" Id="R6008169699934f0a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bd730ef604b3b" /><Relationship Type="http://schemas.openxmlformats.org/officeDocument/2006/relationships/image" Target="/ppt/media/image280.png" Id="Rbc3706b18d69467a" /><Relationship Type="http://schemas.openxmlformats.org/officeDocument/2006/relationships/notesSlide" Target="/ppt/notesSlides/notesSlide286.xml" Id="R9ddd857264994f91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ef2624d47421b" /><Relationship Type="http://schemas.openxmlformats.org/officeDocument/2006/relationships/image" Target="/ppt/media/image281.png" Id="Rc070d4d930904cdd" /><Relationship Type="http://schemas.openxmlformats.org/officeDocument/2006/relationships/notesSlide" Target="/ppt/notesSlides/notesSlide287.xml" Id="R40d0bac30ce14e93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da31f4bdf4eea" /><Relationship Type="http://schemas.openxmlformats.org/officeDocument/2006/relationships/image" Target="/ppt/media/image282.png" Id="R7576c4c01e244067" /><Relationship Type="http://schemas.openxmlformats.org/officeDocument/2006/relationships/notesSlide" Target="/ppt/notesSlides/notesSlide288.xml" Id="Ra4d9edc6d3e3425b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d3fa66f9a49d9" /><Relationship Type="http://schemas.openxmlformats.org/officeDocument/2006/relationships/image" Target="/ppt/media/image283.png" Id="R5ef4257cceab4fe7" /><Relationship Type="http://schemas.openxmlformats.org/officeDocument/2006/relationships/notesSlide" Target="/ppt/notesSlides/notesSlide289.xml" Id="Rcb568ad49714457e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60d6271d8489f" /><Relationship Type="http://schemas.openxmlformats.org/officeDocument/2006/relationships/image" Target="/ppt/media/image284.png" Id="Rf77e37395b4549c7" /><Relationship Type="http://schemas.openxmlformats.org/officeDocument/2006/relationships/notesSlide" Target="/ppt/notesSlides/notesSlide290.xml" Id="Rfa5b5c15319b4782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4ac38ba154c01" /><Relationship Type="http://schemas.openxmlformats.org/officeDocument/2006/relationships/notesSlide" Target="/ppt/notesSlides/notesSlide291.xml" Id="R963d312695e34b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AAE7C9FF-980B-4067-ABC8-5BF03826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POLOCENTRO · EXPLORATORY EVIDENCE</a:t>
            </a:r>
          </a:p>
        </p:txBody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F1DC3FD2-EF5C-4955-A87F-9539A01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Treatment and control</a:t>
            </a:r>
          </a:p>
          <a:p xmlns:a="http://schemas.openxmlformats.org/drawingml/2006/main">
            <a:pPr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comparisons</a:t>
            </a:r>
          </a:p>
        </p:txBody>
      </p:sp>
      <p:sp>
        <p:nvSpPr>
          <p:cNvPr id="3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BE4F448E-DBFB-436B-8B64-68223EB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B6470"/>
                </a:solidFill>
                <a:latin typeface="Arial"/>
                <a:ea typeface="Arial"/>
                <a:cs typeface="Arial"/>
              </a:rPr>
              <a:t>AMC migration and socioeconomic outcomes · Municipal GDP · MapBiomas land cover · FAO/GAEZ crop suitability · Propensity-score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CB8EC-D69A-4671-B64A-89FC22D5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885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8623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hods-title">
            <a:extLst xmlns:a="http://schemas.openxmlformats.org/drawingml/2006/main">
              <a:ext uri="{FF2B5EF4-FFF2-40B4-BE49-F238E27FC236}">
                <a16:creationId xmlns:a16="http://schemas.microsoft.com/office/drawing/2014/main" id="{E6531F3E-5392-402C-8F4F-D51AA2B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comparisons preserve each dataset’s analytical grain</a:t>
            </a:r>
          </a:p>
        </p:txBody>
      </p:sp>
      <p:sp>
        <p:nvSpPr>
          <p:cNvPr id="2" name="methods-intro">
            <a:extLst xmlns:a="http://schemas.openxmlformats.org/drawingml/2006/main">
              <a:ext uri="{FF2B5EF4-FFF2-40B4-BE49-F238E27FC236}">
                <a16:creationId xmlns:a16="http://schemas.microsoft.com/office/drawing/2014/main" id="{B6C6C5D5-2718-4C8F-A197-6A87132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B6470"/>
                </a:solidFill>
                <a:latin typeface="Arial"/>
                <a:ea typeface="Arial"/>
                <a:cs typeface="Arial"/>
              </a:rPr>
              <a:t>Every chart is descriptive and unadjusted. Propensity scores use matched specifications with and without static GAEZ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40252-C850-4692-9958-5447130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s-card-0-kicker">
            <a:extLst xmlns:a="http://schemas.openxmlformats.org/drawingml/2006/main">
              <a:ext uri="{FF2B5EF4-FFF2-40B4-BE49-F238E27FC236}">
                <a16:creationId xmlns:a16="http://schemas.microsoft.com/office/drawing/2014/main" id="{7BD64262-E957-4BEE-95BD-297693A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AMC outcomes</a:t>
            </a:r>
          </a:p>
        </p:txBody>
      </p:sp>
      <p:sp>
        <p:nvSpPr>
          <p:cNvPr id="5" name="methods-card-0-headline">
            <a:extLst xmlns:a="http://schemas.openxmlformats.org/drawingml/2006/main">
              <a:ext uri="{FF2B5EF4-FFF2-40B4-BE49-F238E27FC236}">
                <a16:creationId xmlns:a16="http://schemas.microsoft.com/office/drawing/2014/main" id="{275C31DA-928E-408E-B4BE-FD90B1E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AMC × census-year row</a:t>
            </a:r>
          </a:p>
        </p:txBody>
      </p:sp>
      <p:sp>
        <p:nvSpPr>
          <p:cNvPr id="6" name="methods-card-0-body">
            <a:extLst xmlns:a="http://schemas.openxmlformats.org/drawingml/2006/main">
              <a:ext uri="{FF2B5EF4-FFF2-40B4-BE49-F238E27FC236}">
                <a16:creationId xmlns:a16="http://schemas.microsoft.com/office/drawing/2014/main" id="{5BFF791E-D0F4-4ED0-9E6A-084FB3BA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Resident traits, migration totals, and real GDP or value added per resident in census years.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8E179-E89F-4F43-B544-451BA1AE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622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s-card-1-kicker">
            <a:extLst xmlns:a="http://schemas.openxmlformats.org/drawingml/2006/main">
              <a:ext uri="{FF2B5EF4-FFF2-40B4-BE49-F238E27FC236}">
                <a16:creationId xmlns:a16="http://schemas.microsoft.com/office/drawing/2014/main" id="{4AF72601-C3F0-432E-8325-82266710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289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GDP</a:t>
            </a:r>
          </a:p>
        </p:txBody>
      </p:sp>
      <p:sp>
        <p:nvSpPr>
          <p:cNvPr id="9" name="methods-card-1-headline">
            <a:extLst xmlns:a="http://schemas.openxmlformats.org/drawingml/2006/main">
              <a:ext uri="{FF2B5EF4-FFF2-40B4-BE49-F238E27FC236}">
                <a16:creationId xmlns:a16="http://schemas.microsoft.com/office/drawing/2014/main" id="{196AFDCF-C638-4A5F-9FDE-85D0C7E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81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municipality × GDP-year row</a:t>
            </a:r>
          </a:p>
        </p:txBody>
      </p:sp>
      <p:sp>
        <p:nvSpPr>
          <p:cNvPr id="10" name="methods-card-1-body">
            <a:extLst xmlns:a="http://schemas.openxmlformats.org/drawingml/2006/main">
              <a:ext uri="{FF2B5EF4-FFF2-40B4-BE49-F238E27FC236}">
                <a16:creationId xmlns:a16="http://schemas.microsoft.com/office/drawing/2014/main" id="{DC3EC13E-E1F7-41E8-BE39-49C3746A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Real levels, logs, annualized log growth, and sector shares at the municipality-year grain.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00943-C459-4ABC-903B-B85FF81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s-card-2-kicker">
            <a:extLst xmlns:a="http://schemas.openxmlformats.org/drawingml/2006/main">
              <a:ext uri="{FF2B5EF4-FFF2-40B4-BE49-F238E27FC236}">
                <a16:creationId xmlns:a16="http://schemas.microsoft.com/office/drawing/2014/main" id="{0C7D98D5-7024-47FA-B2DD-F952A3AF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MapBiomas</a:t>
            </a:r>
          </a:p>
        </p:txBody>
      </p:sp>
      <p:sp>
        <p:nvSpPr>
          <p:cNvPr id="13" name="methods-card-2-headline">
            <a:extLst xmlns:a="http://schemas.openxmlformats.org/drawingml/2006/main">
              <a:ext uri="{FF2B5EF4-FFF2-40B4-BE49-F238E27FC236}">
                <a16:creationId xmlns:a16="http://schemas.microsoft.com/office/drawing/2014/main" id="{466EDEED-A502-4AFA-A202-FA9D1730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AMC × year, 1985–2025</a:t>
            </a:r>
          </a:p>
        </p:txBody>
      </p:sp>
      <p:sp>
        <p:nvSpPr>
          <p:cNvPr id="14" name="methods-card-2-body">
            <a:extLst xmlns:a="http://schemas.openxmlformats.org/drawingml/2006/main">
              <a:ext uri="{FF2B5EF4-FFF2-40B4-BE49-F238E27FC236}">
                <a16:creationId xmlns:a16="http://schemas.microsoft.com/office/drawing/2014/main" id="{13C7DF60-761F-48B4-ABA2-0EDC5F7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Mapped-area shares and cumulative native-cover net loss, observed only after treatment.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13F0B-5FDC-4AA7-B9D2-4DE0D7AF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622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s-card-3-kicker">
            <a:extLst xmlns:a="http://schemas.openxmlformats.org/drawingml/2006/main">
              <a:ext uri="{FF2B5EF4-FFF2-40B4-BE49-F238E27FC236}">
                <a16:creationId xmlns:a16="http://schemas.microsoft.com/office/drawing/2014/main" id="{3A9957B9-74FE-4696-B9B0-404F1EB0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289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GAEZ and PSW</a:t>
            </a:r>
          </a:p>
        </p:txBody>
      </p:sp>
      <p:sp>
        <p:nvSpPr>
          <p:cNvPr id="17" name="methods-card-3-headline">
            <a:extLst xmlns:a="http://schemas.openxmlformats.org/drawingml/2006/main">
              <a:ext uri="{FF2B5EF4-FFF2-40B4-BE49-F238E27FC236}">
                <a16:creationId xmlns:a16="http://schemas.microsoft.com/office/drawing/2014/main" id="{EB9C3777-2F6E-4232-BB85-30A668E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81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Static crop endowments</a:t>
            </a:r>
          </a:p>
        </p:txBody>
      </p:sp>
      <p:sp>
        <p:nvSpPr>
          <p:cNvPr id="18" name="methods-card-3-body">
            <a:extLst xmlns:a="http://schemas.openxmlformats.org/drawingml/2006/main">
              <a:ext uri="{FF2B5EF4-FFF2-40B4-BE49-F238E27FC236}">
                <a16:creationId xmlns:a16="http://schemas.microsoft.com/office/drawing/2014/main" id="{FA1B3B78-5A9C-4203-B628-5888B88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33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Eight high-input rainfed crop-suitability controls augment the 1970 selection model.</a:t>
            </a:r>
          </a:p>
        </p:txBody>
      </p:sp>
      <p:sp>
        <p:nvSpPr>
          <p:cNvPr id="19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E63B0E4E-F640-40D3-8DBC-F57F35C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Methods and scope</a:t>
            </a:r>
          </a:p>
        </p:txBody>
      </p:sp>
      <p:sp>
        <p:nvSpPr>
          <p:cNvPr id="20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A739CAE5-AE05-4867-A713-0F340A6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6575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-kicker">
            <a:extLst xmlns:a="http://schemas.openxmlformats.org/drawingml/2006/main">
              <a:ext uri="{FF2B5EF4-FFF2-40B4-BE49-F238E27FC236}">
                <a16:creationId xmlns:a16="http://schemas.microsoft.com/office/drawing/2014/main" id="{D0BD43E0-18B1-432E-A2D3-56B8579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TREATMENT DEFINITION 1 OF 4</a:t>
            </a:r>
          </a:p>
        </p:txBody>
      </p:sp>
      <p:sp>
        <p:nvSpPr>
          <p:cNvPr id="2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9D6F8285-1C43-4441-A400-6A0CC43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Any operational-area overlap</a:t>
            </a:r>
          </a:p>
        </p:txBody>
      </p:sp>
      <p:sp>
        <p:nvSpPr>
          <p:cNvPr id="3" name="section-1-description">
            <a:extLst xmlns:a="http://schemas.openxmlformats.org/drawingml/2006/main">
              <a:ext uri="{FF2B5EF4-FFF2-40B4-BE49-F238E27FC236}">
                <a16:creationId xmlns:a16="http://schemas.microsoft.com/office/drawing/2014/main" id="{F585FDF8-8B2C-4D01-A2FA-F0A109AD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when any non-trivial part of the unit overlaps an operational POLOCENTRO area.</a:t>
            </a:r>
          </a:p>
        </p:txBody>
      </p:sp>
      <p:sp>
        <p:nvSpPr>
          <p:cNvPr id="4" name="section-1-metric-0">
            <a:extLst xmlns:a="http://schemas.openxmlformats.org/drawingml/2006/main">
              <a:ext uri="{FF2B5EF4-FFF2-40B4-BE49-F238E27FC236}">
                <a16:creationId xmlns:a16="http://schemas.microsoft.com/office/drawing/2014/main" id="{12CCB2B3-74C4-4576-83CD-C3C62DD0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5" name="section-1-metric-label-0">
            <a:extLst xmlns:a="http://schemas.openxmlformats.org/drawingml/2006/main">
              <a:ext uri="{FF2B5EF4-FFF2-40B4-BE49-F238E27FC236}">
                <a16:creationId xmlns:a16="http://schemas.microsoft.com/office/drawing/2014/main" id="{273541FA-747A-4478-830F-FE6A1070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AMCs</a:t>
            </a:r>
          </a:p>
        </p:txBody>
      </p:sp>
      <p:sp>
        <p:nvSpPr>
          <p:cNvPr id="6" name="section-1-metric-1">
            <a:extLst xmlns:a="http://schemas.openxmlformats.org/drawingml/2006/main">
              <a:ext uri="{FF2B5EF4-FFF2-40B4-BE49-F238E27FC236}">
                <a16:creationId xmlns:a16="http://schemas.microsoft.com/office/drawing/2014/main" id="{57B35980-BF6C-40E2-828D-A66AEC06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  <p:sp>
        <p:nvSpPr>
          <p:cNvPr id="7" name="section-1-metric-label-1">
            <a:extLst xmlns:a="http://schemas.openxmlformats.org/drawingml/2006/main">
              <a:ext uri="{FF2B5EF4-FFF2-40B4-BE49-F238E27FC236}">
                <a16:creationId xmlns:a16="http://schemas.microsoft.com/office/drawing/2014/main" id="{53ED1070-41F4-4BF2-89DA-38BFB060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municipalities</a:t>
            </a:r>
          </a:p>
        </p:txBody>
      </p:sp>
      <p:sp>
        <p:nvSpPr>
          <p:cNvPr id="8" name="section-1-metric-2">
            <a:extLst xmlns:a="http://schemas.openxmlformats.org/drawingml/2006/main">
              <a:ext uri="{FF2B5EF4-FFF2-40B4-BE49-F238E27FC236}">
                <a16:creationId xmlns:a16="http://schemas.microsoft.com/office/drawing/2014/main" id="{365445FD-AF51-412D-8B8B-98BDF3E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9" name="section-1-metric-label-2">
            <a:extLst xmlns:a="http://schemas.openxmlformats.org/drawingml/2006/main">
              <a:ext uri="{FF2B5EF4-FFF2-40B4-BE49-F238E27FC236}">
                <a16:creationId xmlns:a16="http://schemas.microsoft.com/office/drawing/2014/main" id="{1250EDEF-E7A3-4191-8CE6-077CFBE7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time-varying outcomes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7DF6C-A6F8-4F14-96BF-DCAF62A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E4C1D318-1D20-4B90-93D3-867E49C9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</a:t>
            </a:r>
          </a:p>
        </p:txBody>
      </p:sp>
      <p:sp>
        <p:nvSpPr>
          <p:cNvPr id="12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BE9A7324-795C-47E2-95D2-C442720A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583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-eyebrow">
            <a:extLst xmlns:a="http://schemas.openxmlformats.org/drawingml/2006/main">
              <a:ext uri="{FF2B5EF4-FFF2-40B4-BE49-F238E27FC236}">
                <a16:creationId xmlns:a16="http://schemas.microsoft.com/office/drawing/2014/main" id="{0DA691E9-A1C6-43A4-B842-89D9A0A3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MIGRATION · WEIGHTED INTERSTATE MIGRANTS</a:t>
            </a:r>
          </a:p>
        </p:txBody>
      </p:sp>
      <p:sp>
        <p:nvSpPr>
          <p:cNvPr id="2" name="outcome-4-title">
            <a:extLst xmlns:a="http://schemas.openxmlformats.org/drawingml/2006/main">
              <a:ext uri="{FF2B5EF4-FFF2-40B4-BE49-F238E27FC236}">
                <a16:creationId xmlns:a16="http://schemas.microsoft.com/office/drawing/2014/main" id="{18C21CFC-8B80-4F34-8835-4657A879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C981F-456E-437D-BED2-76645724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5d0036bd3463f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-table-label">
            <a:extLst xmlns:a="http://schemas.openxmlformats.org/drawingml/2006/main">
              <a:ext uri="{FF2B5EF4-FFF2-40B4-BE49-F238E27FC236}">
                <a16:creationId xmlns:a16="http://schemas.microsoft.com/office/drawing/2014/main" id="{D72866ED-96F1-425C-8AD3-76C4672D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616 (7.28k)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676 (1.47k)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1.16k (12.8k)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2.20k (8.67k)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1.27k (9.63k)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3.09k (10.9k)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1.33k (9.19k)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2.72k (8.25k)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1.18k (7.26k)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2.68k (7.53k)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4-note">
            <a:extLst xmlns:a="http://schemas.openxmlformats.org/drawingml/2006/main">
              <a:ext uri="{FF2B5EF4-FFF2-40B4-BE49-F238E27FC236}">
                <a16:creationId xmlns:a16="http://schemas.microsoft.com/office/drawing/2014/main" id="{6010D053-B5A3-468C-A08C-4AC2C96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EE1F8F2B-AE0E-44ED-A28A-CD1311E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Migration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CE07BB3E-BC3E-4C57-9FDB-D2ABF24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38247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-eyebrow">
            <a:extLst xmlns:a="http://schemas.openxmlformats.org/drawingml/2006/main">
              <a:ext uri="{FF2B5EF4-FFF2-40B4-BE49-F238E27FC236}">
                <a16:creationId xmlns:a16="http://schemas.microsoft.com/office/drawing/2014/main" id="{5711D01C-D57F-496E-9A52-E7F28FB6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MIGRATION · INTERSTATE MIGRANT SHARE OF DESTINATION AGE 5+</a:t>
            </a:r>
          </a:p>
        </p:txBody>
      </p:sp>
      <p:sp>
        <p:nvSpPr>
          <p:cNvPr id="2" name="outcome-5-title">
            <a:extLst xmlns:a="http://schemas.openxmlformats.org/drawingml/2006/main">
              <a:ext uri="{FF2B5EF4-FFF2-40B4-BE49-F238E27FC236}">
                <a16:creationId xmlns:a16="http://schemas.microsoft.com/office/drawing/2014/main" id="{9FAC286E-CC85-4DBC-A589-F1EB1D56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64001-D6BB-487F-8A35-BA27CF5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cedaadd0040a2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5-table-label">
            <a:extLst xmlns:a="http://schemas.openxmlformats.org/drawingml/2006/main">
              <a:ext uri="{FF2B5EF4-FFF2-40B4-BE49-F238E27FC236}">
                <a16:creationId xmlns:a16="http://schemas.microsoft.com/office/drawing/2014/main" id="{86B03803-2A0F-46C2-BE26-795754B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0.0179 (0.035)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0.0306 (0.0426)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0.0245 (0.0345)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0.0491 (0.0711)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0.0271 (0.0263)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0.0573 (0.0562)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0.0259 (0.0219)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0.0461 (0.0391)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0.0226 (0.0203)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0.0378 (0.0291)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-note">
            <a:extLst xmlns:a="http://schemas.openxmlformats.org/drawingml/2006/main">
              <a:ext uri="{FF2B5EF4-FFF2-40B4-BE49-F238E27FC236}">
                <a16:creationId xmlns:a16="http://schemas.microsoft.com/office/drawing/2014/main" id="{6E79666E-0D0A-4255-9F4F-4FBEF8E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5A32B0C3-B132-4943-9F61-3669F389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Migration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59590FAA-E0AE-46B6-B7C6-D909EDBA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5327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-eyebrow">
            <a:extLst xmlns:a="http://schemas.openxmlformats.org/drawingml/2006/main">
              <a:ext uri="{FF2B5EF4-FFF2-40B4-BE49-F238E27FC236}">
                <a16:creationId xmlns:a16="http://schemas.microsoft.com/office/drawing/2014/main" id="{BC537216-29DC-47A5-92A7-6A04FF8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EDUCATION · EDUCATION FUNDAMENTAL SHARE AGE 25+</a:t>
            </a:r>
          </a:p>
        </p:txBody>
      </p:sp>
      <p:sp>
        <p:nvSpPr>
          <p:cNvPr id="2" name="outcome-6-title">
            <a:extLst xmlns:a="http://schemas.openxmlformats.org/drawingml/2006/main">
              <a:ext uri="{FF2B5EF4-FFF2-40B4-BE49-F238E27FC236}">
                <a16:creationId xmlns:a16="http://schemas.microsoft.com/office/drawing/2014/main" id="{DF6F6204-493E-4893-B4E6-3D4CD7E9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F56E4-8B4A-4D69-8CE8-E3D577EF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8af1156d647c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6-table-label">
            <a:extLst xmlns:a="http://schemas.openxmlformats.org/drawingml/2006/main">
              <a:ext uri="{FF2B5EF4-FFF2-40B4-BE49-F238E27FC236}">
                <a16:creationId xmlns:a16="http://schemas.microsoft.com/office/drawing/2014/main" id="{3BCEF2F5-7F6D-4C7B-AC24-1209854F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0.0546 (0.0321)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0.0675 (0.0245)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0.0828 (0.038)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0.0959 (0.0249)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 (0.0347)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0.135 (0.0209)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-note">
            <a:extLst xmlns:a="http://schemas.openxmlformats.org/drawingml/2006/main">
              <a:ext uri="{FF2B5EF4-FFF2-40B4-BE49-F238E27FC236}">
                <a16:creationId xmlns:a16="http://schemas.microsoft.com/office/drawing/2014/main" id="{4A5A948D-7AD2-4EB2-949B-DAD307A8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12883D06-AF8C-4CB1-BD79-A4FB7484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Education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F10E3D9B-84FA-4774-AEA0-5AAE4ED0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555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-eyebrow">
            <a:extLst xmlns:a="http://schemas.openxmlformats.org/drawingml/2006/main">
              <a:ext uri="{FF2B5EF4-FFF2-40B4-BE49-F238E27FC236}">
                <a16:creationId xmlns:a16="http://schemas.microsoft.com/office/drawing/2014/main" id="{5613D5CC-FA59-4BA7-8FCA-1BDDC5D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EDUCATION · EDUCATION LESS FUNDAMENTAL SHARE AGE 25+</a:t>
            </a:r>
          </a:p>
        </p:txBody>
      </p:sp>
      <p:sp>
        <p:nvSpPr>
          <p:cNvPr id="2" name="outcome-7-title">
            <a:extLst xmlns:a="http://schemas.openxmlformats.org/drawingml/2006/main">
              <a:ext uri="{FF2B5EF4-FFF2-40B4-BE49-F238E27FC236}">
                <a16:creationId xmlns:a16="http://schemas.microsoft.com/office/drawing/2014/main" id="{537F1BC4-91C9-4123-BBCE-D1F39F9D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D9999-C72D-41D3-B25D-437DDEC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04e4e78574e6c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7-table-label">
            <a:extLst xmlns:a="http://schemas.openxmlformats.org/drawingml/2006/main">
              <a:ext uri="{FF2B5EF4-FFF2-40B4-BE49-F238E27FC236}">
                <a16:creationId xmlns:a16="http://schemas.microsoft.com/office/drawing/2014/main" id="{A7363493-ABF1-44A0-BC97-37692154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0.852 (0.0778)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0.83 (0.0626)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0.775 (0.0919)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0.756 (0.0701)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0.653 (0.113)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0.615 (0.0784)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-note">
            <a:extLst xmlns:a="http://schemas.openxmlformats.org/drawingml/2006/main">
              <a:ext uri="{FF2B5EF4-FFF2-40B4-BE49-F238E27FC236}">
                <a16:creationId xmlns:a16="http://schemas.microsoft.com/office/drawing/2014/main" id="{BFB5D49E-D6DE-440D-9D41-5B72ECDE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4E2DC24E-7A4D-4114-B3F7-E7A118D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Education</a:t>
            </a:r>
          </a:p>
        </p:txBody>
      </p:sp>
      <p:sp>
        <p:nvSpPr>
          <p:cNvPr id="9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F0CC9B41-5525-4F3E-BE8E-E8D623C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99366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-eyebrow">
            <a:extLst xmlns:a="http://schemas.openxmlformats.org/drawingml/2006/main">
              <a:ext uri="{FF2B5EF4-FFF2-40B4-BE49-F238E27FC236}">
                <a16:creationId xmlns:a16="http://schemas.microsoft.com/office/drawing/2014/main" id="{0CEE9C30-F0FD-417A-B745-7F0DE3B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EDUCATION · EDUCATION SECONDARY SHARE AGE 25+</a:t>
            </a:r>
          </a:p>
        </p:txBody>
      </p:sp>
      <p:sp>
        <p:nvSpPr>
          <p:cNvPr id="2" name="outcome-8-title">
            <a:extLst xmlns:a="http://schemas.openxmlformats.org/drawingml/2006/main">
              <a:ext uri="{FF2B5EF4-FFF2-40B4-BE49-F238E27FC236}">
                <a16:creationId xmlns:a16="http://schemas.microsoft.com/office/drawing/2014/main" id="{E5309D1A-F404-4E5D-8103-5352FE1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70171-174C-43E5-93E2-726E7E9C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5f4e9e92a4e1d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-table-label">
            <a:extLst xmlns:a="http://schemas.openxmlformats.org/drawingml/2006/main">
              <a:ext uri="{FF2B5EF4-FFF2-40B4-BE49-F238E27FC236}">
                <a16:creationId xmlns:a16="http://schemas.microsoft.com/office/drawing/2014/main" id="{D87C7F8C-34F6-47D6-BBB2-AAD5164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0.0656 (0.0365)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0.0766 (0.0307)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0.101 (0.0468)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0.115 (0.0364)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(0.0602)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0.181 (0.0449)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-note">
            <a:extLst xmlns:a="http://schemas.openxmlformats.org/drawingml/2006/main">
              <a:ext uri="{FF2B5EF4-FFF2-40B4-BE49-F238E27FC236}">
                <a16:creationId xmlns:a16="http://schemas.microsoft.com/office/drawing/2014/main" id="{EADC2917-E413-4381-B7C5-A551C4A5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6A4FA084-217A-4F3D-B8C8-69608E8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Education</a:t>
            </a:r>
          </a:p>
        </p:txBody>
      </p:sp>
      <p:sp>
        <p:nvSpPr>
          <p:cNvPr id="9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1EED6695-CD01-4052-B439-A40B808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6793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-eyebrow">
            <a:extLst xmlns:a="http://schemas.openxmlformats.org/drawingml/2006/main">
              <a:ext uri="{FF2B5EF4-FFF2-40B4-BE49-F238E27FC236}">
                <a16:creationId xmlns:a16="http://schemas.microsoft.com/office/drawing/2014/main" id="{7E446025-AB61-4C3E-AD9F-AFF7D410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EDUCATION · EDUCATION TERTIARY SHARE AGE 25+</a:t>
            </a:r>
          </a:p>
        </p:txBody>
      </p:sp>
      <p:sp>
        <p:nvSpPr>
          <p:cNvPr id="2" name="outcome-9-title">
            <a:extLst xmlns:a="http://schemas.openxmlformats.org/drawingml/2006/main">
              <a:ext uri="{FF2B5EF4-FFF2-40B4-BE49-F238E27FC236}">
                <a16:creationId xmlns:a16="http://schemas.microsoft.com/office/drawing/2014/main" id="{771A5F6A-603B-4973-AE06-266B155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4D93D-3C0F-4548-8E04-529A4A6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c526615f24ac8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-table-label">
            <a:extLst xmlns:a="http://schemas.openxmlformats.org/drawingml/2006/main">
              <a:ext uri="{FF2B5EF4-FFF2-40B4-BE49-F238E27FC236}">
                <a16:creationId xmlns:a16="http://schemas.microsoft.com/office/drawing/2014/main" id="{5BF7AA07-4A8A-4901-B078-B1B06AE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0.0277 (0.02)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0.0257 (0.0165)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0.0406 (0.024)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0.0331 (0.0192)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0.0585 (0.0347)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0.0685 (0.0277)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-note">
            <a:extLst xmlns:a="http://schemas.openxmlformats.org/drawingml/2006/main">
              <a:ext uri="{FF2B5EF4-FFF2-40B4-BE49-F238E27FC236}">
                <a16:creationId xmlns:a16="http://schemas.microsoft.com/office/drawing/2014/main" id="{AE55DBBE-9D5E-4EE1-8481-EFC2CD7E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9574332E-BA7A-4E90-9C28-F5F6FB92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Education</a:t>
            </a:r>
          </a:p>
        </p:txBody>
      </p:sp>
      <p:sp>
        <p:nvSpPr>
          <p:cNvPr id="9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85C60C48-18A3-467E-A465-4C1CCC40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6420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-eyebrow">
            <a:extLst xmlns:a="http://schemas.openxmlformats.org/drawingml/2006/main">
              <a:ext uri="{FF2B5EF4-FFF2-40B4-BE49-F238E27FC236}">
                <a16:creationId xmlns:a16="http://schemas.microsoft.com/office/drawing/2014/main" id="{83F64D2D-A45F-4774-9EFC-BABDC12D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EDUCATION · LITERACY SHARE AGE 15+</a:t>
            </a:r>
          </a:p>
        </p:txBody>
      </p:sp>
      <p:sp>
        <p:nvSpPr>
          <p:cNvPr id="2" name="outcome-10-title">
            <a:extLst xmlns:a="http://schemas.openxmlformats.org/drawingml/2006/main">
              <a:ext uri="{FF2B5EF4-FFF2-40B4-BE49-F238E27FC236}">
                <a16:creationId xmlns:a16="http://schemas.microsoft.com/office/drawing/2014/main" id="{5CCE16A2-9D77-4845-AAA6-C371307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C8AAC-113E-44D8-A629-68536A4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2e8991cba45b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-table-label">
            <a:extLst xmlns:a="http://schemas.openxmlformats.org/drawingml/2006/main">
              <a:ext uri="{FF2B5EF4-FFF2-40B4-BE49-F238E27FC236}">
                <a16:creationId xmlns:a16="http://schemas.microsoft.com/office/drawing/2014/main" id="{BCAB5AB9-CD19-44A5-A2AA-DF1DE044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(0.182)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0.631 (0.123)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0.631 (0.181)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0.711 (0.103)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0.701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0.787 (0.0812)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0.792 (0.121)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0.857 (0.051)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0.842 (0.0982)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0.893 (0.0382)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0-note">
            <a:extLst xmlns:a="http://schemas.openxmlformats.org/drawingml/2006/main">
              <a:ext uri="{FF2B5EF4-FFF2-40B4-BE49-F238E27FC236}">
                <a16:creationId xmlns:a16="http://schemas.microsoft.com/office/drawing/2014/main" id="{110BF0E8-2503-4743-AF3D-95FC32A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F49551E5-DEA1-41AC-9767-1353379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Education</a:t>
            </a:r>
          </a:p>
        </p:txBody>
      </p:sp>
      <p:sp>
        <p:nvSpPr>
          <p:cNvPr id="9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3EFB37BC-B413-49D1-A5DB-AE7EC5C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6453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-eyebrow">
            <a:extLst xmlns:a="http://schemas.openxmlformats.org/drawingml/2006/main">
              <a:ext uri="{FF2B5EF4-FFF2-40B4-BE49-F238E27FC236}">
                <a16:creationId xmlns:a16="http://schemas.microsoft.com/office/drawing/2014/main" id="{91A61050-5815-4213-92C0-D530873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EDUCATION · MEAN EDUCATION YEARS AGE 25+</a:t>
            </a:r>
          </a:p>
        </p:txBody>
      </p:sp>
      <p:sp>
        <p:nvSpPr>
          <p:cNvPr id="2" name="outcome-11-title">
            <a:extLst xmlns:a="http://schemas.openxmlformats.org/drawingml/2006/main">
              <a:ext uri="{FF2B5EF4-FFF2-40B4-BE49-F238E27FC236}">
                <a16:creationId xmlns:a16="http://schemas.microsoft.com/office/drawing/2014/main" id="{AEAC8C5B-46F8-492F-AC92-B6153C53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FC9F5-9277-41B4-A22B-9A32676B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d089c1f3453c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-table-label">
            <a:extLst xmlns:a="http://schemas.openxmlformats.org/drawingml/2006/main">
              <a:ext uri="{FF2B5EF4-FFF2-40B4-BE49-F238E27FC236}">
                <a16:creationId xmlns:a16="http://schemas.microsoft.com/office/drawing/2014/main" id="{8FA73558-F46A-4E47-A368-F5ED306B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3.45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 (0.832)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4.48 (1.16)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4.82 (0.816)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1-note">
            <a:extLst xmlns:a="http://schemas.openxmlformats.org/drawingml/2006/main">
              <a:ext uri="{FF2B5EF4-FFF2-40B4-BE49-F238E27FC236}">
                <a16:creationId xmlns:a16="http://schemas.microsoft.com/office/drawing/2014/main" id="{D5E4147E-23E5-4FC0-89E3-318BC9D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C30F94A2-E62A-4BDC-9AAA-9D7E6E8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Education</a:t>
            </a:r>
          </a:p>
        </p:txBody>
      </p:sp>
      <p:sp>
        <p:nvSpPr>
          <p:cNvPr id="9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D2314FFB-7A7F-4705-9E2E-17F5CCD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0860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-eyebrow">
            <a:extLst xmlns:a="http://schemas.openxmlformats.org/drawingml/2006/main">
              <a:ext uri="{FF2B5EF4-FFF2-40B4-BE49-F238E27FC236}">
                <a16:creationId xmlns:a16="http://schemas.microsoft.com/office/drawing/2014/main" id="{5B6E0D58-FEAD-40D0-838E-72AF5CA7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LABOR MARKET · EMPLOYMENT SHARE AGE 15+</a:t>
            </a:r>
          </a:p>
        </p:txBody>
      </p:sp>
      <p:sp>
        <p:nvSpPr>
          <p:cNvPr id="2" name="outcome-12-title">
            <a:extLst xmlns:a="http://schemas.openxmlformats.org/drawingml/2006/main">
              <a:ext uri="{FF2B5EF4-FFF2-40B4-BE49-F238E27FC236}">
                <a16:creationId xmlns:a16="http://schemas.microsoft.com/office/drawing/2014/main" id="{CB9AF464-74EF-4ACC-B514-96257E27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67FE5-45E6-4575-8D55-52F4F8F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1cd2fa93545e2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2-table-label">
            <a:extLst xmlns:a="http://schemas.openxmlformats.org/drawingml/2006/main">
              <a:ext uri="{FF2B5EF4-FFF2-40B4-BE49-F238E27FC236}">
                <a16:creationId xmlns:a16="http://schemas.microsoft.com/office/drawing/2014/main" id="{B092E1D5-7B8E-4E71-B457-2134B603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0.643 (0.274)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0.693 (0.21)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 (0.18)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0.811 (0.206)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0.933 (0.0349)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0.936 (0.025)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-note">
            <a:extLst xmlns:a="http://schemas.openxmlformats.org/drawingml/2006/main">
              <a:ext uri="{FF2B5EF4-FFF2-40B4-BE49-F238E27FC236}">
                <a16:creationId xmlns:a16="http://schemas.microsoft.com/office/drawing/2014/main" id="{6B809F39-5F23-4E50-B120-DE8E74E5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">
            <a:extLst xmlns:a="http://schemas.openxmlformats.org/drawingml/2006/main">
              <a:ext uri="{FF2B5EF4-FFF2-40B4-BE49-F238E27FC236}">
                <a16:creationId xmlns:a16="http://schemas.microsoft.com/office/drawing/2014/main" id="{194188A3-1E21-44F4-802B-31E58D7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Labor market</a:t>
            </a:r>
          </a:p>
        </p:txBody>
      </p:sp>
      <p:sp>
        <p:nvSpPr>
          <p:cNvPr id="9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A0DFB191-5219-437F-AA40-0ACB59DF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1072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-eyebrow">
            <a:extLst xmlns:a="http://schemas.openxmlformats.org/drawingml/2006/main">
              <a:ext uri="{FF2B5EF4-FFF2-40B4-BE49-F238E27FC236}">
                <a16:creationId xmlns:a16="http://schemas.microsoft.com/office/drawing/2014/main" id="{5F6448E2-AF94-4B01-80A3-3EBC7E1D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LABOR MARKET · LABOR FORCE SHARE AGE 15+</a:t>
            </a:r>
          </a:p>
        </p:txBody>
      </p:sp>
      <p:sp>
        <p:nvSpPr>
          <p:cNvPr id="2" name="outcome-13-title">
            <a:extLst xmlns:a="http://schemas.openxmlformats.org/drawingml/2006/main">
              <a:ext uri="{FF2B5EF4-FFF2-40B4-BE49-F238E27FC236}">
                <a16:creationId xmlns:a16="http://schemas.microsoft.com/office/drawing/2014/main" id="{97259A3E-40B7-4110-921E-8800889F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1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8E45-4793-41A8-B41D-E656208B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56fa5cc044e5e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3-table-label">
            <a:extLst xmlns:a="http://schemas.openxmlformats.org/drawingml/2006/main">
              <a:ext uri="{FF2B5EF4-FFF2-40B4-BE49-F238E27FC236}">
                <a16:creationId xmlns:a16="http://schemas.microsoft.com/office/drawing/2014/main" id="{5F4E1022-8645-4A8B-8497-B9A96BCF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83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0.604 (0.0861)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0.645 (0.0492)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-note">
            <a:extLst xmlns:a="http://schemas.openxmlformats.org/drawingml/2006/main">
              <a:ext uri="{FF2B5EF4-FFF2-40B4-BE49-F238E27FC236}">
                <a16:creationId xmlns:a16="http://schemas.microsoft.com/office/drawing/2014/main" id="{7A115F89-A88D-46BC-A15E-F910C508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">
            <a:extLst xmlns:a="http://schemas.openxmlformats.org/drawingml/2006/main">
              <a:ext uri="{FF2B5EF4-FFF2-40B4-BE49-F238E27FC236}">
                <a16:creationId xmlns:a16="http://schemas.microsoft.com/office/drawing/2014/main" id="{124247A0-5931-4BA4-BAE1-C1576883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Labor market</a:t>
            </a:r>
          </a:p>
        </p:txBody>
      </p:sp>
      <p:sp>
        <p:nvSpPr>
          <p:cNvPr id="9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9C251652-61C7-40A0-A175-4FCA4261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89212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-eyebrow">
            <a:extLst xmlns:a="http://schemas.openxmlformats.org/drawingml/2006/main">
              <a:ext uri="{FF2B5EF4-FFF2-40B4-BE49-F238E27FC236}">
                <a16:creationId xmlns:a16="http://schemas.microsoft.com/office/drawing/2014/main" id="{8F2B339A-3E22-478D-BBDD-2801298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HOUSING AND AMENITIES · ELECTRICITY SHARE</a:t>
            </a:r>
          </a:p>
        </p:txBody>
      </p:sp>
      <p:sp>
        <p:nvSpPr>
          <p:cNvPr id="2" name="outcome-14-title">
            <a:extLst xmlns:a="http://schemas.openxmlformats.org/drawingml/2006/main">
              <a:ext uri="{FF2B5EF4-FFF2-40B4-BE49-F238E27FC236}">
                <a16:creationId xmlns:a16="http://schemas.microsoft.com/office/drawing/2014/main" id="{66DB45BA-E928-47BD-A5DD-C6EF912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13A8B-5521-4461-8253-9D9AF10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87cad8665415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4-table-label">
            <a:extLst xmlns:a="http://schemas.openxmlformats.org/drawingml/2006/main">
              <a:ext uri="{FF2B5EF4-FFF2-40B4-BE49-F238E27FC236}">
                <a16:creationId xmlns:a16="http://schemas.microsoft.com/office/drawing/2014/main" id="{CF87EBD3-6CC0-4A68-AD79-7BB6576C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0.246 (0.227)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0.215 (0.178)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0.364 (0.238)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0.354 (0.203)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0.738 (0.234)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0.783 (0.169)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0.852 (0.163)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0.897 (0.106)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0.971 (0.0571)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0.979 (0.0218)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-note">
            <a:extLst xmlns:a="http://schemas.openxmlformats.org/drawingml/2006/main">
              <a:ext uri="{FF2B5EF4-FFF2-40B4-BE49-F238E27FC236}">
                <a16:creationId xmlns:a16="http://schemas.microsoft.com/office/drawing/2014/main" id="{A6669A19-2240-4DE2-BE47-11043E1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">
            <a:extLst xmlns:a="http://schemas.openxmlformats.org/drawingml/2006/main">
              <a:ext uri="{FF2B5EF4-FFF2-40B4-BE49-F238E27FC236}">
                <a16:creationId xmlns:a16="http://schemas.microsoft.com/office/drawing/2014/main" id="{EC3CD375-C2E4-4417-9E5C-0614A56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Housing and amenities</a:t>
            </a:r>
          </a:p>
        </p:txBody>
      </p:sp>
      <p:sp>
        <p:nvSpPr>
          <p:cNvPr id="9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63A22E6B-DE6D-4511-8B4B-94DD04D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4179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-eyebrow">
            <a:extLst xmlns:a="http://schemas.openxmlformats.org/drawingml/2006/main">
              <a:ext uri="{FF2B5EF4-FFF2-40B4-BE49-F238E27FC236}">
                <a16:creationId xmlns:a16="http://schemas.microsoft.com/office/drawing/2014/main" id="{F01D9173-51BD-4353-8618-C64B2F3D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HOUSING AND AMENITIES · AUTOMOBILE SHARE</a:t>
            </a:r>
          </a:p>
        </p:txBody>
      </p:sp>
      <p:sp>
        <p:nvSpPr>
          <p:cNvPr id="2" name="outcome-15-title">
            <a:extLst xmlns:a="http://schemas.openxmlformats.org/drawingml/2006/main">
              <a:ext uri="{FF2B5EF4-FFF2-40B4-BE49-F238E27FC236}">
                <a16:creationId xmlns:a16="http://schemas.microsoft.com/office/drawing/2014/main" id="{186E7AD0-F07D-40EF-9488-1E67926E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8088A-E477-4396-8AB4-F91339A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993a2dffa4cbd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-table-label">
            <a:extLst xmlns:a="http://schemas.openxmlformats.org/drawingml/2006/main">
              <a:ext uri="{FF2B5EF4-FFF2-40B4-BE49-F238E27FC236}">
                <a16:creationId xmlns:a16="http://schemas.microsoft.com/office/drawing/2014/main" id="{5B4D2EC9-A523-4455-A4FC-BC56CDD7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0.0466 (0.0441)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0.048 (0.032)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0.156 (0.114)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0.175 (0.0622)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0.283 (0.206)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0.372 (0.0866)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-note">
            <a:extLst xmlns:a="http://schemas.openxmlformats.org/drawingml/2006/main">
              <a:ext uri="{FF2B5EF4-FFF2-40B4-BE49-F238E27FC236}">
                <a16:creationId xmlns:a16="http://schemas.microsoft.com/office/drawing/2014/main" id="{B66DA485-242D-4C3C-B29E-B55BBD4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">
            <a:extLst xmlns:a="http://schemas.openxmlformats.org/drawingml/2006/main">
              <a:ext uri="{FF2B5EF4-FFF2-40B4-BE49-F238E27FC236}">
                <a16:creationId xmlns:a16="http://schemas.microsoft.com/office/drawing/2014/main" id="{7F87B1BC-189C-45A7-AA2E-506A1EC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Housing and amenities</a:t>
            </a:r>
          </a:p>
        </p:txBody>
      </p:sp>
      <p:sp>
        <p:nvSpPr>
          <p:cNvPr id="9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9A3FB0A6-F401-4D2E-A943-72A0DD5B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98169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-eyebrow">
            <a:extLst xmlns:a="http://schemas.openxmlformats.org/drawingml/2006/main">
              <a:ext uri="{FF2B5EF4-FFF2-40B4-BE49-F238E27FC236}">
                <a16:creationId xmlns:a16="http://schemas.microsoft.com/office/drawing/2014/main" id="{81200368-92AE-4D57-AE23-F0D5BE20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HOUSING AND AMENITIES · MEAN BATHROOMS</a:t>
            </a:r>
          </a:p>
        </p:txBody>
      </p:sp>
      <p:sp>
        <p:nvSpPr>
          <p:cNvPr id="2" name="outcome-16-title">
            <a:extLst xmlns:a="http://schemas.openxmlformats.org/drawingml/2006/main">
              <a:ext uri="{FF2B5EF4-FFF2-40B4-BE49-F238E27FC236}">
                <a16:creationId xmlns:a16="http://schemas.microsoft.com/office/drawing/2014/main" id="{8653EB9E-9947-4B2F-9C79-913F418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F7166-5707-43CC-8589-67BEA861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2050d24894ec1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-table-label">
            <a:extLst xmlns:a="http://schemas.openxmlformats.org/drawingml/2006/main">
              <a:ext uri="{FF2B5EF4-FFF2-40B4-BE49-F238E27FC236}">
                <a16:creationId xmlns:a16="http://schemas.microsoft.com/office/drawing/2014/main" id="{6DDEE3C9-75C9-40EC-8EA2-C1FF8BF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0.725 (0.36)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0.976 (0.217)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1.05 (0.271)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1.24 (0.123)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6-note">
            <a:extLst xmlns:a="http://schemas.openxmlformats.org/drawingml/2006/main">
              <a:ext uri="{FF2B5EF4-FFF2-40B4-BE49-F238E27FC236}">
                <a16:creationId xmlns:a16="http://schemas.microsoft.com/office/drawing/2014/main" id="{2348D8A1-EB02-47F5-ACA4-FDEF2837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">
            <a:extLst xmlns:a="http://schemas.openxmlformats.org/drawingml/2006/main">
              <a:ext uri="{FF2B5EF4-FFF2-40B4-BE49-F238E27FC236}">
                <a16:creationId xmlns:a16="http://schemas.microsoft.com/office/drawing/2014/main" id="{A279F81B-8AC7-42EF-8381-CD3CE77B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Housing and amenities</a:t>
            </a:r>
          </a:p>
        </p:txBody>
      </p:sp>
      <p:sp>
        <p:nvSpPr>
          <p:cNvPr id="9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D80094FD-A078-4A2E-8310-E138E884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23442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-eyebrow">
            <a:extLst xmlns:a="http://schemas.openxmlformats.org/drawingml/2006/main">
              <a:ext uri="{FF2B5EF4-FFF2-40B4-BE49-F238E27FC236}">
                <a16:creationId xmlns:a16="http://schemas.microsoft.com/office/drawing/2014/main" id="{910BE1DE-2241-44D0-9E7E-704A8A27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HOUSING AND AMENITIES · MEAN BEDROOMS</a:t>
            </a:r>
          </a:p>
        </p:txBody>
      </p:sp>
      <p:sp>
        <p:nvSpPr>
          <p:cNvPr id="2" name="outcome-17-title">
            <a:extLst xmlns:a="http://schemas.openxmlformats.org/drawingml/2006/main">
              <a:ext uri="{FF2B5EF4-FFF2-40B4-BE49-F238E27FC236}">
                <a16:creationId xmlns:a16="http://schemas.microsoft.com/office/drawing/2014/main" id="{F7F3CC61-7E80-4E21-8855-0E910053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CE573-CAAD-4D00-A3BC-F1450B7B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6b3b20b34b2b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-table-label">
            <a:extLst xmlns:a="http://schemas.openxmlformats.org/drawingml/2006/main">
              <a:ext uri="{FF2B5EF4-FFF2-40B4-BE49-F238E27FC236}">
                <a16:creationId xmlns:a16="http://schemas.microsoft.com/office/drawing/2014/main" id="{9234EC08-C9D8-4B3B-83AF-FDD0AC36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(0.362)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2.41 (0.259)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(0.287)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 (0.203)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2.28 (0.132)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2.24 (0.132)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(0.131)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7-note">
            <a:extLst xmlns:a="http://schemas.openxmlformats.org/drawingml/2006/main">
              <a:ext uri="{FF2B5EF4-FFF2-40B4-BE49-F238E27FC236}">
                <a16:creationId xmlns:a16="http://schemas.microsoft.com/office/drawing/2014/main" id="{C5285DC8-E4D4-4411-9643-E0ACCE1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">
            <a:extLst xmlns:a="http://schemas.openxmlformats.org/drawingml/2006/main">
              <a:ext uri="{FF2B5EF4-FFF2-40B4-BE49-F238E27FC236}">
                <a16:creationId xmlns:a16="http://schemas.microsoft.com/office/drawing/2014/main" id="{452E0506-FC05-46B4-B98E-2F4CA2D0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Housing and amenities</a:t>
            </a:r>
          </a:p>
        </p:txBody>
      </p:sp>
      <p:sp>
        <p:nvSpPr>
          <p:cNvPr id="9" name="footer-number-17">
            <a:extLst xmlns:a="http://schemas.openxmlformats.org/drawingml/2006/main">
              <a:ext uri="{FF2B5EF4-FFF2-40B4-BE49-F238E27FC236}">
                <a16:creationId xmlns:a16="http://schemas.microsoft.com/office/drawing/2014/main" id="{268C0917-3799-41F0-B4BA-CA7D29E6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839964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-eyebrow">
            <a:extLst xmlns:a="http://schemas.openxmlformats.org/drawingml/2006/main">
              <a:ext uri="{FF2B5EF4-FFF2-40B4-BE49-F238E27FC236}">
                <a16:creationId xmlns:a16="http://schemas.microsoft.com/office/drawing/2014/main" id="{E1C4A7C0-F3F8-45DE-8EC9-4F54378C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HOUSING AND AMENITIES · MEAN ROOMS</a:t>
            </a:r>
          </a:p>
        </p:txBody>
      </p:sp>
      <p:sp>
        <p:nvSpPr>
          <p:cNvPr id="2" name="outcome-18-title">
            <a:extLst xmlns:a="http://schemas.openxmlformats.org/drawingml/2006/main">
              <a:ext uri="{FF2B5EF4-FFF2-40B4-BE49-F238E27FC236}">
                <a16:creationId xmlns:a16="http://schemas.microsoft.com/office/drawing/2014/main" id="{E723D39C-31E4-435F-92A7-EE0852C5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F2316-451B-42D2-9FF9-C14A3CA1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1b526f5c8493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-table-label">
            <a:extLst xmlns:a="http://schemas.openxmlformats.org/drawingml/2006/main">
              <a:ext uri="{FF2B5EF4-FFF2-40B4-BE49-F238E27FC236}">
                <a16:creationId xmlns:a16="http://schemas.microsoft.com/office/drawing/2014/main" id="{831BC678-781B-4BB0-838B-552A70A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5.29 (0.62)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5.53 (1.62)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6.84 (4.28)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5.68 (0.685)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 (0.507)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5.65 (0.724)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5.75 (0.382)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5.82 (0.625)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6.01 (0.393)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8-note">
            <a:extLst xmlns:a="http://schemas.openxmlformats.org/drawingml/2006/main">
              <a:ext uri="{FF2B5EF4-FFF2-40B4-BE49-F238E27FC236}">
                <a16:creationId xmlns:a16="http://schemas.microsoft.com/office/drawing/2014/main" id="{1248AD70-F884-4937-9510-B4E947F3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">
            <a:extLst xmlns:a="http://schemas.openxmlformats.org/drawingml/2006/main">
              <a:ext uri="{FF2B5EF4-FFF2-40B4-BE49-F238E27FC236}">
                <a16:creationId xmlns:a16="http://schemas.microsoft.com/office/drawing/2014/main" id="{3DAB310C-7BB0-4653-A122-A570904A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Housing and amenities</a:t>
            </a:r>
          </a:p>
        </p:txBody>
      </p:sp>
      <p:sp>
        <p:nvSpPr>
          <p:cNvPr id="9" name="footer-number-18">
            <a:extLst xmlns:a="http://schemas.openxmlformats.org/drawingml/2006/main">
              <a:ext uri="{FF2B5EF4-FFF2-40B4-BE49-F238E27FC236}">
                <a16:creationId xmlns:a16="http://schemas.microsoft.com/office/drawing/2014/main" id="{54F21FB0-B8A0-43AF-B7AA-727F6F7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8928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-eyebrow">
            <a:extLst xmlns:a="http://schemas.openxmlformats.org/drawingml/2006/main">
              <a:ext uri="{FF2B5EF4-FFF2-40B4-BE49-F238E27FC236}">
                <a16:creationId xmlns:a16="http://schemas.microsoft.com/office/drawing/2014/main" id="{BF3DF93B-A83F-4567-B9E7-424696E2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HOUSING AND AMENITIES · REFRIGERATOR SHARE</a:t>
            </a:r>
          </a:p>
        </p:txBody>
      </p:sp>
      <p:sp>
        <p:nvSpPr>
          <p:cNvPr id="2" name="outcome-19-title">
            <a:extLst xmlns:a="http://schemas.openxmlformats.org/drawingml/2006/main">
              <a:ext uri="{FF2B5EF4-FFF2-40B4-BE49-F238E27FC236}">
                <a16:creationId xmlns:a16="http://schemas.microsoft.com/office/drawing/2014/main" id="{AF6AF7A4-4FAF-4B7A-B9E1-C9D5A77F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5211F-3625-4B71-80B2-F8A0CF8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1a0819924447e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9-table-label">
            <a:extLst xmlns:a="http://schemas.openxmlformats.org/drawingml/2006/main">
              <a:ext uri="{FF2B5EF4-FFF2-40B4-BE49-F238E27FC236}">
                <a16:creationId xmlns:a16="http://schemas.microsoft.com/office/drawing/2014/main" id="{338CF955-A2DB-4E09-AE49-A9C4391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0.0956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0.0774 (0.0765)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0.278 (0.226)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0.235 (0.139)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0.616 (0.212)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0.672 (0.111)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0.633 (0.234)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0.758 (0.141)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0.88 (0.118)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0.939 (0.0389)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-note">
            <a:extLst xmlns:a="http://schemas.openxmlformats.org/drawingml/2006/main">
              <a:ext uri="{FF2B5EF4-FFF2-40B4-BE49-F238E27FC236}">
                <a16:creationId xmlns:a16="http://schemas.microsoft.com/office/drawing/2014/main" id="{45E00A99-3D75-42AA-92D1-AEFF755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">
            <a:extLst xmlns:a="http://schemas.openxmlformats.org/drawingml/2006/main">
              <a:ext uri="{FF2B5EF4-FFF2-40B4-BE49-F238E27FC236}">
                <a16:creationId xmlns:a16="http://schemas.microsoft.com/office/drawing/2014/main" id="{19977285-CFC0-45B8-A460-0C3BCD78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Housing and amenities</a:t>
            </a:r>
          </a:p>
        </p:txBody>
      </p:sp>
      <p:sp>
        <p:nvSpPr>
          <p:cNvPr id="9" name="footer-number-19">
            <a:extLst xmlns:a="http://schemas.openxmlformats.org/drawingml/2006/main">
              <a:ext uri="{FF2B5EF4-FFF2-40B4-BE49-F238E27FC236}">
                <a16:creationId xmlns:a16="http://schemas.microsoft.com/office/drawing/2014/main" id="{50E91A9B-6EF6-4D4E-95BB-A9248706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241891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-eyebrow">
            <a:extLst xmlns:a="http://schemas.openxmlformats.org/drawingml/2006/main">
              <a:ext uri="{FF2B5EF4-FFF2-40B4-BE49-F238E27FC236}">
                <a16:creationId xmlns:a16="http://schemas.microsoft.com/office/drawing/2014/main" id="{7D1F8DDE-0D99-4F26-9916-740EBE4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INCOME DISTRIBUTION · ZERO INCOME SHARE AGE 15+</a:t>
            </a:r>
          </a:p>
        </p:txBody>
      </p:sp>
      <p:sp>
        <p:nvSpPr>
          <p:cNvPr id="2" name="outcome-20-title">
            <a:extLst xmlns:a="http://schemas.openxmlformats.org/drawingml/2006/main">
              <a:ext uri="{FF2B5EF4-FFF2-40B4-BE49-F238E27FC236}">
                <a16:creationId xmlns:a16="http://schemas.microsoft.com/office/drawing/2014/main" id="{58CF7EA6-CDDE-4AA6-A56E-A073C70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427C6-E02D-43FB-95C0-63150051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890d1f90447d7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0-table-label">
            <a:extLst xmlns:a="http://schemas.openxmlformats.org/drawingml/2006/main">
              <a:ext uri="{FF2B5EF4-FFF2-40B4-BE49-F238E27FC236}">
                <a16:creationId xmlns:a16="http://schemas.microsoft.com/office/drawing/2014/main" id="{82BB1F31-DBAF-45B0-B60A-FAEBE51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0.0229 (0.0473)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0.0158 (0.0136)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0.533 (0.0856)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0.492 (0.0615)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0.387 (0.0697)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0.357 (0.0447)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0.369 (0.0877)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0.337 (0.051)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(0.0771)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0.247 (0.045)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0-note">
            <a:extLst xmlns:a="http://schemas.openxmlformats.org/drawingml/2006/main">
              <a:ext uri="{FF2B5EF4-FFF2-40B4-BE49-F238E27FC236}">
                <a16:creationId xmlns:a16="http://schemas.microsoft.com/office/drawing/2014/main" id="{32582F41-6CD4-4F9E-9704-57341D43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">
            <a:extLst xmlns:a="http://schemas.openxmlformats.org/drawingml/2006/main">
              <a:ext uri="{FF2B5EF4-FFF2-40B4-BE49-F238E27FC236}">
                <a16:creationId xmlns:a16="http://schemas.microsoft.com/office/drawing/2014/main" id="{840DAE85-E089-4320-970E-8ABF394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Income distribution</a:t>
            </a:r>
          </a:p>
        </p:txBody>
      </p:sp>
      <p:sp>
        <p:nvSpPr>
          <p:cNvPr id="9" name="footer-number-20">
            <a:extLst xmlns:a="http://schemas.openxmlformats.org/drawingml/2006/main">
              <a:ext uri="{FF2B5EF4-FFF2-40B4-BE49-F238E27FC236}">
                <a16:creationId xmlns:a16="http://schemas.microsoft.com/office/drawing/2014/main" id="{5275058D-A01C-47F0-A72D-DEA4063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977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-eyebrow">
            <a:extLst xmlns:a="http://schemas.openxmlformats.org/drawingml/2006/main">
              <a:ext uri="{FF2B5EF4-FFF2-40B4-BE49-F238E27FC236}">
                <a16:creationId xmlns:a16="http://schemas.microsoft.com/office/drawing/2014/main" id="{32B9038D-DA05-48E5-B543-FB42DB07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INCOME DISTRIBUTION · POSITIVE INCOME Q1 SHARE AGE 15+</a:t>
            </a:r>
          </a:p>
        </p:txBody>
      </p:sp>
      <p:sp>
        <p:nvSpPr>
          <p:cNvPr id="2" name="outcome-21-title">
            <a:extLst xmlns:a="http://schemas.openxmlformats.org/drawingml/2006/main">
              <a:ext uri="{FF2B5EF4-FFF2-40B4-BE49-F238E27FC236}">
                <a16:creationId xmlns:a16="http://schemas.microsoft.com/office/drawing/2014/main" id="{7BCA3E12-C0EA-4C95-870F-B6BDA90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286A5-EBFD-424C-ABB4-D558276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7afb009b24857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1-table-label">
            <a:extLst xmlns:a="http://schemas.openxmlformats.org/drawingml/2006/main">
              <a:ext uri="{FF2B5EF4-FFF2-40B4-BE49-F238E27FC236}">
                <a16:creationId xmlns:a16="http://schemas.microsoft.com/office/drawing/2014/main" id="{40A74A91-6B0F-43C4-A904-AD2B98EA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0.372 (0.254)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0.246 (0.137)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0.364 (0.219)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0.241 (0.0993)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(0.189)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0.216 (0.0872)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0.477 (0.188)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0.389 (0.0981)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0.297 (0.157)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(0.0699)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-note">
            <a:extLst xmlns:a="http://schemas.openxmlformats.org/drawingml/2006/main">
              <a:ext uri="{FF2B5EF4-FFF2-40B4-BE49-F238E27FC236}">
                <a16:creationId xmlns:a16="http://schemas.microsoft.com/office/drawing/2014/main" id="{85F25763-5A08-420B-8A92-CB4DE54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">
            <a:extLst xmlns:a="http://schemas.openxmlformats.org/drawingml/2006/main">
              <a:ext uri="{FF2B5EF4-FFF2-40B4-BE49-F238E27FC236}">
                <a16:creationId xmlns:a16="http://schemas.microsoft.com/office/drawing/2014/main" id="{1B562006-6805-416A-8002-926602D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Income distribution</a:t>
            </a:r>
          </a:p>
        </p:txBody>
      </p:sp>
      <p:sp>
        <p:nvSpPr>
          <p:cNvPr id="9" name="footer-number-21">
            <a:extLst xmlns:a="http://schemas.openxmlformats.org/drawingml/2006/main">
              <a:ext uri="{FF2B5EF4-FFF2-40B4-BE49-F238E27FC236}">
                <a16:creationId xmlns:a16="http://schemas.microsoft.com/office/drawing/2014/main" id="{50F770B1-A774-471C-A8BE-C98F3329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788147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-eyebrow">
            <a:extLst xmlns:a="http://schemas.openxmlformats.org/drawingml/2006/main">
              <a:ext uri="{FF2B5EF4-FFF2-40B4-BE49-F238E27FC236}">
                <a16:creationId xmlns:a16="http://schemas.microsoft.com/office/drawing/2014/main" id="{5B28E5C8-5F7A-49A1-AAF6-8D8F22E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INCOME DISTRIBUTION · POSITIVE INCOME Q2 SHARE AGE 15+</a:t>
            </a:r>
          </a:p>
        </p:txBody>
      </p:sp>
      <p:sp>
        <p:nvSpPr>
          <p:cNvPr id="2" name="outcome-22-title">
            <a:extLst xmlns:a="http://schemas.openxmlformats.org/drawingml/2006/main">
              <a:ext uri="{FF2B5EF4-FFF2-40B4-BE49-F238E27FC236}">
                <a16:creationId xmlns:a16="http://schemas.microsoft.com/office/drawing/2014/main" id="{1CA1F7E8-B645-440D-A3A5-1581F28C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BEC5C-A6F2-4656-8B2F-727BF70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ec3cf46554311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-table-label">
            <a:extLst xmlns:a="http://schemas.openxmlformats.org/drawingml/2006/main">
              <a:ext uri="{FF2B5EF4-FFF2-40B4-BE49-F238E27FC236}">
                <a16:creationId xmlns:a16="http://schemas.microsoft.com/office/drawing/2014/main" id="{F212E0B0-0732-4348-9CD7-FDBD909F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0.217 (0.103)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0.274 (0.0929)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0.216 (0.0859)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0.236 (0.0762)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0.264 (0.0731)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0.311 (0.0587)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(0.0297)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0.127 (0.0209)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 (0.0786)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0.291 (0.0632)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-note">
            <a:extLst xmlns:a="http://schemas.openxmlformats.org/drawingml/2006/main">
              <a:ext uri="{FF2B5EF4-FFF2-40B4-BE49-F238E27FC236}">
                <a16:creationId xmlns:a16="http://schemas.microsoft.com/office/drawing/2014/main" id="{94D928B4-1066-4781-93BE-6FBF5DE8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">
            <a:extLst xmlns:a="http://schemas.openxmlformats.org/drawingml/2006/main">
              <a:ext uri="{FF2B5EF4-FFF2-40B4-BE49-F238E27FC236}">
                <a16:creationId xmlns:a16="http://schemas.microsoft.com/office/drawing/2014/main" id="{43DE9FF9-B3F4-4A1F-929D-420A0687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Income distribution</a:t>
            </a:r>
          </a:p>
        </p:txBody>
      </p:sp>
      <p:sp>
        <p:nvSpPr>
          <p:cNvPr id="9" name="footer-number-22">
            <a:extLst xmlns:a="http://schemas.openxmlformats.org/drawingml/2006/main">
              <a:ext uri="{FF2B5EF4-FFF2-40B4-BE49-F238E27FC236}">
                <a16:creationId xmlns:a16="http://schemas.microsoft.com/office/drawing/2014/main" id="{A681D07F-A903-442C-916A-29B1A83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841128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-eyebrow">
            <a:extLst xmlns:a="http://schemas.openxmlformats.org/drawingml/2006/main">
              <a:ext uri="{FF2B5EF4-FFF2-40B4-BE49-F238E27FC236}">
                <a16:creationId xmlns:a16="http://schemas.microsoft.com/office/drawing/2014/main" id="{FE2833E8-BF82-4AC5-AAEF-A8463C1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INCOME DISTRIBUTION · POSITIVE INCOME Q3 SHARE AGE 15+</a:t>
            </a:r>
          </a:p>
        </p:txBody>
      </p:sp>
      <p:sp>
        <p:nvSpPr>
          <p:cNvPr id="2" name="outcome-23-title">
            <a:extLst xmlns:a="http://schemas.openxmlformats.org/drawingml/2006/main">
              <a:ext uri="{FF2B5EF4-FFF2-40B4-BE49-F238E27FC236}">
                <a16:creationId xmlns:a16="http://schemas.microsoft.com/office/drawing/2014/main" id="{A0F46DA4-79B5-4F5C-A6EF-465F194E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8502-0C24-46B7-8DBA-D47CF8C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05e2bba614a0b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-table-label">
            <a:extLst xmlns:a="http://schemas.openxmlformats.org/drawingml/2006/main">
              <a:ext uri="{FF2B5EF4-FFF2-40B4-BE49-F238E27FC236}">
                <a16:creationId xmlns:a16="http://schemas.microsoft.com/office/drawing/2014/main" id="{4311A4F3-FFB1-4DD8-9529-B0DEB9F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0.244 (0.142)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0.299 (0.112)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0.183 (0.0768)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0.231 (0.0477)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(0.0676)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0.216 (0.0515)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0.183 (0.0648)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0.226 (0.0455)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(0.0675)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0.195 (0.0338)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-note">
            <a:extLst xmlns:a="http://schemas.openxmlformats.org/drawingml/2006/main">
              <a:ext uri="{FF2B5EF4-FFF2-40B4-BE49-F238E27FC236}">
                <a16:creationId xmlns:a16="http://schemas.microsoft.com/office/drawing/2014/main" id="{72B90DA6-556E-4EF2-8820-2D7C09C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">
            <a:extLst xmlns:a="http://schemas.openxmlformats.org/drawingml/2006/main">
              <a:ext uri="{FF2B5EF4-FFF2-40B4-BE49-F238E27FC236}">
                <a16:creationId xmlns:a16="http://schemas.microsoft.com/office/drawing/2014/main" id="{0BFDC614-D275-404C-911F-9542C33C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Income distribution</a:t>
            </a:r>
          </a:p>
        </p:txBody>
      </p:sp>
      <p:sp>
        <p:nvSpPr>
          <p:cNvPr id="9" name="footer-number-23">
            <a:extLst xmlns:a="http://schemas.openxmlformats.org/drawingml/2006/main">
              <a:ext uri="{FF2B5EF4-FFF2-40B4-BE49-F238E27FC236}">
                <a16:creationId xmlns:a16="http://schemas.microsoft.com/office/drawing/2014/main" id="{72AC9DDB-665B-4A1D-84D5-C4820976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278171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-eyebrow">
            <a:extLst xmlns:a="http://schemas.openxmlformats.org/drawingml/2006/main">
              <a:ext uri="{FF2B5EF4-FFF2-40B4-BE49-F238E27FC236}">
                <a16:creationId xmlns:a16="http://schemas.microsoft.com/office/drawing/2014/main" id="{6718F78A-A5D1-49FC-B281-FBCA39B2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INCOME DISTRIBUTION · POSITIVE INCOME Q4 SHARE AGE 15+</a:t>
            </a:r>
          </a:p>
        </p:txBody>
      </p:sp>
      <p:sp>
        <p:nvSpPr>
          <p:cNvPr id="2" name="outcome-24-title">
            <a:extLst xmlns:a="http://schemas.openxmlformats.org/drawingml/2006/main">
              <a:ext uri="{FF2B5EF4-FFF2-40B4-BE49-F238E27FC236}">
                <a16:creationId xmlns:a16="http://schemas.microsoft.com/office/drawing/2014/main" id="{E86BFBF6-0887-48B0-97C7-5E078E98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47DAF-7D28-4FCF-826B-C170A8A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23673e9ef428f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-table-label">
            <a:extLst xmlns:a="http://schemas.openxmlformats.org/drawingml/2006/main">
              <a:ext uri="{FF2B5EF4-FFF2-40B4-BE49-F238E27FC236}">
                <a16:creationId xmlns:a16="http://schemas.microsoft.com/office/drawing/2014/main" id="{502FE25D-8563-462F-A2EA-3C059574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0.0891 (0.0657)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 (0.0413)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0.138 (0.0777)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0.166 (0.0457)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0.131 (0.0787)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0.154 (0.0461)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(0.0715)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 (0.0378)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(0.0798)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0.192 (0.0478)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4-note">
            <a:extLst xmlns:a="http://schemas.openxmlformats.org/drawingml/2006/main">
              <a:ext uri="{FF2B5EF4-FFF2-40B4-BE49-F238E27FC236}">
                <a16:creationId xmlns:a16="http://schemas.microsoft.com/office/drawing/2014/main" id="{9CB4FED5-E69E-41B6-BF14-1D33F06C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">
            <a:extLst xmlns:a="http://schemas.openxmlformats.org/drawingml/2006/main">
              <a:ext uri="{FF2B5EF4-FFF2-40B4-BE49-F238E27FC236}">
                <a16:creationId xmlns:a16="http://schemas.microsoft.com/office/drawing/2014/main" id="{EC0B8CF5-A033-4F27-BAE9-9F47325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Income distribution</a:t>
            </a:r>
          </a:p>
        </p:txBody>
      </p:sp>
      <p:sp>
        <p:nvSpPr>
          <p:cNvPr id="9" name="footer-number-24">
            <a:extLst xmlns:a="http://schemas.openxmlformats.org/drawingml/2006/main">
              <a:ext uri="{FF2B5EF4-FFF2-40B4-BE49-F238E27FC236}">
                <a16:creationId xmlns:a16="http://schemas.microsoft.com/office/drawing/2014/main" id="{4D388885-7E49-45E7-8AF3-B52E363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866081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-eyebrow">
            <a:extLst xmlns:a="http://schemas.openxmlformats.org/drawingml/2006/main">
              <a:ext uri="{FF2B5EF4-FFF2-40B4-BE49-F238E27FC236}">
                <a16:creationId xmlns:a16="http://schemas.microsoft.com/office/drawing/2014/main" id="{AD6A81BF-3B95-4023-90BC-9083A09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INCOME DISTRIBUTION · POSITIVE INCOME Q5 SHARE AGE 15+</a:t>
            </a:r>
          </a:p>
        </p:txBody>
      </p:sp>
      <p:sp>
        <p:nvSpPr>
          <p:cNvPr id="2" name="outcome-25-title">
            <a:extLst xmlns:a="http://schemas.openxmlformats.org/drawingml/2006/main">
              <a:ext uri="{FF2B5EF4-FFF2-40B4-BE49-F238E27FC236}">
                <a16:creationId xmlns:a16="http://schemas.microsoft.com/office/drawing/2014/main" id="{693D9F59-3EA6-4E03-AC55-97410AD0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22718-5DB5-407C-BFCD-F40C9E20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a8995803a42a5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-table-label">
            <a:extLst xmlns:a="http://schemas.openxmlformats.org/drawingml/2006/main">
              <a:ext uri="{FF2B5EF4-FFF2-40B4-BE49-F238E27FC236}">
                <a16:creationId xmlns:a16="http://schemas.microsoft.com/office/drawing/2014/main" id="{4BB90914-B8F5-4A44-83F0-372FA5C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0.0772 (0.0704)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0.0856 (0.0514)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0.0983 (0.0713)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0.126 (0.0455)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 (0.0686)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 (0.0428)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0.0933 (0.0665)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0.107 (0.0408)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0.0972 (0.0644)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 (0.044)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-note">
            <a:extLst xmlns:a="http://schemas.openxmlformats.org/drawingml/2006/main">
              <a:ext uri="{FF2B5EF4-FFF2-40B4-BE49-F238E27FC236}">
                <a16:creationId xmlns:a16="http://schemas.microsoft.com/office/drawing/2014/main" id="{4EC4F6D4-5AA2-4D8D-8705-10B0CD6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">
            <a:extLst xmlns:a="http://schemas.openxmlformats.org/drawingml/2006/main">
              <a:ext uri="{FF2B5EF4-FFF2-40B4-BE49-F238E27FC236}">
                <a16:creationId xmlns:a16="http://schemas.microsoft.com/office/drawing/2014/main" id="{8B96CD1D-257C-4F51-B6AA-037F6855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Income distribution</a:t>
            </a:r>
          </a:p>
        </p:txBody>
      </p:sp>
      <p:sp>
        <p:nvSpPr>
          <p:cNvPr id="9" name="footer-number-25">
            <a:extLst xmlns:a="http://schemas.openxmlformats.org/drawingml/2006/main">
              <a:ext uri="{FF2B5EF4-FFF2-40B4-BE49-F238E27FC236}">
                <a16:creationId xmlns:a16="http://schemas.microsoft.com/office/drawing/2014/main" id="{E2CDEED6-3F6B-47ED-8888-5071861B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194020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-eyebrow">
            <a:extLst xmlns:a="http://schemas.openxmlformats.org/drawingml/2006/main">
              <a:ext uri="{FF2B5EF4-FFF2-40B4-BE49-F238E27FC236}">
                <a16:creationId xmlns:a16="http://schemas.microsoft.com/office/drawing/2014/main" id="{10A50625-8654-4320-871D-544FB54F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POPULATION · WEIGHTED POPULATION</a:t>
            </a:r>
          </a:p>
        </p:txBody>
      </p:sp>
      <p:sp>
        <p:nvSpPr>
          <p:cNvPr id="2" name="outcome-26-title">
            <a:extLst xmlns:a="http://schemas.openxmlformats.org/drawingml/2006/main">
              <a:ext uri="{FF2B5EF4-FFF2-40B4-BE49-F238E27FC236}">
                <a16:creationId xmlns:a16="http://schemas.microsoft.com/office/drawing/2014/main" id="{CACB57FF-9D2E-419B-B50D-67A2FD3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AB79-BB1B-4B0B-9953-5F5EC2A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4275a4f624bf0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6-table-label">
            <a:extLst xmlns:a="http://schemas.openxmlformats.org/drawingml/2006/main">
              <a:ext uri="{FF2B5EF4-FFF2-40B4-BE49-F238E27FC236}">
                <a16:creationId xmlns:a16="http://schemas.microsoft.com/office/drawing/2014/main" id="{A1820418-9289-47A3-BF3B-F313676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24.7k (131k)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20.4k (25.6k)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31.4k (180k)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29.3k (47.1k)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38.6k (208k)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41.4k (85.1k)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44.6k (230k)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49.7k (110k)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49.9k (252k)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58.8k (137k)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-note">
            <a:extLst xmlns:a="http://schemas.openxmlformats.org/drawingml/2006/main">
              <a:ext uri="{FF2B5EF4-FFF2-40B4-BE49-F238E27FC236}">
                <a16:creationId xmlns:a16="http://schemas.microsoft.com/office/drawing/2014/main" id="{2612BCF7-E25F-416E-962A-D951D31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">
            <a:extLst xmlns:a="http://schemas.openxmlformats.org/drawingml/2006/main">
              <a:ext uri="{FF2B5EF4-FFF2-40B4-BE49-F238E27FC236}">
                <a16:creationId xmlns:a16="http://schemas.microsoft.com/office/drawing/2014/main" id="{2342D6C1-8547-4D78-BA5F-784B208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Population</a:t>
            </a:r>
          </a:p>
        </p:txBody>
      </p:sp>
      <p:sp>
        <p:nvSpPr>
          <p:cNvPr id="9" name="footer-number-26">
            <a:extLst xmlns:a="http://schemas.openxmlformats.org/drawingml/2006/main">
              <a:ext uri="{FF2B5EF4-FFF2-40B4-BE49-F238E27FC236}">
                <a16:creationId xmlns:a16="http://schemas.microsoft.com/office/drawing/2014/main" id="{145394A6-700F-4659-9C3D-AE95E1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597839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-eyebrow">
            <a:extLst xmlns:a="http://schemas.openxmlformats.org/drawingml/2006/main">
              <a:ext uri="{FF2B5EF4-FFF2-40B4-BE49-F238E27FC236}">
                <a16:creationId xmlns:a16="http://schemas.microsoft.com/office/drawing/2014/main" id="{24105E14-32BB-4777-A9AD-317DFC12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FEMALE SHARE</a:t>
            </a:r>
          </a:p>
        </p:txBody>
      </p:sp>
      <p:sp>
        <p:nvSpPr>
          <p:cNvPr id="2" name="outcome-27-title">
            <a:extLst xmlns:a="http://schemas.openxmlformats.org/drawingml/2006/main">
              <a:ext uri="{FF2B5EF4-FFF2-40B4-BE49-F238E27FC236}">
                <a16:creationId xmlns:a16="http://schemas.microsoft.com/office/drawing/2014/main" id="{F40A7AB3-EF4A-422D-8885-472D562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F7288-AB8E-4781-A48D-04B300D4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509ff40804d4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7-table-label">
            <a:extLst xmlns:a="http://schemas.openxmlformats.org/drawingml/2006/main">
              <a:ext uri="{FF2B5EF4-FFF2-40B4-BE49-F238E27FC236}">
                <a16:creationId xmlns:a16="http://schemas.microsoft.com/office/drawing/2014/main" id="{0AF44EC8-C836-476E-BCA6-DD2153EB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0.487 (0.0163)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0.494 (0.0148)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0.484 (0.0144)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0.485 (0.016)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0.496 (0.0124)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0.488 (0.0137)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0.498 (0.0146)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 (0.0122)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7-note">
            <a:extLst xmlns:a="http://schemas.openxmlformats.org/drawingml/2006/main">
              <a:ext uri="{FF2B5EF4-FFF2-40B4-BE49-F238E27FC236}">
                <a16:creationId xmlns:a16="http://schemas.microsoft.com/office/drawing/2014/main" id="{AE18879C-122A-409E-AE36-C96EEC3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">
            <a:extLst xmlns:a="http://schemas.openxmlformats.org/drawingml/2006/main">
              <a:ext uri="{FF2B5EF4-FFF2-40B4-BE49-F238E27FC236}">
                <a16:creationId xmlns:a16="http://schemas.microsoft.com/office/drawing/2014/main" id="{BE7A0546-F3B1-42C3-9639-5D460ACA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27">
            <a:extLst xmlns:a="http://schemas.openxmlformats.org/drawingml/2006/main">
              <a:ext uri="{FF2B5EF4-FFF2-40B4-BE49-F238E27FC236}">
                <a16:creationId xmlns:a16="http://schemas.microsoft.com/office/drawing/2014/main" id="{3703DD89-A5FA-40FC-9F85-FEA78286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183662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-eyebrow">
            <a:extLst xmlns:a="http://schemas.openxmlformats.org/drawingml/2006/main">
              <a:ext uri="{FF2B5EF4-FFF2-40B4-BE49-F238E27FC236}">
                <a16:creationId xmlns:a16="http://schemas.microsoft.com/office/drawing/2014/main" id="{832E1857-22B4-4992-95F4-48AEB29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RACE ASIAN SHARE</a:t>
            </a:r>
          </a:p>
        </p:txBody>
      </p:sp>
      <p:sp>
        <p:nvSpPr>
          <p:cNvPr id="2" name="outcome-28-title">
            <a:extLst xmlns:a="http://schemas.openxmlformats.org/drawingml/2006/main">
              <a:ext uri="{FF2B5EF4-FFF2-40B4-BE49-F238E27FC236}">
                <a16:creationId xmlns:a16="http://schemas.microsoft.com/office/drawing/2014/main" id="{D445CB71-EA17-4001-AD53-85E8BA9D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F0F22-588C-439C-82A0-13F51E15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8d2c063004887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8-table-label">
            <a:extLst xmlns:a="http://schemas.openxmlformats.org/drawingml/2006/main">
              <a:ext uri="{FF2B5EF4-FFF2-40B4-BE49-F238E27FC236}">
                <a16:creationId xmlns:a16="http://schemas.microsoft.com/office/drawing/2014/main" id="{2B1EAC30-5733-4678-820A-3728B98A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0.00234 (0.0074)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0.0014 (0.00258)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0.00262 (0.00624)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0.00248 (0.00296)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0.00926 (0.00838)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0.0122 (0.00669)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8-note">
            <a:extLst xmlns:a="http://schemas.openxmlformats.org/drawingml/2006/main">
              <a:ext uri="{FF2B5EF4-FFF2-40B4-BE49-F238E27FC236}">
                <a16:creationId xmlns:a16="http://schemas.microsoft.com/office/drawing/2014/main" id="{E09B2FA4-3CB2-443D-96A3-ABF69EFB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">
            <a:extLst xmlns:a="http://schemas.openxmlformats.org/drawingml/2006/main">
              <a:ext uri="{FF2B5EF4-FFF2-40B4-BE49-F238E27FC236}">
                <a16:creationId xmlns:a16="http://schemas.microsoft.com/office/drawing/2014/main" id="{96610036-91D9-4289-AFB4-26E52E03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28">
            <a:extLst xmlns:a="http://schemas.openxmlformats.org/drawingml/2006/main">
              <a:ext uri="{FF2B5EF4-FFF2-40B4-BE49-F238E27FC236}">
                <a16:creationId xmlns:a16="http://schemas.microsoft.com/office/drawing/2014/main" id="{4B4C90BD-1053-4A97-8037-6AB3F2DB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554849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9-eyebrow">
            <a:extLst xmlns:a="http://schemas.openxmlformats.org/drawingml/2006/main">
              <a:ext uri="{FF2B5EF4-FFF2-40B4-BE49-F238E27FC236}">
                <a16:creationId xmlns:a16="http://schemas.microsoft.com/office/drawing/2014/main" id="{615ECC47-11EE-4D5D-ACE1-B46B2551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RACE BLACK SHARE</a:t>
            </a:r>
          </a:p>
        </p:txBody>
      </p:sp>
      <p:sp>
        <p:nvSpPr>
          <p:cNvPr id="2" name="outcome-29-title">
            <a:extLst xmlns:a="http://schemas.openxmlformats.org/drawingml/2006/main">
              <a:ext uri="{FF2B5EF4-FFF2-40B4-BE49-F238E27FC236}">
                <a16:creationId xmlns:a16="http://schemas.microsoft.com/office/drawing/2014/main" id="{E766AC38-6B27-4120-BF40-8D6814B1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4F3FF-58F4-4279-8FC3-FFCC0ADC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46b90d2e249a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9-table-label">
            <a:extLst xmlns:a="http://schemas.openxmlformats.org/drawingml/2006/main">
              <a:ext uri="{FF2B5EF4-FFF2-40B4-BE49-F238E27FC236}">
                <a16:creationId xmlns:a16="http://schemas.microsoft.com/office/drawing/2014/main" id="{61EA9D19-AC3F-4F0C-B98C-A1446BA4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0.853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0.878 (0.123)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0.0494 (0.0452)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0.047 (0.0284)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0.0592 (0.0467)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 (0.0246)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0.0653 (0.0509)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0.0732 (0.0269)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9-note">
            <a:extLst xmlns:a="http://schemas.openxmlformats.org/drawingml/2006/main">
              <a:ext uri="{FF2B5EF4-FFF2-40B4-BE49-F238E27FC236}">
                <a16:creationId xmlns:a16="http://schemas.microsoft.com/office/drawing/2014/main" id="{A5261D29-B6A3-4692-BA0E-639AC604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9">
            <a:extLst xmlns:a="http://schemas.openxmlformats.org/drawingml/2006/main">
              <a:ext uri="{FF2B5EF4-FFF2-40B4-BE49-F238E27FC236}">
                <a16:creationId xmlns:a16="http://schemas.microsoft.com/office/drawing/2014/main" id="{4F962A7C-DD8A-4F16-988F-7983C9F7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29">
            <a:extLst xmlns:a="http://schemas.openxmlformats.org/drawingml/2006/main">
              <a:ext uri="{FF2B5EF4-FFF2-40B4-BE49-F238E27FC236}">
                <a16:creationId xmlns:a16="http://schemas.microsoft.com/office/drawing/2014/main" id="{4F81D705-5ACD-4E46-98A9-812AE11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4391987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0-eyebrow">
            <a:extLst xmlns:a="http://schemas.openxmlformats.org/drawingml/2006/main">
              <a:ext uri="{FF2B5EF4-FFF2-40B4-BE49-F238E27FC236}">
                <a16:creationId xmlns:a16="http://schemas.microsoft.com/office/drawing/2014/main" id="{A1C20A48-2160-4D28-A493-52F911E7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RACE INDIGENOUS SHARE</a:t>
            </a:r>
          </a:p>
        </p:txBody>
      </p:sp>
      <p:sp>
        <p:nvSpPr>
          <p:cNvPr id="2" name="outcome-30-title">
            <a:extLst xmlns:a="http://schemas.openxmlformats.org/drawingml/2006/main">
              <a:ext uri="{FF2B5EF4-FFF2-40B4-BE49-F238E27FC236}">
                <a16:creationId xmlns:a16="http://schemas.microsoft.com/office/drawing/2014/main" id="{75969B80-4029-406E-8F8F-A4D3372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1D6C8-430B-4839-B651-0537244A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9c8c7171445da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0-table-label">
            <a:extLst xmlns:a="http://schemas.openxmlformats.org/drawingml/2006/main">
              <a:ext uri="{FF2B5EF4-FFF2-40B4-BE49-F238E27FC236}">
                <a16:creationId xmlns:a16="http://schemas.microsoft.com/office/drawing/2014/main" id="{5D543ABE-FAAB-4C86-99E4-DE8C4D2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 (0.0212)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0.00408 (0.0193)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0.0042 (0.0233)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0.00612 (0.0234)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0.00456 (0.0297)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0.00553 (0.0236)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30-note">
            <a:extLst xmlns:a="http://schemas.openxmlformats.org/drawingml/2006/main">
              <a:ext uri="{FF2B5EF4-FFF2-40B4-BE49-F238E27FC236}">
                <a16:creationId xmlns:a16="http://schemas.microsoft.com/office/drawing/2014/main" id="{4E5C12AD-E2E2-402B-8726-C4611486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0">
            <a:extLst xmlns:a="http://schemas.openxmlformats.org/drawingml/2006/main">
              <a:ext uri="{FF2B5EF4-FFF2-40B4-BE49-F238E27FC236}">
                <a16:creationId xmlns:a16="http://schemas.microsoft.com/office/drawing/2014/main" id="{236D62E6-DCB8-4C2C-84D9-A466A37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30">
            <a:extLst xmlns:a="http://schemas.openxmlformats.org/drawingml/2006/main">
              <a:ext uri="{FF2B5EF4-FFF2-40B4-BE49-F238E27FC236}">
                <a16:creationId xmlns:a16="http://schemas.microsoft.com/office/drawing/2014/main" id="{02B1F16B-1052-45A6-832F-B9AB8A8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343180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1-eyebrow">
            <a:extLst xmlns:a="http://schemas.openxmlformats.org/drawingml/2006/main">
              <a:ext uri="{FF2B5EF4-FFF2-40B4-BE49-F238E27FC236}">
                <a16:creationId xmlns:a16="http://schemas.microsoft.com/office/drawing/2014/main" id="{29057C7D-E92D-43A2-AF8E-9987154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RACE PARDO SHARE</a:t>
            </a:r>
          </a:p>
        </p:txBody>
      </p:sp>
      <p:sp>
        <p:nvSpPr>
          <p:cNvPr id="2" name="outcome-31-title">
            <a:extLst xmlns:a="http://schemas.openxmlformats.org/drawingml/2006/main">
              <a:ext uri="{FF2B5EF4-FFF2-40B4-BE49-F238E27FC236}">
                <a16:creationId xmlns:a16="http://schemas.microsoft.com/office/drawing/2014/main" id="{0FA06247-6649-408E-BC8C-991BDE6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E7B43-E9E9-47F6-88AF-AF0C25B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ab2cfbc114f28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1-table-label">
            <a:extLst xmlns:a="http://schemas.openxmlformats.org/drawingml/2006/main">
              <a:ext uri="{FF2B5EF4-FFF2-40B4-BE49-F238E27FC236}">
                <a16:creationId xmlns:a16="http://schemas.microsoft.com/office/drawing/2014/main" id="{35020E7A-1351-4B97-BCC4-9012277B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0.147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0.122 (0.123)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0.439 (0.271)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0.499 (0.203)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0.397 (0.231)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 (0.163)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0.447 (0.206)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0.507 (0.125)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31-note">
            <a:extLst xmlns:a="http://schemas.openxmlformats.org/drawingml/2006/main">
              <a:ext uri="{FF2B5EF4-FFF2-40B4-BE49-F238E27FC236}">
                <a16:creationId xmlns:a16="http://schemas.microsoft.com/office/drawing/2014/main" id="{110C22CB-D5F1-47B9-B03B-C714DA36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1">
            <a:extLst xmlns:a="http://schemas.openxmlformats.org/drawingml/2006/main">
              <a:ext uri="{FF2B5EF4-FFF2-40B4-BE49-F238E27FC236}">
                <a16:creationId xmlns:a16="http://schemas.microsoft.com/office/drawing/2014/main" id="{71087310-CCEF-4326-9A25-BA4ECCA2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31">
            <a:extLst xmlns:a="http://schemas.openxmlformats.org/drawingml/2006/main">
              <a:ext uri="{FF2B5EF4-FFF2-40B4-BE49-F238E27FC236}">
                <a16:creationId xmlns:a16="http://schemas.microsoft.com/office/drawing/2014/main" id="{65425D6E-16F7-4141-ACC6-15D9667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585242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2-eyebrow">
            <a:extLst xmlns:a="http://schemas.openxmlformats.org/drawingml/2006/main">
              <a:ext uri="{FF2B5EF4-FFF2-40B4-BE49-F238E27FC236}">
                <a16:creationId xmlns:a16="http://schemas.microsoft.com/office/drawing/2014/main" id="{11C5074F-5FA5-45A5-9865-713F4A7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RACE WHITE SHARE</a:t>
            </a:r>
          </a:p>
        </p:txBody>
      </p:sp>
      <p:sp>
        <p:nvSpPr>
          <p:cNvPr id="2" name="outcome-32-title">
            <a:extLst xmlns:a="http://schemas.openxmlformats.org/drawingml/2006/main">
              <a:ext uri="{FF2B5EF4-FFF2-40B4-BE49-F238E27FC236}">
                <a16:creationId xmlns:a16="http://schemas.microsoft.com/office/drawing/2014/main" id="{E8CC0C55-0B70-4B2A-ACA9-7DF9E606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86503-1A17-40D0-A24B-D104E4E9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6af7028524cbf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2-table-label">
            <a:extLst xmlns:a="http://schemas.openxmlformats.org/drawingml/2006/main">
              <a:ext uri="{FF2B5EF4-FFF2-40B4-BE49-F238E27FC236}">
                <a16:creationId xmlns:a16="http://schemas.microsoft.com/office/drawing/2014/main" id="{939CADDA-8E78-41C2-AD38-EDCD12A3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0.507 (0.279)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0.449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0.537 (0.248)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0.494 (0.169)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0.474 (0.231)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0.402 (0.138)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32-note">
            <a:extLst xmlns:a="http://schemas.openxmlformats.org/drawingml/2006/main">
              <a:ext uri="{FF2B5EF4-FFF2-40B4-BE49-F238E27FC236}">
                <a16:creationId xmlns:a16="http://schemas.microsoft.com/office/drawing/2014/main" id="{01231A21-FE41-4877-8640-15F23B2B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2">
            <a:extLst xmlns:a="http://schemas.openxmlformats.org/drawingml/2006/main">
              <a:ext uri="{FF2B5EF4-FFF2-40B4-BE49-F238E27FC236}">
                <a16:creationId xmlns:a16="http://schemas.microsoft.com/office/drawing/2014/main" id="{E7A177AA-4D1F-4513-BB1C-FDE35AF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32">
            <a:extLst xmlns:a="http://schemas.openxmlformats.org/drawingml/2006/main">
              <a:ext uri="{FF2B5EF4-FFF2-40B4-BE49-F238E27FC236}">
                <a16:creationId xmlns:a16="http://schemas.microsoft.com/office/drawing/2014/main" id="{6654C29D-C21B-483A-984E-331E8462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859557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3-eyebrow">
            <a:extLst xmlns:a="http://schemas.openxmlformats.org/drawingml/2006/main">
              <a:ext uri="{FF2B5EF4-FFF2-40B4-BE49-F238E27FC236}">
                <a16:creationId xmlns:a16="http://schemas.microsoft.com/office/drawing/2014/main" id="{B739BC77-FB10-4762-909B-7267DC7F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MEAN HOUSEHOLD SIZE</a:t>
            </a:r>
          </a:p>
        </p:txBody>
      </p:sp>
      <p:sp>
        <p:nvSpPr>
          <p:cNvPr id="2" name="outcome-33-title">
            <a:extLst xmlns:a="http://schemas.openxmlformats.org/drawingml/2006/main">
              <a:ext uri="{FF2B5EF4-FFF2-40B4-BE49-F238E27FC236}">
                <a16:creationId xmlns:a16="http://schemas.microsoft.com/office/drawing/2014/main" id="{309F3DA3-468B-44B8-BAEA-BD02BDBB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DD81D-96E7-4B14-8AAF-52E16273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25fe240fd44a5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3-table-label">
            <a:extLst xmlns:a="http://schemas.openxmlformats.org/drawingml/2006/main">
              <a:ext uri="{FF2B5EF4-FFF2-40B4-BE49-F238E27FC236}">
                <a16:creationId xmlns:a16="http://schemas.microsoft.com/office/drawing/2014/main" id="{E4CE8072-9297-46D3-85A4-27530F12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6.55 (0.583)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6.66 (0.405)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0.00211 (0.12)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5.09 (0.792)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4.51 (0.355)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4.32 (0.657)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3.96 (0.287)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33-note">
            <a:extLst xmlns:a="http://schemas.openxmlformats.org/drawingml/2006/main">
              <a:ext uri="{FF2B5EF4-FFF2-40B4-BE49-F238E27FC236}">
                <a16:creationId xmlns:a16="http://schemas.microsoft.com/office/drawing/2014/main" id="{47DC2838-BB4C-47E4-80DE-76CC867E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3">
            <a:extLst xmlns:a="http://schemas.openxmlformats.org/drawingml/2006/main">
              <a:ext uri="{FF2B5EF4-FFF2-40B4-BE49-F238E27FC236}">
                <a16:creationId xmlns:a16="http://schemas.microsoft.com/office/drawing/2014/main" id="{BEB02553-9375-44E3-9885-FEE73544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33">
            <a:extLst xmlns:a="http://schemas.openxmlformats.org/drawingml/2006/main">
              <a:ext uri="{FF2B5EF4-FFF2-40B4-BE49-F238E27FC236}">
                <a16:creationId xmlns:a16="http://schemas.microsoft.com/office/drawing/2014/main" id="{B6416930-4506-40E5-AB56-B7EFCA52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602073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4-eyebrow">
            <a:extLst xmlns:a="http://schemas.openxmlformats.org/drawingml/2006/main">
              <a:ext uri="{FF2B5EF4-FFF2-40B4-BE49-F238E27FC236}">
                <a16:creationId xmlns:a16="http://schemas.microsoft.com/office/drawing/2014/main" id="{4A473244-0E66-4833-8DE8-9228ABE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DEMOGRAPHICS · URBAN SHARE</a:t>
            </a:r>
          </a:p>
        </p:txBody>
      </p:sp>
      <p:sp>
        <p:nvSpPr>
          <p:cNvPr id="2" name="outcome-34-title">
            <a:extLst xmlns:a="http://schemas.openxmlformats.org/drawingml/2006/main">
              <a:ext uri="{FF2B5EF4-FFF2-40B4-BE49-F238E27FC236}">
                <a16:creationId xmlns:a16="http://schemas.microsoft.com/office/drawing/2014/main" id="{A3C1C3EF-AD70-4DAD-B468-5912BBA5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B3A84-1353-4ACB-87A1-04A939D7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e2ddb12b74116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4-table-label">
            <a:extLst xmlns:a="http://schemas.openxmlformats.org/drawingml/2006/main">
              <a:ext uri="{FF2B5EF4-FFF2-40B4-BE49-F238E27FC236}">
                <a16:creationId xmlns:a16="http://schemas.microsoft.com/office/drawing/2014/main" id="{55F37533-85B5-4DF2-BBB0-6ABC0AE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0.311 (0.206)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0.356 (0.206)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0.546 (0.228)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 (0.194)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0.625 (0.214)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0.738 (0.17)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0.676 (0.201)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0.767 (0.159)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34-note">
            <a:extLst xmlns:a="http://schemas.openxmlformats.org/drawingml/2006/main">
              <a:ext uri="{FF2B5EF4-FFF2-40B4-BE49-F238E27FC236}">
                <a16:creationId xmlns:a16="http://schemas.microsoft.com/office/drawing/2014/main" id="{E3812C5D-E158-48D8-B5DD-162D703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4">
            <a:extLst xmlns:a="http://schemas.openxmlformats.org/drawingml/2006/main">
              <a:ext uri="{FF2B5EF4-FFF2-40B4-BE49-F238E27FC236}">
                <a16:creationId xmlns:a16="http://schemas.microsoft.com/office/drawing/2014/main" id="{7355346D-FCBF-4F32-9586-200CE25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Demographics</a:t>
            </a:r>
          </a:p>
        </p:txBody>
      </p:sp>
      <p:sp>
        <p:nvSpPr>
          <p:cNvPr id="9" name="footer-number-34">
            <a:extLst xmlns:a="http://schemas.openxmlformats.org/drawingml/2006/main">
              <a:ext uri="{FF2B5EF4-FFF2-40B4-BE49-F238E27FC236}">
                <a16:creationId xmlns:a16="http://schemas.microsoft.com/office/drawing/2014/main" id="{924AA188-67DE-4987-9938-3EE096F0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704510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5-eyebrow">
            <a:extLst xmlns:a="http://schemas.openxmlformats.org/drawingml/2006/main">
              <a:ext uri="{FF2B5EF4-FFF2-40B4-BE49-F238E27FC236}">
                <a16:creationId xmlns:a16="http://schemas.microsoft.com/office/drawing/2014/main" id="{5DFFFBD2-9A62-45DA-A85C-CADE0294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AGE COMPOSITION · MEAN AGE</a:t>
            </a:r>
          </a:p>
        </p:txBody>
      </p:sp>
      <p:sp>
        <p:nvSpPr>
          <p:cNvPr id="2" name="outcome-35-title">
            <a:extLst xmlns:a="http://schemas.openxmlformats.org/drawingml/2006/main">
              <a:ext uri="{FF2B5EF4-FFF2-40B4-BE49-F238E27FC236}">
                <a16:creationId xmlns:a16="http://schemas.microsoft.com/office/drawing/2014/main" id="{EF71D01C-53CC-41EC-9B30-47A4D4A1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ADC2E-F71A-41BC-B2CC-209F54A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da8f759fe44d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5-table-label">
            <a:extLst xmlns:a="http://schemas.openxmlformats.org/drawingml/2006/main">
              <a:ext uri="{FF2B5EF4-FFF2-40B4-BE49-F238E27FC236}">
                <a16:creationId xmlns:a16="http://schemas.microsoft.com/office/drawing/2014/main" id="{DEDB11AB-953D-4045-95E3-8296ABB3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21.9 (1.67)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21.2 (1.22)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23.6 (1.95)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22.9 (1.66)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25.8 (2.3)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25.2 (1.72)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28.4 (2.59)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28.1 (1.79)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 (2.9)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31.8 (2.02)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35-note">
            <a:extLst xmlns:a="http://schemas.openxmlformats.org/drawingml/2006/main">
              <a:ext uri="{FF2B5EF4-FFF2-40B4-BE49-F238E27FC236}">
                <a16:creationId xmlns:a16="http://schemas.microsoft.com/office/drawing/2014/main" id="{952C023A-21B3-4B98-BD74-E801D249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5">
            <a:extLst xmlns:a="http://schemas.openxmlformats.org/drawingml/2006/main">
              <a:ext uri="{FF2B5EF4-FFF2-40B4-BE49-F238E27FC236}">
                <a16:creationId xmlns:a16="http://schemas.microsoft.com/office/drawing/2014/main" id="{F56AFE92-CBE6-48FD-B7D1-0146AC3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Age composition</a:t>
            </a:r>
          </a:p>
        </p:txBody>
      </p:sp>
      <p:sp>
        <p:nvSpPr>
          <p:cNvPr id="9" name="footer-number-35">
            <a:extLst xmlns:a="http://schemas.openxmlformats.org/drawingml/2006/main">
              <a:ext uri="{FF2B5EF4-FFF2-40B4-BE49-F238E27FC236}">
                <a16:creationId xmlns:a16="http://schemas.microsoft.com/office/drawing/2014/main" id="{788CFF0D-AEE4-42F1-B37A-EDAEA123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77825823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6-eyebrow">
            <a:extLst xmlns:a="http://schemas.openxmlformats.org/drawingml/2006/main">
              <a:ext uri="{FF2B5EF4-FFF2-40B4-BE49-F238E27FC236}">
                <a16:creationId xmlns:a16="http://schemas.microsoft.com/office/drawing/2014/main" id="{AA97DB9D-CA00-4872-B7E6-CFC6B3FB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AGE COMPOSITION · SHARE AGE 0 4</a:t>
            </a:r>
          </a:p>
        </p:txBody>
      </p:sp>
      <p:sp>
        <p:nvSpPr>
          <p:cNvPr id="2" name="outcome-36-title">
            <a:extLst xmlns:a="http://schemas.openxmlformats.org/drawingml/2006/main">
              <a:ext uri="{FF2B5EF4-FFF2-40B4-BE49-F238E27FC236}">
                <a16:creationId xmlns:a16="http://schemas.microsoft.com/office/drawing/2014/main" id="{B1D18275-F2B4-41C0-A59D-359C8FB6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7F79D-C8DE-4E86-AF9C-5AC4CD90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9f191dd0c4538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6-table-label">
            <a:extLst xmlns:a="http://schemas.openxmlformats.org/drawingml/2006/main">
              <a:ext uri="{FF2B5EF4-FFF2-40B4-BE49-F238E27FC236}">
                <a16:creationId xmlns:a16="http://schemas.microsoft.com/office/drawing/2014/main" id="{3DA3B91D-9BE6-4422-933B-974A9ACC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 (0.023)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0.164 (0.0199)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 (0.026)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0.143 (0.0234)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(0.0215)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0.115 (0.0149)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 (0.0199)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0.0952 (0.0123)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0.0727 (0.0159)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0.0715 (0.00928)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36-note">
            <a:extLst xmlns:a="http://schemas.openxmlformats.org/drawingml/2006/main">
              <a:ext uri="{FF2B5EF4-FFF2-40B4-BE49-F238E27FC236}">
                <a16:creationId xmlns:a16="http://schemas.microsoft.com/office/drawing/2014/main" id="{33C82416-336D-4747-9176-D93A98C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6">
            <a:extLst xmlns:a="http://schemas.openxmlformats.org/drawingml/2006/main">
              <a:ext uri="{FF2B5EF4-FFF2-40B4-BE49-F238E27FC236}">
                <a16:creationId xmlns:a16="http://schemas.microsoft.com/office/drawing/2014/main" id="{E8D440BA-57D4-4406-90EB-907E41D5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Age composition</a:t>
            </a:r>
          </a:p>
        </p:txBody>
      </p:sp>
      <p:sp>
        <p:nvSpPr>
          <p:cNvPr id="9" name="footer-number-36">
            <a:extLst xmlns:a="http://schemas.openxmlformats.org/drawingml/2006/main">
              <a:ext uri="{FF2B5EF4-FFF2-40B4-BE49-F238E27FC236}">
                <a16:creationId xmlns:a16="http://schemas.microsoft.com/office/drawing/2014/main" id="{80587B64-E7FA-411A-A607-72B19882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5062538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7-eyebrow">
            <a:extLst xmlns:a="http://schemas.openxmlformats.org/drawingml/2006/main">
              <a:ext uri="{FF2B5EF4-FFF2-40B4-BE49-F238E27FC236}">
                <a16:creationId xmlns:a16="http://schemas.microsoft.com/office/drawing/2014/main" id="{7CB9563D-292C-4100-8855-C5BFCD7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AGE COMPOSITION · SHARE AGE 15 24</a:t>
            </a:r>
          </a:p>
        </p:txBody>
      </p:sp>
      <p:sp>
        <p:nvSpPr>
          <p:cNvPr id="2" name="outcome-37-title">
            <a:extLst xmlns:a="http://schemas.openxmlformats.org/drawingml/2006/main">
              <a:ext uri="{FF2B5EF4-FFF2-40B4-BE49-F238E27FC236}">
                <a16:creationId xmlns:a16="http://schemas.microsoft.com/office/drawing/2014/main" id="{640EA1CF-F099-43F0-AFD0-AF23E32E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D8E8A-B461-4E74-B99C-4077C907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344052b9342f2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7-table-label">
            <a:extLst xmlns:a="http://schemas.openxmlformats.org/drawingml/2006/main">
              <a:ext uri="{FF2B5EF4-FFF2-40B4-BE49-F238E27FC236}">
                <a16:creationId xmlns:a16="http://schemas.microsoft.com/office/drawing/2014/main" id="{F3C87B32-E1ED-43E7-8CE6-060547F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 (0.0131)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0.203 (0.0183)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0.211 (0.0147)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0.193 (0.0137)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0.202 (0.0117)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(0.018)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(0.0135)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0.179 (0.0178)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0.174 (0.0137)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37-note">
            <a:extLst xmlns:a="http://schemas.openxmlformats.org/drawingml/2006/main">
              <a:ext uri="{FF2B5EF4-FFF2-40B4-BE49-F238E27FC236}">
                <a16:creationId xmlns:a16="http://schemas.microsoft.com/office/drawing/2014/main" id="{E544FA47-B89D-4841-9E18-82B74F91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7">
            <a:extLst xmlns:a="http://schemas.openxmlformats.org/drawingml/2006/main">
              <a:ext uri="{FF2B5EF4-FFF2-40B4-BE49-F238E27FC236}">
                <a16:creationId xmlns:a16="http://schemas.microsoft.com/office/drawing/2014/main" id="{48A6D034-35B8-4245-84FA-D8A79658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Age composition</a:t>
            </a:r>
          </a:p>
        </p:txBody>
      </p:sp>
      <p:sp>
        <p:nvSpPr>
          <p:cNvPr id="9" name="footer-number-37">
            <a:extLst xmlns:a="http://schemas.openxmlformats.org/drawingml/2006/main">
              <a:ext uri="{FF2B5EF4-FFF2-40B4-BE49-F238E27FC236}">
                <a16:creationId xmlns:a16="http://schemas.microsoft.com/office/drawing/2014/main" id="{8F4ED180-44F9-4B7C-8D98-6F8CD657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588073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8-eyebrow">
            <a:extLst xmlns:a="http://schemas.openxmlformats.org/drawingml/2006/main">
              <a:ext uri="{FF2B5EF4-FFF2-40B4-BE49-F238E27FC236}">
                <a16:creationId xmlns:a16="http://schemas.microsoft.com/office/drawing/2014/main" id="{E3EA1FFB-864A-494E-A729-25EB09E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AGE COMPOSITION · SHARE AGE 25 64</a:t>
            </a:r>
          </a:p>
        </p:txBody>
      </p:sp>
      <p:sp>
        <p:nvSpPr>
          <p:cNvPr id="2" name="outcome-38-title">
            <a:extLst xmlns:a="http://schemas.openxmlformats.org/drawingml/2006/main">
              <a:ext uri="{FF2B5EF4-FFF2-40B4-BE49-F238E27FC236}">
                <a16:creationId xmlns:a16="http://schemas.microsoft.com/office/drawing/2014/main" id="{35A04C72-C8F0-466B-979B-E80A420D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F6396-B2B4-405C-81A6-E8DCF94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edcbfccea4ec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8-table-label">
            <a:extLst xmlns:a="http://schemas.openxmlformats.org/drawingml/2006/main">
              <a:ext uri="{FF2B5EF4-FFF2-40B4-BE49-F238E27FC236}">
                <a16:creationId xmlns:a16="http://schemas.microsoft.com/office/drawing/2014/main" id="{382C17D4-1888-45E1-84DB-FDF43F6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0.323 (0.0292)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0.322 (0.0214)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0.341 (0.0383)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0.344 (0.0268)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0.386 (0.0536)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0.402 (0.0348)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0.426 (0.0549)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0.447 (0.0328)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0.486 (0.048)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0.508 (0.0235)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38-note">
            <a:extLst xmlns:a="http://schemas.openxmlformats.org/drawingml/2006/main">
              <a:ext uri="{FF2B5EF4-FFF2-40B4-BE49-F238E27FC236}">
                <a16:creationId xmlns:a16="http://schemas.microsoft.com/office/drawing/2014/main" id="{9C17137C-2F7A-43F6-A767-B121992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8">
            <a:extLst xmlns:a="http://schemas.openxmlformats.org/drawingml/2006/main">
              <a:ext uri="{FF2B5EF4-FFF2-40B4-BE49-F238E27FC236}">
                <a16:creationId xmlns:a16="http://schemas.microsoft.com/office/drawing/2014/main" id="{C40BE1EB-D46A-4964-A3CC-E7EDDF3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Age composition</a:t>
            </a:r>
          </a:p>
        </p:txBody>
      </p:sp>
      <p:sp>
        <p:nvSpPr>
          <p:cNvPr id="9" name="footer-number-38">
            <a:extLst xmlns:a="http://schemas.openxmlformats.org/drawingml/2006/main">
              <a:ext uri="{FF2B5EF4-FFF2-40B4-BE49-F238E27FC236}">
                <a16:creationId xmlns:a16="http://schemas.microsoft.com/office/drawing/2014/main" id="{E2B22975-3C55-4880-AF66-8C00679F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348435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39-eyebrow">
            <a:extLst xmlns:a="http://schemas.openxmlformats.org/drawingml/2006/main">
              <a:ext uri="{FF2B5EF4-FFF2-40B4-BE49-F238E27FC236}">
                <a16:creationId xmlns:a16="http://schemas.microsoft.com/office/drawing/2014/main" id="{8C95DD76-1D0B-4413-BBE6-2F527B6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AGE COMPOSITION · SHARE AGE 5 14</a:t>
            </a:r>
          </a:p>
        </p:txBody>
      </p:sp>
      <p:sp>
        <p:nvSpPr>
          <p:cNvPr id="2" name="outcome-39-title">
            <a:extLst xmlns:a="http://schemas.openxmlformats.org/drawingml/2006/main">
              <a:ext uri="{FF2B5EF4-FFF2-40B4-BE49-F238E27FC236}">
                <a16:creationId xmlns:a16="http://schemas.microsoft.com/office/drawing/2014/main" id="{E4AB10C5-C620-47B7-A349-5D56B24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632DF-35C2-4404-BDC4-60ADE320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3cb207ae94e0f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39-table-label">
            <a:extLst xmlns:a="http://schemas.openxmlformats.org/drawingml/2006/main">
              <a:ext uri="{FF2B5EF4-FFF2-40B4-BE49-F238E27FC236}">
                <a16:creationId xmlns:a16="http://schemas.microsoft.com/office/drawing/2014/main" id="{7FAB5C95-1EEA-45CD-AFE8-2706F9A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0.286 (0.0199)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 (0.0161)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(0.029)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0.269 (0.0198)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(0.0358)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0.242 (0.03)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0.213 (0.0323)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0.206 (0.0209)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0.176 (0.0309)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(0.0186)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39-note">
            <a:extLst xmlns:a="http://schemas.openxmlformats.org/drawingml/2006/main">
              <a:ext uri="{FF2B5EF4-FFF2-40B4-BE49-F238E27FC236}">
                <a16:creationId xmlns:a16="http://schemas.microsoft.com/office/drawing/2014/main" id="{95CDA6E1-48DE-46E1-8CBD-57A168A2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39">
            <a:extLst xmlns:a="http://schemas.openxmlformats.org/drawingml/2006/main">
              <a:ext uri="{FF2B5EF4-FFF2-40B4-BE49-F238E27FC236}">
                <a16:creationId xmlns:a16="http://schemas.microsoft.com/office/drawing/2014/main" id="{BE6F7956-2F95-4B1C-8F49-3687024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Age composition</a:t>
            </a:r>
          </a:p>
        </p:txBody>
      </p:sp>
      <p:sp>
        <p:nvSpPr>
          <p:cNvPr id="9" name="footer-number-39">
            <a:extLst xmlns:a="http://schemas.openxmlformats.org/drawingml/2006/main">
              <a:ext uri="{FF2B5EF4-FFF2-40B4-BE49-F238E27FC236}">
                <a16:creationId xmlns:a16="http://schemas.microsoft.com/office/drawing/2014/main" id="{E9FA9477-9814-499E-A6A1-4B50203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8777358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0-eyebrow">
            <a:extLst xmlns:a="http://schemas.openxmlformats.org/drawingml/2006/main">
              <a:ext uri="{FF2B5EF4-FFF2-40B4-BE49-F238E27FC236}">
                <a16:creationId xmlns:a16="http://schemas.microsoft.com/office/drawing/2014/main" id="{5B79996D-FF67-46E8-9CA2-BFB4D446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AGE COMPOSITION · SHARE AGE 65PLUS</a:t>
            </a:r>
          </a:p>
        </p:txBody>
      </p:sp>
      <p:sp>
        <p:nvSpPr>
          <p:cNvPr id="2" name="outcome-40-title">
            <a:extLst xmlns:a="http://schemas.openxmlformats.org/drawingml/2006/main">
              <a:ext uri="{FF2B5EF4-FFF2-40B4-BE49-F238E27FC236}">
                <a16:creationId xmlns:a16="http://schemas.microsoft.com/office/drawing/2014/main" id="{FF7AABDF-3FFE-41F2-9848-DA64A80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74146-0B98-48CB-B623-7BDDFB1F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3e452c45f4665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0-table-label">
            <a:extLst xmlns:a="http://schemas.openxmlformats.org/drawingml/2006/main">
              <a:ext uri="{FF2B5EF4-FFF2-40B4-BE49-F238E27FC236}">
                <a16:creationId xmlns:a16="http://schemas.microsoft.com/office/drawing/2014/main" id="{D3A0DEC4-9FA1-4384-895D-1E7FA1CC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0.0313 (0.0105)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0.0236 (0.00748)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0.0446 (0.0131)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0.0326 (0.00987)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0.0547 (0.0152)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 (0.0104)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0.0678 (0.0174)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0.0552 (0.0136)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0.0865 (0.0219)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0.0759 (0.0186)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40-note">
            <a:extLst xmlns:a="http://schemas.openxmlformats.org/drawingml/2006/main">
              <a:ext uri="{FF2B5EF4-FFF2-40B4-BE49-F238E27FC236}">
                <a16:creationId xmlns:a16="http://schemas.microsoft.com/office/drawing/2014/main" id="{6040DCFD-80BF-4AD9-9CA8-D675FA89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0">
            <a:extLst xmlns:a="http://schemas.openxmlformats.org/drawingml/2006/main">
              <a:ext uri="{FF2B5EF4-FFF2-40B4-BE49-F238E27FC236}">
                <a16:creationId xmlns:a16="http://schemas.microsoft.com/office/drawing/2014/main" id="{E6628F0D-35B6-46C2-9EDD-B610A87B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Age composition</a:t>
            </a:r>
          </a:p>
        </p:txBody>
      </p:sp>
      <p:sp>
        <p:nvSpPr>
          <p:cNvPr id="9" name="footer-number-40">
            <a:extLst xmlns:a="http://schemas.openxmlformats.org/drawingml/2006/main">
              <a:ext uri="{FF2B5EF4-FFF2-40B4-BE49-F238E27FC236}">
                <a16:creationId xmlns:a16="http://schemas.microsoft.com/office/drawing/2014/main" id="{1B7EBB9D-F931-42C7-9015-EB85F150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0003392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1-eyebrow">
            <a:extLst xmlns:a="http://schemas.openxmlformats.org/drawingml/2006/main">
              <a:ext uri="{FF2B5EF4-FFF2-40B4-BE49-F238E27FC236}">
                <a16:creationId xmlns:a16="http://schemas.microsoft.com/office/drawing/2014/main" id="{A00C36F2-643C-46E3-9D95-0411F39C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AMC GDP PER CAPITA · GDP TOTAL PER CAPITA (CONSTANT 2010 R$)</a:t>
            </a:r>
          </a:p>
        </p:txBody>
      </p:sp>
      <p:sp>
        <p:nvSpPr>
          <p:cNvPr id="2" name="outcome-41-title">
            <a:extLst xmlns:a="http://schemas.openxmlformats.org/drawingml/2006/main">
              <a:ext uri="{FF2B5EF4-FFF2-40B4-BE49-F238E27FC236}">
                <a16:creationId xmlns:a16="http://schemas.microsoft.com/office/drawing/2014/main" id="{7674ABDA-C084-4E33-9A8B-2AA34C3D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671D7-48CD-4537-82F9-591BCCF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0e792e795492f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1-table-label">
            <a:extLst xmlns:a="http://schemas.openxmlformats.org/drawingml/2006/main">
              <a:ext uri="{FF2B5EF4-FFF2-40B4-BE49-F238E27FC236}">
                <a16:creationId xmlns:a16="http://schemas.microsoft.com/office/drawing/2014/main" id="{0EBBE94F-9386-4259-ABB8-AAF3DDC8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4.02k (22.5k)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3.62k (2.08k)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8.06k (19.1k)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8.98k (4.02k)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9.20k (11.0k)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12.0k (7.84k)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12.5k (13.8k)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16.7k (8.05k)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41-note">
            <a:extLst xmlns:a="http://schemas.openxmlformats.org/drawingml/2006/main">
              <a:ext uri="{FF2B5EF4-FFF2-40B4-BE49-F238E27FC236}">
                <a16:creationId xmlns:a16="http://schemas.microsoft.com/office/drawing/2014/main" id="{2D4C08EC-CF64-4A00-BC5B-743AB353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1">
            <a:extLst xmlns:a="http://schemas.openxmlformats.org/drawingml/2006/main">
              <a:ext uri="{FF2B5EF4-FFF2-40B4-BE49-F238E27FC236}">
                <a16:creationId xmlns:a16="http://schemas.microsoft.com/office/drawing/2014/main" id="{1A739C4C-15A7-45CF-8ED8-F09CE8C3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AMC GDP per capita</a:t>
            </a:r>
          </a:p>
        </p:txBody>
      </p:sp>
      <p:sp>
        <p:nvSpPr>
          <p:cNvPr id="9" name="footer-number-41">
            <a:extLst xmlns:a="http://schemas.openxmlformats.org/drawingml/2006/main">
              <a:ext uri="{FF2B5EF4-FFF2-40B4-BE49-F238E27FC236}">
                <a16:creationId xmlns:a16="http://schemas.microsoft.com/office/drawing/2014/main" id="{2DA12B60-FE64-4C8B-B1D6-8010215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5791509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2-eyebrow">
            <a:extLst xmlns:a="http://schemas.openxmlformats.org/drawingml/2006/main">
              <a:ext uri="{FF2B5EF4-FFF2-40B4-BE49-F238E27FC236}">
                <a16:creationId xmlns:a16="http://schemas.microsoft.com/office/drawing/2014/main" id="{BB9B59AB-F6BF-4893-BE7E-67344BC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AMC GDP PER CAPITA · INDUSTRY VALUE ADDED PER CAPITA (CONSTANT 2010 R$)</a:t>
            </a:r>
          </a:p>
        </p:txBody>
      </p:sp>
      <p:sp>
        <p:nvSpPr>
          <p:cNvPr id="2" name="outcome-42-title">
            <a:extLst xmlns:a="http://schemas.openxmlformats.org/drawingml/2006/main">
              <a:ext uri="{FF2B5EF4-FFF2-40B4-BE49-F238E27FC236}">
                <a16:creationId xmlns:a16="http://schemas.microsoft.com/office/drawing/2014/main" id="{D9C341A0-D327-40BB-A58C-BF16AD1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94823-B516-4962-AA87-96B8B176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87f23752443f5"/>
          <a:stretch xmlns:a="http://schemas.openxmlformats.org/drawingml/2006/main"/>
        </p:blipFill>
        <p:spPr>
          <a:xfrm xmlns:a="http://schemas.openxmlformats.org/drawingml/2006/main">
            <a:off x="776542" y="1600200"/>
            <a:ext cx="5933566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2-table-label">
            <a:extLst xmlns:a="http://schemas.openxmlformats.org/drawingml/2006/main">
              <a:ext uri="{FF2B5EF4-FFF2-40B4-BE49-F238E27FC236}">
                <a16:creationId xmlns:a16="http://schemas.microsoft.com/office/drawing/2014/main" id="{5CF0E186-C02F-4080-826E-6F2845E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1.28k (21.0k)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639 (1.22k)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2.55k (9.84k)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1.81k (2.48k)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2.14k (5.72k)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2.62k (5.06k)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2.93k (8.26k)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3.66k (5.62k)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42-note">
            <a:extLst xmlns:a="http://schemas.openxmlformats.org/drawingml/2006/main">
              <a:ext uri="{FF2B5EF4-FFF2-40B4-BE49-F238E27FC236}">
                <a16:creationId xmlns:a16="http://schemas.microsoft.com/office/drawing/2014/main" id="{49163EE1-079E-4064-8DE4-90CFE30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2">
            <a:extLst xmlns:a="http://schemas.openxmlformats.org/drawingml/2006/main">
              <a:ext uri="{FF2B5EF4-FFF2-40B4-BE49-F238E27FC236}">
                <a16:creationId xmlns:a16="http://schemas.microsoft.com/office/drawing/2014/main" id="{072FEEC8-D1D3-4513-B4A4-E3DEE6A3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AMC GDP per capita</a:t>
            </a:r>
          </a:p>
        </p:txBody>
      </p:sp>
      <p:sp>
        <p:nvSpPr>
          <p:cNvPr id="9" name="footer-number-42">
            <a:extLst xmlns:a="http://schemas.openxmlformats.org/drawingml/2006/main">
              <a:ext uri="{FF2B5EF4-FFF2-40B4-BE49-F238E27FC236}">
                <a16:creationId xmlns:a16="http://schemas.microsoft.com/office/drawing/2014/main" id="{FCD781BB-7CA1-49E9-81D8-97976C4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6118973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3-eyebrow">
            <a:extLst xmlns:a="http://schemas.openxmlformats.org/drawingml/2006/main">
              <a:ext uri="{FF2B5EF4-FFF2-40B4-BE49-F238E27FC236}">
                <a16:creationId xmlns:a16="http://schemas.microsoft.com/office/drawing/2014/main" id="{E6C0E0E9-9399-4F79-9A62-20B6ABDB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AMC GDP PER CAPITA · PRIVATE-SERVICES VALUE ADDED PER CAPITA (CONSTANT 2010 R$)</a:t>
            </a:r>
          </a:p>
        </p:txBody>
      </p:sp>
      <p:sp>
        <p:nvSpPr>
          <p:cNvPr id="2" name="outcome-43-title">
            <a:extLst xmlns:a="http://schemas.openxmlformats.org/drawingml/2006/main">
              <a:ext uri="{FF2B5EF4-FFF2-40B4-BE49-F238E27FC236}">
                <a16:creationId xmlns:a16="http://schemas.microsoft.com/office/drawing/2014/main" id="{63AFA346-8814-4B23-9CCA-D3EE8DA4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CBDC9-A620-43D0-86B0-BD4DC290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991850cee4468"/>
          <a:stretch xmlns:a="http://schemas.openxmlformats.org/drawingml/2006/main"/>
        </p:blipFill>
        <p:spPr>
          <a:xfrm xmlns:a="http://schemas.openxmlformats.org/drawingml/2006/main">
            <a:off x="649680" y="1600200"/>
            <a:ext cx="6187289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3-table-label">
            <a:extLst xmlns:a="http://schemas.openxmlformats.org/drawingml/2006/main">
              <a:ext uri="{FF2B5EF4-FFF2-40B4-BE49-F238E27FC236}">
                <a16:creationId xmlns:a16="http://schemas.microsoft.com/office/drawing/2014/main" id="{BACC47E6-DF18-4AC6-9539-362E2BD3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1.33k (1.91k)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1.53k (1.16k)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2.61k (9.77k)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2.94k (1.81k)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3.12k (4.29k)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3.19k (1.66k)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3.87k (4.34k)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4.57k (2.38k)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43-note">
            <a:extLst xmlns:a="http://schemas.openxmlformats.org/drawingml/2006/main">
              <a:ext uri="{FF2B5EF4-FFF2-40B4-BE49-F238E27FC236}">
                <a16:creationId xmlns:a16="http://schemas.microsoft.com/office/drawing/2014/main" id="{BD288951-8EAF-43F8-BA4A-2C858D7A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3">
            <a:extLst xmlns:a="http://schemas.openxmlformats.org/drawingml/2006/main">
              <a:ext uri="{FF2B5EF4-FFF2-40B4-BE49-F238E27FC236}">
                <a16:creationId xmlns:a16="http://schemas.microsoft.com/office/drawing/2014/main" id="{48FE1284-1EFC-483B-A698-F7CB92B2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AMC GDP per capita</a:t>
            </a:r>
          </a:p>
        </p:txBody>
      </p:sp>
      <p:sp>
        <p:nvSpPr>
          <p:cNvPr id="9" name="footer-number-43">
            <a:extLst xmlns:a="http://schemas.openxmlformats.org/drawingml/2006/main">
              <a:ext uri="{FF2B5EF4-FFF2-40B4-BE49-F238E27FC236}">
                <a16:creationId xmlns:a16="http://schemas.microsoft.com/office/drawing/2014/main" id="{6F719D49-8242-49EF-8EC9-C2D34AD8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46707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4-eyebrow">
            <a:extLst xmlns:a="http://schemas.openxmlformats.org/drawingml/2006/main">
              <a:ext uri="{FF2B5EF4-FFF2-40B4-BE49-F238E27FC236}">
                <a16:creationId xmlns:a16="http://schemas.microsoft.com/office/drawing/2014/main" id="{44B26D81-8310-423B-8897-EFF7890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AMC GDP PER CAPITA · PUBLIC-ADMINISTRATION VALUE ADDED PER CAPITA (CONSTANT 2010 R$)</a:t>
            </a:r>
          </a:p>
        </p:txBody>
      </p:sp>
      <p:sp>
        <p:nvSpPr>
          <p:cNvPr id="2" name="outcome-44-title">
            <a:extLst xmlns:a="http://schemas.openxmlformats.org/drawingml/2006/main">
              <a:ext uri="{FF2B5EF4-FFF2-40B4-BE49-F238E27FC236}">
                <a16:creationId xmlns:a16="http://schemas.microsoft.com/office/drawing/2014/main" id="{260C7867-8C72-4248-8E6F-C38E284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95C24-55B6-4900-ABB9-393BBDD5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a029f4a65455d"/>
          <a:stretch xmlns:a="http://schemas.openxmlformats.org/drawingml/2006/main"/>
        </p:blipFill>
        <p:spPr>
          <a:xfrm xmlns:a="http://schemas.openxmlformats.org/drawingml/2006/main">
            <a:off x="493885" y="1600200"/>
            <a:ext cx="6498879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4-table-label">
            <a:extLst xmlns:a="http://schemas.openxmlformats.org/drawingml/2006/main">
              <a:ext uri="{FF2B5EF4-FFF2-40B4-BE49-F238E27FC236}">
                <a16:creationId xmlns:a16="http://schemas.microsoft.com/office/drawing/2014/main" id="{9D771BDC-EA65-4DF5-91B8-54CDB7F7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211 (340)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192 (207)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334 (387)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379 (608)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1.60k (624)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1.64k (387)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2.54k (687)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2.69k (583)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44-note">
            <a:extLst xmlns:a="http://schemas.openxmlformats.org/drawingml/2006/main">
              <a:ext uri="{FF2B5EF4-FFF2-40B4-BE49-F238E27FC236}">
                <a16:creationId xmlns:a16="http://schemas.microsoft.com/office/drawing/2014/main" id="{1080ADC4-2ACE-483B-B421-EE51B6B7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4">
            <a:extLst xmlns:a="http://schemas.openxmlformats.org/drawingml/2006/main">
              <a:ext uri="{FF2B5EF4-FFF2-40B4-BE49-F238E27FC236}">
                <a16:creationId xmlns:a16="http://schemas.microsoft.com/office/drawing/2014/main" id="{549A47F7-86BD-431F-8F27-820E4A6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AMC GDP per capita</a:t>
            </a:r>
          </a:p>
        </p:txBody>
      </p:sp>
      <p:sp>
        <p:nvSpPr>
          <p:cNvPr id="9" name="footer-number-44">
            <a:extLst xmlns:a="http://schemas.openxmlformats.org/drawingml/2006/main">
              <a:ext uri="{FF2B5EF4-FFF2-40B4-BE49-F238E27FC236}">
                <a16:creationId xmlns:a16="http://schemas.microsoft.com/office/drawing/2014/main" id="{98B0F837-C096-4D03-B344-EAED7E8B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70493918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5-eyebrow">
            <a:extLst xmlns:a="http://schemas.openxmlformats.org/drawingml/2006/main">
              <a:ext uri="{FF2B5EF4-FFF2-40B4-BE49-F238E27FC236}">
                <a16:creationId xmlns:a16="http://schemas.microsoft.com/office/drawing/2014/main" id="{C220A6EC-D1E9-4078-AA50-E096E554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AMC · AMC GDP PER CAPITA · AGRICULTURE VALUE ADDED PER CAPITA (CONSTANT 2010 R$)</a:t>
            </a:r>
          </a:p>
        </p:txBody>
      </p:sp>
      <p:sp>
        <p:nvSpPr>
          <p:cNvPr id="2" name="outcome-45-title">
            <a:extLst xmlns:a="http://schemas.openxmlformats.org/drawingml/2006/main">
              <a:ext uri="{FF2B5EF4-FFF2-40B4-BE49-F238E27FC236}">
                <a16:creationId xmlns:a16="http://schemas.microsoft.com/office/drawing/2014/main" id="{8CC70603-7AA9-4501-985D-5ED138F1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1D457-19EC-439D-966D-571A9D6C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cc71e13854a62"/>
          <a:stretch xmlns:a="http://schemas.openxmlformats.org/drawingml/2006/main"/>
        </p:blipFill>
        <p:spPr>
          <a:xfrm xmlns:a="http://schemas.openxmlformats.org/drawingml/2006/main">
            <a:off x="732029" y="1600200"/>
            <a:ext cx="602259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45-table-label">
            <a:extLst xmlns:a="http://schemas.openxmlformats.org/drawingml/2006/main">
              <a:ext uri="{FF2B5EF4-FFF2-40B4-BE49-F238E27FC236}">
                <a16:creationId xmlns:a16="http://schemas.microsoft.com/office/drawing/2014/main" id="{EE38F97D-6876-4C8E-BCCE-AACCA23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1.41k (2.85k)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1.45k (965)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2.90k (2.59k)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4.23k (3.15k)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1.62k (1.94k)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3.82k (3.40k)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1.96k (2.38k)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4.31k (5.72k)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45-note">
            <a:extLst xmlns:a="http://schemas.openxmlformats.org/drawingml/2006/main">
              <a:ext uri="{FF2B5EF4-FFF2-40B4-BE49-F238E27FC236}">
                <a16:creationId xmlns:a16="http://schemas.microsoft.com/office/drawing/2014/main" id="{58C4AA74-E9DA-40B8-AAE3-2E8A6474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5">
            <a:extLst xmlns:a="http://schemas.openxmlformats.org/drawingml/2006/main">
              <a:ext uri="{FF2B5EF4-FFF2-40B4-BE49-F238E27FC236}">
                <a16:creationId xmlns:a16="http://schemas.microsoft.com/office/drawing/2014/main" id="{0572EDDB-DEFA-416D-ABF6-40B65A31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AMC GDP per capita</a:t>
            </a:r>
          </a:p>
        </p:txBody>
      </p:sp>
      <p:sp>
        <p:nvSpPr>
          <p:cNvPr id="9" name="footer-number-45">
            <a:extLst xmlns:a="http://schemas.openxmlformats.org/drawingml/2006/main">
              <a:ext uri="{FF2B5EF4-FFF2-40B4-BE49-F238E27FC236}">
                <a16:creationId xmlns:a16="http://schemas.microsoft.com/office/drawing/2014/main" id="{827DA4D1-368F-4248-9C33-44433CB9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273006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6-eyebrow">
            <a:extLst xmlns:a="http://schemas.openxmlformats.org/drawingml/2006/main">
              <a:ext uri="{FF2B5EF4-FFF2-40B4-BE49-F238E27FC236}">
                <a16:creationId xmlns:a16="http://schemas.microsoft.com/office/drawing/2014/main" id="{601857D5-D4FE-40B6-A74E-B684C5CE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LEVELS · GDP TOTAL (CONSTANT 2010 R$ THOUSAND)</a:t>
            </a:r>
          </a:p>
        </p:txBody>
      </p:sp>
      <p:sp>
        <p:nvSpPr>
          <p:cNvPr id="2" name="outcome-46-title">
            <a:extLst xmlns:a="http://schemas.openxmlformats.org/drawingml/2006/main">
              <a:ext uri="{FF2B5EF4-FFF2-40B4-BE49-F238E27FC236}">
                <a16:creationId xmlns:a16="http://schemas.microsoft.com/office/drawing/2014/main" id="{908321F5-DB84-4CA2-BFA7-953659A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18C63-8755-4C79-93D4-8FC2FFDD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1067ad56b4dc3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46-table-label">
            <a:extLst xmlns:a="http://schemas.openxmlformats.org/drawingml/2006/main">
              <a:ext uri="{FF2B5EF4-FFF2-40B4-BE49-F238E27FC236}">
                <a16:creationId xmlns:a16="http://schemas.microsoft.com/office/drawing/2014/main" id="{D1B167B8-FBAC-4F4A-A2F7-065FD2B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131k (1.60m)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75.1k (139k)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180k (2.66m)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96.8k (210k)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308k (4.25m)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170k (402k)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441k (5.37m)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280k (702k)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480k (5.01m)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357k (919k)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430k (5.58m)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371k (1.20m)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484k (5.92m)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462k (1.36m)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554k (6.16m)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593k (1.62m)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676k (7.28m)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748k (2.21m)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46-note">
            <a:extLst xmlns:a="http://schemas.openxmlformats.org/drawingml/2006/main">
              <a:ext uri="{FF2B5EF4-FFF2-40B4-BE49-F238E27FC236}">
                <a16:creationId xmlns:a16="http://schemas.microsoft.com/office/drawing/2014/main" id="{D150CB10-D8F8-4BD3-BDEB-EFDA71B8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6">
            <a:extLst xmlns:a="http://schemas.openxmlformats.org/drawingml/2006/main">
              <a:ext uri="{FF2B5EF4-FFF2-40B4-BE49-F238E27FC236}">
                <a16:creationId xmlns:a16="http://schemas.microsoft.com/office/drawing/2014/main" id="{51FED428-DA9E-43BA-9816-E5DA6A6F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levels</a:t>
            </a:r>
          </a:p>
        </p:txBody>
      </p:sp>
      <p:sp>
        <p:nvSpPr>
          <p:cNvPr id="9" name="footer-number-46">
            <a:extLst xmlns:a="http://schemas.openxmlformats.org/drawingml/2006/main">
              <a:ext uri="{FF2B5EF4-FFF2-40B4-BE49-F238E27FC236}">
                <a16:creationId xmlns:a16="http://schemas.microsoft.com/office/drawing/2014/main" id="{40C92D1C-BFAB-4590-A7A8-A82B6816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56767366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7-eyebrow">
            <a:extLst xmlns:a="http://schemas.openxmlformats.org/drawingml/2006/main">
              <a:ext uri="{FF2B5EF4-FFF2-40B4-BE49-F238E27FC236}">
                <a16:creationId xmlns:a16="http://schemas.microsoft.com/office/drawing/2014/main" id="{7E28BE7F-6342-436B-8011-ADDE51C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LEVELS · INDUSTRY VALUE ADDED (CONSTANT 2010 R$ THOUSAND)</a:t>
            </a:r>
          </a:p>
        </p:txBody>
      </p:sp>
      <p:sp>
        <p:nvSpPr>
          <p:cNvPr id="2" name="outcome-47-title">
            <a:extLst xmlns:a="http://schemas.openxmlformats.org/drawingml/2006/main">
              <a:ext uri="{FF2B5EF4-FFF2-40B4-BE49-F238E27FC236}">
                <a16:creationId xmlns:a16="http://schemas.microsoft.com/office/drawing/2014/main" id="{290F86F7-D9A4-4963-8DF6-23693418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F5061-5554-4BFD-8112-82FABBB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ae643096347bb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47-table-label">
            <a:extLst xmlns:a="http://schemas.openxmlformats.org/drawingml/2006/main">
              <a:ext uri="{FF2B5EF4-FFF2-40B4-BE49-F238E27FC236}">
                <a16:creationId xmlns:a16="http://schemas.microsoft.com/office/drawing/2014/main" id="{E3196363-76F6-4A0D-9C5E-489EEA23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45.7k (728k)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12.3k (28.4k)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64.9k (1.14m)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20.5k (58.3k)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125k (2.02m)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37.0k (111k)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181k (2.24m)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83.0k (282k)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204k (2.20m)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105k (305k)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142k (1.88m)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104k (480k)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116k (1.24m)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107k (331k)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136k (1.05m)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141k (375k)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162k (1.17m)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198k (652k)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47-note">
            <a:extLst xmlns:a="http://schemas.openxmlformats.org/drawingml/2006/main">
              <a:ext uri="{FF2B5EF4-FFF2-40B4-BE49-F238E27FC236}">
                <a16:creationId xmlns:a16="http://schemas.microsoft.com/office/drawing/2014/main" id="{C06C91B7-87CE-42CA-A34B-35D8C27C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7">
            <a:extLst xmlns:a="http://schemas.openxmlformats.org/drawingml/2006/main">
              <a:ext uri="{FF2B5EF4-FFF2-40B4-BE49-F238E27FC236}">
                <a16:creationId xmlns:a16="http://schemas.microsoft.com/office/drawing/2014/main" id="{3F1F13A1-9DF5-4FA3-A5A7-52981DF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levels</a:t>
            </a:r>
          </a:p>
        </p:txBody>
      </p:sp>
      <p:sp>
        <p:nvSpPr>
          <p:cNvPr id="9" name="footer-number-47">
            <a:extLst xmlns:a="http://schemas.openxmlformats.org/drawingml/2006/main">
              <a:ext uri="{FF2B5EF4-FFF2-40B4-BE49-F238E27FC236}">
                <a16:creationId xmlns:a16="http://schemas.microsoft.com/office/drawing/2014/main" id="{0AE33E46-52D7-4C27-A525-DFB099FC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11833677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8-eyebrow">
            <a:extLst xmlns:a="http://schemas.openxmlformats.org/drawingml/2006/main">
              <a:ext uri="{FF2B5EF4-FFF2-40B4-BE49-F238E27FC236}">
                <a16:creationId xmlns:a16="http://schemas.microsoft.com/office/drawing/2014/main" id="{9A40BB1D-A5D4-401B-9695-D4338706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LEVELS · PRIVATE-SERVICES VALUE ADDED (CONSTANT 2010 R$ THOUSAND)</a:t>
            </a:r>
          </a:p>
        </p:txBody>
      </p:sp>
      <p:sp>
        <p:nvSpPr>
          <p:cNvPr id="2" name="outcome-48-title">
            <a:extLst xmlns:a="http://schemas.openxmlformats.org/drawingml/2006/main">
              <a:ext uri="{FF2B5EF4-FFF2-40B4-BE49-F238E27FC236}">
                <a16:creationId xmlns:a16="http://schemas.microsoft.com/office/drawing/2014/main" id="{BF04C726-FF0E-4911-92F1-33FD6D33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C6F21-7788-451F-82A2-08BE30C7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540be07fb449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48-table-label">
            <a:extLst xmlns:a="http://schemas.openxmlformats.org/drawingml/2006/main">
              <a:ext uri="{FF2B5EF4-FFF2-40B4-BE49-F238E27FC236}">
                <a16:creationId xmlns:a16="http://schemas.microsoft.com/office/drawing/2014/main" id="{F52A9EC0-C6D6-4459-BD9A-45FB41D4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67.1k (965k)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45.5k (105k)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94.7k (1.57m)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52.5k (141k)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150k (2.31m)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94.5k (277k)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216k (3.20m)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128k (423k)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223k (2.90m)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177k (600k)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255k (3.77m)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186k (751k)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218k (3.22m)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179k (655k)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239k (3.47m)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218k (740k)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306k (4.34m)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292k (1.01m)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48-note">
            <a:extLst xmlns:a="http://schemas.openxmlformats.org/drawingml/2006/main">
              <a:ext uri="{FF2B5EF4-FFF2-40B4-BE49-F238E27FC236}">
                <a16:creationId xmlns:a16="http://schemas.microsoft.com/office/drawing/2014/main" id="{9B14F6BA-F4D9-428F-897C-5CB9919F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8">
            <a:extLst xmlns:a="http://schemas.openxmlformats.org/drawingml/2006/main">
              <a:ext uri="{FF2B5EF4-FFF2-40B4-BE49-F238E27FC236}">
                <a16:creationId xmlns:a16="http://schemas.microsoft.com/office/drawing/2014/main" id="{6BA6BB91-AEF3-48AA-8E6F-1EB74CDD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levels</a:t>
            </a:r>
          </a:p>
        </p:txBody>
      </p:sp>
      <p:sp>
        <p:nvSpPr>
          <p:cNvPr id="9" name="footer-number-48">
            <a:extLst xmlns:a="http://schemas.openxmlformats.org/drawingml/2006/main">
              <a:ext uri="{FF2B5EF4-FFF2-40B4-BE49-F238E27FC236}">
                <a16:creationId xmlns:a16="http://schemas.microsoft.com/office/drawing/2014/main" id="{30C2EFEB-6F16-4B2F-998D-C9ECA84B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41404235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49-eyebrow">
            <a:extLst xmlns:a="http://schemas.openxmlformats.org/drawingml/2006/main">
              <a:ext uri="{FF2B5EF4-FFF2-40B4-BE49-F238E27FC236}">
                <a16:creationId xmlns:a16="http://schemas.microsoft.com/office/drawing/2014/main" id="{20AE5023-0D1A-4576-BD15-B4CF00A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LEVELS · PUBLIC-ADMINISTRATION VALUE ADDED (CONSTANT 2010 R$ THOUSAND)</a:t>
            </a:r>
          </a:p>
        </p:txBody>
      </p:sp>
      <p:sp>
        <p:nvSpPr>
          <p:cNvPr id="2" name="outcome-49-title">
            <a:extLst xmlns:a="http://schemas.openxmlformats.org/drawingml/2006/main">
              <a:ext uri="{FF2B5EF4-FFF2-40B4-BE49-F238E27FC236}">
                <a16:creationId xmlns:a16="http://schemas.microsoft.com/office/drawing/2014/main" id="{12FB70F3-9A69-464B-A35D-FF164B4C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4AEA4-765B-4307-83AF-0E495060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9bcb9210348f6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49-table-label">
            <a:extLst xmlns:a="http://schemas.openxmlformats.org/drawingml/2006/main">
              <a:ext uri="{FF2B5EF4-FFF2-40B4-BE49-F238E27FC236}">
                <a16:creationId xmlns:a16="http://schemas.microsoft.com/office/drawing/2014/main" id="{F2690F01-9945-47FE-B820-88563163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16.7k (265k)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7.04k (23.8k)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23.2k (340k)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10.6k (37.8k)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28.3k (379k)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17.0k (73.8k)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34.6k (436k)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15.0k (44.6k)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65.0k (722k)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60.1k (276k)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62.8k (829k)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51.7k (138k)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76.3k (757k)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74.5k (202k)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96.6k (929k)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97.4k (273k)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49-note">
            <a:extLst xmlns:a="http://schemas.openxmlformats.org/drawingml/2006/main">
              <a:ext uri="{FF2B5EF4-FFF2-40B4-BE49-F238E27FC236}">
                <a16:creationId xmlns:a16="http://schemas.microsoft.com/office/drawing/2014/main" id="{02FBD106-F9FA-467B-8628-FD8C0145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49">
            <a:extLst xmlns:a="http://schemas.openxmlformats.org/drawingml/2006/main">
              <a:ext uri="{FF2B5EF4-FFF2-40B4-BE49-F238E27FC236}">
                <a16:creationId xmlns:a16="http://schemas.microsoft.com/office/drawing/2014/main" id="{FCC3ADA2-2033-4196-B996-CD887E9B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levels</a:t>
            </a:r>
          </a:p>
        </p:txBody>
      </p:sp>
      <p:sp>
        <p:nvSpPr>
          <p:cNvPr id="9" name="footer-number-49">
            <a:extLst xmlns:a="http://schemas.openxmlformats.org/drawingml/2006/main">
              <a:ext uri="{FF2B5EF4-FFF2-40B4-BE49-F238E27FC236}">
                <a16:creationId xmlns:a16="http://schemas.microsoft.com/office/drawing/2014/main" id="{CAC71680-A948-4CDE-870B-E89D541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31034602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0-eyebrow">
            <a:extLst xmlns:a="http://schemas.openxmlformats.org/drawingml/2006/main">
              <a:ext uri="{FF2B5EF4-FFF2-40B4-BE49-F238E27FC236}">
                <a16:creationId xmlns:a16="http://schemas.microsoft.com/office/drawing/2014/main" id="{3BE03C44-6D6F-46B5-85E6-A6F95743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LEVELS · AGRICULTURE VALUE ADDED (CONSTANT 2010 R$ THOUSAND)</a:t>
            </a:r>
          </a:p>
        </p:txBody>
      </p:sp>
      <p:sp>
        <p:nvSpPr>
          <p:cNvPr id="2" name="outcome-50-title">
            <a:extLst xmlns:a="http://schemas.openxmlformats.org/drawingml/2006/main">
              <a:ext uri="{FF2B5EF4-FFF2-40B4-BE49-F238E27FC236}">
                <a16:creationId xmlns:a16="http://schemas.microsoft.com/office/drawing/2014/main" id="{A3E89D7B-BF23-4E0E-A351-54B86BA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F7DCB-BD93-4EF6-AD57-7C70DB25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0972642374994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50-table-label">
            <a:extLst xmlns:a="http://schemas.openxmlformats.org/drawingml/2006/main">
              <a:ext uri="{FF2B5EF4-FFF2-40B4-BE49-F238E27FC236}">
                <a16:creationId xmlns:a16="http://schemas.microsoft.com/office/drawing/2014/main" id="{C86D7BCE-F8F4-42A3-88E6-5570C225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22.2k (28.2k)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20.6k (22.0k)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20.5k (32.1k)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23.8k (30.5k)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32.6k (51.4k)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38.5k (40.8k)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43.5k (52.4k)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68.8k (69.0k)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52.4k (67.5k)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75.7k (103k)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32.7k (44.5k)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80.1k (104k)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22.4k (33.2k)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69.6k (94.1k)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25.1k (42.9k)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70.2k (106k)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27.5k (39.3k)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82.4k (110k)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0-note">
            <a:extLst xmlns:a="http://schemas.openxmlformats.org/drawingml/2006/main">
              <a:ext uri="{FF2B5EF4-FFF2-40B4-BE49-F238E27FC236}">
                <a16:creationId xmlns:a16="http://schemas.microsoft.com/office/drawing/2014/main" id="{F4E28119-9218-4215-A427-A5FDC449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0">
            <a:extLst xmlns:a="http://schemas.openxmlformats.org/drawingml/2006/main">
              <a:ext uri="{FF2B5EF4-FFF2-40B4-BE49-F238E27FC236}">
                <a16:creationId xmlns:a16="http://schemas.microsoft.com/office/drawing/2014/main" id="{E231DBD0-5D8C-4A80-9480-87073FF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levels</a:t>
            </a:r>
          </a:p>
        </p:txBody>
      </p:sp>
      <p:sp>
        <p:nvSpPr>
          <p:cNvPr id="9" name="footer-number-50">
            <a:extLst xmlns:a="http://schemas.openxmlformats.org/drawingml/2006/main">
              <a:ext uri="{FF2B5EF4-FFF2-40B4-BE49-F238E27FC236}">
                <a16:creationId xmlns:a16="http://schemas.microsoft.com/office/drawing/2014/main" id="{AD266B03-C6F8-4541-9A60-42BA7403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89810963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1-eyebrow">
            <a:extLst xmlns:a="http://schemas.openxmlformats.org/drawingml/2006/main">
              <a:ext uri="{FF2B5EF4-FFF2-40B4-BE49-F238E27FC236}">
                <a16:creationId xmlns:a16="http://schemas.microsoft.com/office/drawing/2014/main" id="{082F4E94-C11F-471A-92CD-45CDD6FF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LOGS · LOG GDP TOTAL (CONSTANT 2010 R$ THOUSAND)</a:t>
            </a:r>
          </a:p>
        </p:txBody>
      </p:sp>
      <p:sp>
        <p:nvSpPr>
          <p:cNvPr id="2" name="outcome-51-title">
            <a:extLst xmlns:a="http://schemas.openxmlformats.org/drawingml/2006/main">
              <a:ext uri="{FF2B5EF4-FFF2-40B4-BE49-F238E27FC236}">
                <a16:creationId xmlns:a16="http://schemas.microsoft.com/office/drawing/2014/main" id="{2BC28FA3-B07F-465C-897D-5FF55B1E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3C02E-832B-4C3C-B138-11A87408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a4cd6daac4b3f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51-table-label">
            <a:extLst xmlns:a="http://schemas.openxmlformats.org/drawingml/2006/main">
              <a:ext uri="{FF2B5EF4-FFF2-40B4-BE49-F238E27FC236}">
                <a16:creationId xmlns:a16="http://schemas.microsoft.com/office/drawing/2014/main" id="{C0F36F5C-A7F8-4C53-AD78-1AAB7D1E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11.2 (1.43)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11.5 (1.3)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11.5 (1.44)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(1.39)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11.8 (1.43)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 (1.44)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12.3 (1.42)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1-note">
            <a:extLst xmlns:a="http://schemas.openxmlformats.org/drawingml/2006/main">
              <a:ext uri="{FF2B5EF4-FFF2-40B4-BE49-F238E27FC236}">
                <a16:creationId xmlns:a16="http://schemas.microsoft.com/office/drawing/2014/main" id="{B0DD4F24-43A1-4E3E-B0FC-E5D0627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1">
            <a:extLst xmlns:a="http://schemas.openxmlformats.org/drawingml/2006/main">
              <a:ext uri="{FF2B5EF4-FFF2-40B4-BE49-F238E27FC236}">
                <a16:creationId xmlns:a16="http://schemas.microsoft.com/office/drawing/2014/main" id="{D36D0C7A-65EA-4851-A8C6-C1660DA0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logs</a:t>
            </a:r>
          </a:p>
        </p:txBody>
      </p:sp>
      <p:sp>
        <p:nvSpPr>
          <p:cNvPr id="9" name="footer-number-51">
            <a:extLst xmlns:a="http://schemas.openxmlformats.org/drawingml/2006/main">
              <a:ext uri="{FF2B5EF4-FFF2-40B4-BE49-F238E27FC236}">
                <a16:creationId xmlns:a16="http://schemas.microsoft.com/office/drawing/2014/main" id="{3C3E45EA-F57A-479F-AC0A-9C6E8253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133773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2-eyebrow">
            <a:extLst xmlns:a="http://schemas.openxmlformats.org/drawingml/2006/main">
              <a:ext uri="{FF2B5EF4-FFF2-40B4-BE49-F238E27FC236}">
                <a16:creationId xmlns:a16="http://schemas.microsoft.com/office/drawing/2014/main" id="{6BCFB364-80C5-41B3-8E2B-52E354D3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LOGS · LOG INDUSTRY VALUE ADDED (CONSTANT 2010 R$ THOUSAND)</a:t>
            </a:r>
          </a:p>
        </p:txBody>
      </p:sp>
      <p:sp>
        <p:nvSpPr>
          <p:cNvPr id="2" name="outcome-52-title">
            <a:extLst xmlns:a="http://schemas.openxmlformats.org/drawingml/2006/main">
              <a:ext uri="{FF2B5EF4-FFF2-40B4-BE49-F238E27FC236}">
                <a16:creationId xmlns:a16="http://schemas.microsoft.com/office/drawing/2014/main" id="{B2B9FFFE-1524-4F8A-82AC-BE39F8F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EFA93-0C83-405E-892A-E005188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3a175ac204cb7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52-table-label">
            <a:extLst xmlns:a="http://schemas.openxmlformats.org/drawingml/2006/main">
              <a:ext uri="{FF2B5EF4-FFF2-40B4-BE49-F238E27FC236}">
                <a16:creationId xmlns:a16="http://schemas.microsoft.com/office/drawing/2014/main" id="{71651379-2C69-4670-8317-A622DA99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7.76 (2.2)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7.48 (2.05)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7.98 (2.13)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7.89 (1.96)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8.6 (2.22)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8.25 (2.22)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9.28 (1.93)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9.25 (2.24)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7.63 (2.91)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8.32 (2.97)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9.09 (1.83)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9.57 (1.92)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8.85 (2.15)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9.68 (2.06)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9.24 (2.06)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(1.97)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2-note">
            <a:extLst xmlns:a="http://schemas.openxmlformats.org/drawingml/2006/main">
              <a:ext uri="{FF2B5EF4-FFF2-40B4-BE49-F238E27FC236}">
                <a16:creationId xmlns:a16="http://schemas.microsoft.com/office/drawing/2014/main" id="{AECABF93-1418-483B-B7FA-6F300017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2">
            <a:extLst xmlns:a="http://schemas.openxmlformats.org/drawingml/2006/main">
              <a:ext uri="{FF2B5EF4-FFF2-40B4-BE49-F238E27FC236}">
                <a16:creationId xmlns:a16="http://schemas.microsoft.com/office/drawing/2014/main" id="{617C43A9-D434-441A-8949-99961394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logs</a:t>
            </a:r>
          </a:p>
        </p:txBody>
      </p:sp>
      <p:sp>
        <p:nvSpPr>
          <p:cNvPr id="9" name="footer-number-52">
            <a:extLst xmlns:a="http://schemas.openxmlformats.org/drawingml/2006/main">
              <a:ext uri="{FF2B5EF4-FFF2-40B4-BE49-F238E27FC236}">
                <a16:creationId xmlns:a16="http://schemas.microsoft.com/office/drawing/2014/main" id="{00E6E9DC-58A7-4312-A606-778530E1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49115534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3-eyebrow">
            <a:extLst xmlns:a="http://schemas.openxmlformats.org/drawingml/2006/main">
              <a:ext uri="{FF2B5EF4-FFF2-40B4-BE49-F238E27FC236}">
                <a16:creationId xmlns:a16="http://schemas.microsoft.com/office/drawing/2014/main" id="{E72312D3-8F3F-4DF9-BCCF-6FA6C733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LOGS · LOG PRIVATE-SERVICES VALUE ADDED (CONSTANT 2010 R$ THOUSAND)</a:t>
            </a:r>
          </a:p>
        </p:txBody>
      </p:sp>
      <p:sp>
        <p:nvSpPr>
          <p:cNvPr id="2" name="outcome-53-title">
            <a:extLst xmlns:a="http://schemas.openxmlformats.org/drawingml/2006/main">
              <a:ext uri="{FF2B5EF4-FFF2-40B4-BE49-F238E27FC236}">
                <a16:creationId xmlns:a16="http://schemas.microsoft.com/office/drawing/2014/main" id="{C13DD84D-D165-47EC-A411-6479EA0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DF21E-E296-406E-B684-3F4069AA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a406133a24006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53-table-label">
            <a:extLst xmlns:a="http://schemas.openxmlformats.org/drawingml/2006/main">
              <a:ext uri="{FF2B5EF4-FFF2-40B4-BE49-F238E27FC236}">
                <a16:creationId xmlns:a16="http://schemas.microsoft.com/office/drawing/2014/main" id="{A3EE4F9D-7F07-4C80-9EDB-00C1551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9.01 (1.66)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8.95 (1.96)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9.29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9.44 (1.55)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9.68 (1.54)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9.99 (1.56)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(1.52)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9.99 (1.59)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(1.56)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10.9 (1.63)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3-note">
            <a:extLst xmlns:a="http://schemas.openxmlformats.org/drawingml/2006/main">
              <a:ext uri="{FF2B5EF4-FFF2-40B4-BE49-F238E27FC236}">
                <a16:creationId xmlns:a16="http://schemas.microsoft.com/office/drawing/2014/main" id="{1DEE8BE8-21FF-4953-A333-BC1CCC45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3">
            <a:extLst xmlns:a="http://schemas.openxmlformats.org/drawingml/2006/main">
              <a:ext uri="{FF2B5EF4-FFF2-40B4-BE49-F238E27FC236}">
                <a16:creationId xmlns:a16="http://schemas.microsoft.com/office/drawing/2014/main" id="{C5210A2D-15D7-4F99-83B0-33F1B625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logs</a:t>
            </a:r>
          </a:p>
        </p:txBody>
      </p:sp>
      <p:sp>
        <p:nvSpPr>
          <p:cNvPr id="9" name="footer-number-53">
            <a:extLst xmlns:a="http://schemas.openxmlformats.org/drawingml/2006/main">
              <a:ext uri="{FF2B5EF4-FFF2-40B4-BE49-F238E27FC236}">
                <a16:creationId xmlns:a16="http://schemas.microsoft.com/office/drawing/2014/main" id="{09062055-D26B-43EB-9BDF-82DDA7BA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78998877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4-eyebrow">
            <a:extLst xmlns:a="http://schemas.openxmlformats.org/drawingml/2006/main">
              <a:ext uri="{FF2B5EF4-FFF2-40B4-BE49-F238E27FC236}">
                <a16:creationId xmlns:a16="http://schemas.microsoft.com/office/drawing/2014/main" id="{238E96BE-F78D-4A60-9794-11B47BA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LOGS · LOG PUBLIC-ADMINISTRATION VALUE ADDED (CONSTANT 2010 R$ THOUSAND)</a:t>
            </a:r>
          </a:p>
        </p:txBody>
      </p:sp>
      <p:sp>
        <p:nvSpPr>
          <p:cNvPr id="2" name="outcome-54-title">
            <a:extLst xmlns:a="http://schemas.openxmlformats.org/drawingml/2006/main">
              <a:ext uri="{FF2B5EF4-FFF2-40B4-BE49-F238E27FC236}">
                <a16:creationId xmlns:a16="http://schemas.microsoft.com/office/drawing/2014/main" id="{1889EF0A-57E1-431C-94CC-D9D60734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012D2-11D6-49DD-AE63-4EDC9BE8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41e386cd44d47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54-table-label">
            <a:extLst xmlns:a="http://schemas.openxmlformats.org/drawingml/2006/main">
              <a:ext uri="{FF2B5EF4-FFF2-40B4-BE49-F238E27FC236}">
                <a16:creationId xmlns:a16="http://schemas.microsoft.com/office/drawing/2014/main" id="{F16757B0-2928-4B57-808A-E17C70BC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7.28 (1.62)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7.26 (1.63)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7.69 (1.57)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7.78 (1.49)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7.93 (1.6)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8.04 (1.62)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8.2 (1.7)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8.02 (1.65)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9.27 (1.3)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 (1.38)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9.81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9.93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54-note">
            <a:extLst xmlns:a="http://schemas.openxmlformats.org/drawingml/2006/main">
              <a:ext uri="{FF2B5EF4-FFF2-40B4-BE49-F238E27FC236}">
                <a16:creationId xmlns:a16="http://schemas.microsoft.com/office/drawing/2014/main" id="{D07FBA3F-1D8F-4607-A132-929BE18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4">
            <a:extLst xmlns:a="http://schemas.openxmlformats.org/drawingml/2006/main">
              <a:ext uri="{FF2B5EF4-FFF2-40B4-BE49-F238E27FC236}">
                <a16:creationId xmlns:a16="http://schemas.microsoft.com/office/drawing/2014/main" id="{2447FA05-0F4C-4B40-A6FD-6490F605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logs</a:t>
            </a:r>
          </a:p>
        </p:txBody>
      </p:sp>
      <p:sp>
        <p:nvSpPr>
          <p:cNvPr id="9" name="footer-number-54">
            <a:extLst xmlns:a="http://schemas.openxmlformats.org/drawingml/2006/main">
              <a:ext uri="{FF2B5EF4-FFF2-40B4-BE49-F238E27FC236}">
                <a16:creationId xmlns:a16="http://schemas.microsoft.com/office/drawing/2014/main" id="{6FCA5673-6A31-4BE0-B5CA-50B23F7F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83984358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5-eyebrow">
            <a:extLst xmlns:a="http://schemas.openxmlformats.org/drawingml/2006/main">
              <a:ext uri="{FF2B5EF4-FFF2-40B4-BE49-F238E27FC236}">
                <a16:creationId xmlns:a16="http://schemas.microsoft.com/office/drawing/2014/main" id="{34DA57CD-6438-4375-8D44-92297F6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LOGS · LOG AGRICULTURE VALUE ADDED (CONSTANT 2010 R$ THOUSAND)</a:t>
            </a:r>
          </a:p>
        </p:txBody>
      </p:sp>
      <p:sp>
        <p:nvSpPr>
          <p:cNvPr id="2" name="outcome-55-title">
            <a:extLst xmlns:a="http://schemas.openxmlformats.org/drawingml/2006/main">
              <a:ext uri="{FF2B5EF4-FFF2-40B4-BE49-F238E27FC236}">
                <a16:creationId xmlns:a16="http://schemas.microsoft.com/office/drawing/2014/main" id="{DD669CC3-2AC1-4749-BB27-FE89D6EB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F251D-154B-436B-8494-4DC89526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96d3155884e0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55-table-label">
            <a:extLst xmlns:a="http://schemas.openxmlformats.org/drawingml/2006/main">
              <a:ext uri="{FF2B5EF4-FFF2-40B4-BE49-F238E27FC236}">
                <a16:creationId xmlns:a16="http://schemas.microsoft.com/office/drawing/2014/main" id="{820BA7DD-038C-4C47-B479-CDD8F5D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9.41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9.45 (1.08)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9.33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9.43 (1.27)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9.85 (1.07)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9.82 (1.18)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9.41 (1.13)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9.47 (1.19)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9.55 (1.23)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(1.27)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5-note">
            <a:extLst xmlns:a="http://schemas.openxmlformats.org/drawingml/2006/main">
              <a:ext uri="{FF2B5EF4-FFF2-40B4-BE49-F238E27FC236}">
                <a16:creationId xmlns:a16="http://schemas.microsoft.com/office/drawing/2014/main" id="{ED652E45-7E00-49F7-87EF-9D39921A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5">
            <a:extLst xmlns:a="http://schemas.openxmlformats.org/drawingml/2006/main">
              <a:ext uri="{FF2B5EF4-FFF2-40B4-BE49-F238E27FC236}">
                <a16:creationId xmlns:a16="http://schemas.microsoft.com/office/drawing/2014/main" id="{E55091E7-35BF-45A2-A29F-9473E85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logs</a:t>
            </a:r>
          </a:p>
        </p:txBody>
      </p:sp>
      <p:sp>
        <p:nvSpPr>
          <p:cNvPr id="9" name="footer-number-55">
            <a:extLst xmlns:a="http://schemas.openxmlformats.org/drawingml/2006/main">
              <a:ext uri="{FF2B5EF4-FFF2-40B4-BE49-F238E27FC236}">
                <a16:creationId xmlns:a16="http://schemas.microsoft.com/office/drawing/2014/main" id="{D7D6BF76-2F5D-4076-AA02-09E72AFD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07248570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6-eyebrow">
            <a:extLst xmlns:a="http://schemas.openxmlformats.org/drawingml/2006/main">
              <a:ext uri="{FF2B5EF4-FFF2-40B4-BE49-F238E27FC236}">
                <a16:creationId xmlns:a16="http://schemas.microsoft.com/office/drawing/2014/main" id="{0367C70F-D2CE-4AEC-8DC0-7D26E1D1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GROWTH · ANNUALIZED GDP TOTAL LOG GROWTH (%)</a:t>
            </a:r>
          </a:p>
        </p:txBody>
      </p:sp>
      <p:sp>
        <p:nvSpPr>
          <p:cNvPr id="2" name="outcome-56-title">
            <a:extLst xmlns:a="http://schemas.openxmlformats.org/drawingml/2006/main">
              <a:ext uri="{FF2B5EF4-FFF2-40B4-BE49-F238E27FC236}">
                <a16:creationId xmlns:a16="http://schemas.microsoft.com/office/drawing/2014/main" id="{3171E56A-C3A2-4C25-A9FA-D978E3F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17D64-A1A4-4D43-AA71-63766018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aa21fe73443fe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56-table-label">
            <a:extLst xmlns:a="http://schemas.openxmlformats.org/drawingml/2006/main">
              <a:ext uri="{FF2B5EF4-FFF2-40B4-BE49-F238E27FC236}">
                <a16:creationId xmlns:a16="http://schemas.microsoft.com/office/drawing/2014/main" id="{CF0D4B6C-DFB5-4C24-8B03-2496265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3.53 (6.49)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4.83 (5.71)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(8.77)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7.03 (8.81)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(8.24)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3.75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4.15 (12.3)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-1.93 (5.22)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-0.571 (5.53)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8.6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7.94 (10.9)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3.66 (4.63)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5.23 (5.06)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4.64 (4.38)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4.25 (4.72)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56-note">
            <a:extLst xmlns:a="http://schemas.openxmlformats.org/drawingml/2006/main">
              <a:ext uri="{FF2B5EF4-FFF2-40B4-BE49-F238E27FC236}">
                <a16:creationId xmlns:a16="http://schemas.microsoft.com/office/drawing/2014/main" id="{5DF71C91-4320-4B11-8588-AC9C979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6">
            <a:extLst xmlns:a="http://schemas.openxmlformats.org/drawingml/2006/main">
              <a:ext uri="{FF2B5EF4-FFF2-40B4-BE49-F238E27FC236}">
                <a16:creationId xmlns:a16="http://schemas.microsoft.com/office/drawing/2014/main" id="{3DE713C0-064A-4D8D-8233-F84F4E6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growth</a:t>
            </a:r>
          </a:p>
        </p:txBody>
      </p:sp>
      <p:sp>
        <p:nvSpPr>
          <p:cNvPr id="9" name="footer-number-56">
            <a:extLst xmlns:a="http://schemas.openxmlformats.org/drawingml/2006/main">
              <a:ext uri="{FF2B5EF4-FFF2-40B4-BE49-F238E27FC236}">
                <a16:creationId xmlns:a16="http://schemas.microsoft.com/office/drawing/2014/main" id="{37563D0A-6D0D-42DC-91E7-7994C8C7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22396404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7-eyebrow">
            <a:extLst xmlns:a="http://schemas.openxmlformats.org/drawingml/2006/main">
              <a:ext uri="{FF2B5EF4-FFF2-40B4-BE49-F238E27FC236}">
                <a16:creationId xmlns:a16="http://schemas.microsoft.com/office/drawing/2014/main" id="{1CD368A4-82BA-4CF7-BD3F-0FFF89BB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GROWTH · ANNUALIZED INDUSTRY VALUE ADDED LOG GROWTH (%)</a:t>
            </a:r>
          </a:p>
        </p:txBody>
      </p:sp>
      <p:sp>
        <p:nvSpPr>
          <p:cNvPr id="2" name="outcome-57-title">
            <a:extLst xmlns:a="http://schemas.openxmlformats.org/drawingml/2006/main">
              <a:ext uri="{FF2B5EF4-FFF2-40B4-BE49-F238E27FC236}">
                <a16:creationId xmlns:a16="http://schemas.microsoft.com/office/drawing/2014/main" id="{2792DD84-3799-4A03-B27F-7C9EC18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73B34-687F-4DFF-A09A-793D18E2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9dc7453fa44f9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57-table-label">
            <a:extLst xmlns:a="http://schemas.openxmlformats.org/drawingml/2006/main">
              <a:ext uri="{FF2B5EF4-FFF2-40B4-BE49-F238E27FC236}">
                <a16:creationId xmlns:a16="http://schemas.microsoft.com/office/drawing/2014/main" id="{0210306F-1D1B-4B28-A908-5BCCC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7.87 (10.9)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9.39 (11.3)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12.7 (15.6)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7.23 (20.5)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(15.8)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 (19.5)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(15.2)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-0.0544 (21.4)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-11.7 (13.7)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-6.47 (14.9)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40.6 (38.5)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32.5 (43.7)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-4.47 (15.1)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2.25 (14.2)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7.73 (12.2)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7.57 (11.3)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57-note">
            <a:extLst xmlns:a="http://schemas.openxmlformats.org/drawingml/2006/main">
              <a:ext uri="{FF2B5EF4-FFF2-40B4-BE49-F238E27FC236}">
                <a16:creationId xmlns:a16="http://schemas.microsoft.com/office/drawing/2014/main" id="{F890C647-5F7C-423E-B024-30C9B582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7">
            <a:extLst xmlns:a="http://schemas.openxmlformats.org/drawingml/2006/main">
              <a:ext uri="{FF2B5EF4-FFF2-40B4-BE49-F238E27FC236}">
                <a16:creationId xmlns:a16="http://schemas.microsoft.com/office/drawing/2014/main" id="{BDF709D7-9B8E-42F3-AB4E-86E1D39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growth</a:t>
            </a:r>
          </a:p>
        </p:txBody>
      </p:sp>
      <p:sp>
        <p:nvSpPr>
          <p:cNvPr id="9" name="footer-number-57">
            <a:extLst xmlns:a="http://schemas.openxmlformats.org/drawingml/2006/main">
              <a:ext uri="{FF2B5EF4-FFF2-40B4-BE49-F238E27FC236}">
                <a16:creationId xmlns:a16="http://schemas.microsoft.com/office/drawing/2014/main" id="{35A9C3F3-8924-4C0B-8E59-30ECDDEC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9576802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8-eyebrow">
            <a:extLst xmlns:a="http://schemas.openxmlformats.org/drawingml/2006/main">
              <a:ext uri="{FF2B5EF4-FFF2-40B4-BE49-F238E27FC236}">
                <a16:creationId xmlns:a16="http://schemas.microsoft.com/office/drawing/2014/main" id="{68DF8625-00C4-4C49-8F78-C04724B0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GROWTH · ANNUALIZED PRIVATE-SERVICES VALUE ADDED LOG GROWTH (%)</a:t>
            </a:r>
          </a:p>
        </p:txBody>
      </p:sp>
      <p:sp>
        <p:nvSpPr>
          <p:cNvPr id="2" name="outcome-58-title">
            <a:extLst xmlns:a="http://schemas.openxmlformats.org/drawingml/2006/main">
              <a:ext uri="{FF2B5EF4-FFF2-40B4-BE49-F238E27FC236}">
                <a16:creationId xmlns:a16="http://schemas.microsoft.com/office/drawing/2014/main" id="{9D60A48B-CC9B-4A57-819C-B81166D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41001-CDE3-40B5-B12C-80237EC5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246dd74d945dd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58-table-label">
            <a:extLst xmlns:a="http://schemas.openxmlformats.org/drawingml/2006/main">
              <a:ext uri="{FF2B5EF4-FFF2-40B4-BE49-F238E27FC236}">
                <a16:creationId xmlns:a16="http://schemas.microsoft.com/office/drawing/2014/main" id="{D3FF3B60-CF4B-4A1C-AB36-8D923DD1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6.61 (8.27)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8.89 (8.48)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7.79 (8.18)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(9.46)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6.46 (7.95)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7.01 (8.31)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5.76 (10.9)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5.74 (12.1)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0.358 (5.61)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-0.266 (4.85)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-0.443 (11.3)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2.65 (9.59)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1.76 (6.69)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4.78 (4.9)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4.69 (4.75)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 (4.02)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58-note">
            <a:extLst xmlns:a="http://schemas.openxmlformats.org/drawingml/2006/main">
              <a:ext uri="{FF2B5EF4-FFF2-40B4-BE49-F238E27FC236}">
                <a16:creationId xmlns:a16="http://schemas.microsoft.com/office/drawing/2014/main" id="{07F647BF-7A56-42FB-94B4-E4A6BF09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8">
            <a:extLst xmlns:a="http://schemas.openxmlformats.org/drawingml/2006/main">
              <a:ext uri="{FF2B5EF4-FFF2-40B4-BE49-F238E27FC236}">
                <a16:creationId xmlns:a16="http://schemas.microsoft.com/office/drawing/2014/main" id="{14D49423-326A-4B9D-A318-D3275313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growth</a:t>
            </a:r>
          </a:p>
        </p:txBody>
      </p:sp>
      <p:sp>
        <p:nvSpPr>
          <p:cNvPr id="9" name="footer-number-58">
            <a:extLst xmlns:a="http://schemas.openxmlformats.org/drawingml/2006/main">
              <a:ext uri="{FF2B5EF4-FFF2-40B4-BE49-F238E27FC236}">
                <a16:creationId xmlns:a16="http://schemas.microsoft.com/office/drawing/2014/main" id="{77438B1A-130E-40F4-A1D1-0A276BD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62231050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59-eyebrow">
            <a:extLst xmlns:a="http://schemas.openxmlformats.org/drawingml/2006/main">
              <a:ext uri="{FF2B5EF4-FFF2-40B4-BE49-F238E27FC236}">
                <a16:creationId xmlns:a16="http://schemas.microsoft.com/office/drawing/2014/main" id="{25459C22-C38A-42F2-BCB2-0E2907B3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GROWTH · ANNUALIZED PUBLIC-ADMINISTRATION VALUE ADDED LOG GROWTH (%)</a:t>
            </a:r>
          </a:p>
        </p:txBody>
      </p:sp>
      <p:sp>
        <p:nvSpPr>
          <p:cNvPr id="2" name="outcome-59-title">
            <a:extLst xmlns:a="http://schemas.openxmlformats.org/drawingml/2006/main">
              <a:ext uri="{FF2B5EF4-FFF2-40B4-BE49-F238E27FC236}">
                <a16:creationId xmlns:a16="http://schemas.microsoft.com/office/drawing/2014/main" id="{43EF70FB-34AA-4552-933F-8906542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7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235FC-C456-4BD8-8803-47E1072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0faebcd7149ec"/>
          <a:stretch xmlns:a="http://schemas.openxmlformats.org/drawingml/2006/main"/>
        </p:blipFill>
        <p:spPr>
          <a:xfrm xmlns:a="http://schemas.openxmlformats.org/drawingml/2006/main">
            <a:off x="266700" y="1928258"/>
            <a:ext cx="6953250" cy="3839684"/>
          </a:xfrm>
          <a:prstGeom xmlns:a="http://schemas.openxmlformats.org/drawingml/2006/main" prst="rect">
            <a:avLst/>
          </a:prstGeom>
        </p:spPr>
      </p:pic>
      <p:sp>
        <p:nvSpPr>
          <p:cNvPr id="5" name="outcome-59-table-label">
            <a:extLst xmlns:a="http://schemas.openxmlformats.org/drawingml/2006/main">
              <a:ext uri="{FF2B5EF4-FFF2-40B4-BE49-F238E27FC236}">
                <a16:creationId xmlns:a16="http://schemas.microsoft.com/office/drawing/2014/main" id="{5A59CEFD-476B-4042-80B4-5B41E0B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8.73 (10.3)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(12.8)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4.71 (9.33)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5.12 (10.4)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6.84 (13.9)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(14.2)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(8.95)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14.8 (8.38)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15.6 (13.9)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11.6 (11.2)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5.96 (3.06)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7.31 (2.2)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5.11 (2.5)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4.78 (2.31)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59-note">
            <a:extLst xmlns:a="http://schemas.openxmlformats.org/drawingml/2006/main">
              <a:ext uri="{FF2B5EF4-FFF2-40B4-BE49-F238E27FC236}">
                <a16:creationId xmlns:a16="http://schemas.microsoft.com/office/drawing/2014/main" id="{3F9DA3C2-A220-4CA9-9C2E-4F7A52B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59">
            <a:extLst xmlns:a="http://schemas.openxmlformats.org/drawingml/2006/main">
              <a:ext uri="{FF2B5EF4-FFF2-40B4-BE49-F238E27FC236}">
                <a16:creationId xmlns:a16="http://schemas.microsoft.com/office/drawing/2014/main" id="{F218F63D-5A41-4E5D-B4A0-72A69A35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growth</a:t>
            </a:r>
          </a:p>
        </p:txBody>
      </p:sp>
      <p:sp>
        <p:nvSpPr>
          <p:cNvPr id="9" name="footer-number-59">
            <a:extLst xmlns:a="http://schemas.openxmlformats.org/drawingml/2006/main">
              <a:ext uri="{FF2B5EF4-FFF2-40B4-BE49-F238E27FC236}">
                <a16:creationId xmlns:a16="http://schemas.microsoft.com/office/drawing/2014/main" id="{50B5BFC6-CA42-482E-944A-559A2C4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97000922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0-eyebrow">
            <a:extLst xmlns:a="http://schemas.openxmlformats.org/drawingml/2006/main">
              <a:ext uri="{FF2B5EF4-FFF2-40B4-BE49-F238E27FC236}">
                <a16:creationId xmlns:a16="http://schemas.microsoft.com/office/drawing/2014/main" id="{C954C61A-1AD5-4DBC-8AA2-90201A2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GROWTH · ANNUALIZED AGRICULTURE VALUE ADDED LOG GROWTH (%)</a:t>
            </a:r>
          </a:p>
        </p:txBody>
      </p:sp>
      <p:sp>
        <p:nvSpPr>
          <p:cNvPr id="2" name="outcome-60-title">
            <a:extLst xmlns:a="http://schemas.openxmlformats.org/drawingml/2006/main">
              <a:ext uri="{FF2B5EF4-FFF2-40B4-BE49-F238E27FC236}">
                <a16:creationId xmlns:a16="http://schemas.microsoft.com/office/drawing/2014/main" id="{A146607A-FFBE-46BA-BFD8-A2030B33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3CF7D-FBBE-4BAA-B802-478EDE20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cbdfd8fec43af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60-table-label">
            <a:extLst xmlns:a="http://schemas.openxmlformats.org/drawingml/2006/main">
              <a:ext uri="{FF2B5EF4-FFF2-40B4-BE49-F238E27FC236}">
                <a16:creationId xmlns:a16="http://schemas.microsoft.com/office/drawing/2014/main" id="{4C065B3F-EB78-446D-98DE-0AEA5220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1.25 (8.35)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2.55 (6.19)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(13.5)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11.9 (13.3)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5.85 (11.4)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2.75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1.96 (16.2)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-3.79 (6.7)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 (6.5)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-8.43 (17.5)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-4.6 (15.2)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1.18 (12.4)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-0.52 (8.69)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1.69 (7.76)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4.31 (8.03)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60-note">
            <a:extLst xmlns:a="http://schemas.openxmlformats.org/drawingml/2006/main">
              <a:ext uri="{FF2B5EF4-FFF2-40B4-BE49-F238E27FC236}">
                <a16:creationId xmlns:a16="http://schemas.microsoft.com/office/drawing/2014/main" id="{3F03DB30-73D6-482E-93D2-E57DF14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0">
            <a:extLst xmlns:a="http://schemas.openxmlformats.org/drawingml/2006/main">
              <a:ext uri="{FF2B5EF4-FFF2-40B4-BE49-F238E27FC236}">
                <a16:creationId xmlns:a16="http://schemas.microsoft.com/office/drawing/2014/main" id="{08990A2A-4D21-4689-B8B5-23AD06D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growth</a:t>
            </a:r>
          </a:p>
        </p:txBody>
      </p:sp>
      <p:sp>
        <p:nvSpPr>
          <p:cNvPr id="9" name="footer-number-60">
            <a:extLst xmlns:a="http://schemas.openxmlformats.org/drawingml/2006/main">
              <a:ext uri="{FF2B5EF4-FFF2-40B4-BE49-F238E27FC236}">
                <a16:creationId xmlns:a16="http://schemas.microsoft.com/office/drawing/2014/main" id="{8F1D45DC-1F32-41D0-9AD3-73E075F9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89113173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1-eyebrow">
            <a:extLst xmlns:a="http://schemas.openxmlformats.org/drawingml/2006/main">
              <a:ext uri="{FF2B5EF4-FFF2-40B4-BE49-F238E27FC236}">
                <a16:creationId xmlns:a16="http://schemas.microsoft.com/office/drawing/2014/main" id="{6E6E254D-D6E4-4D61-89F4-41EB234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COMPOSITION · VALUE ADDED INDUSTRY SHARE OF GDP</a:t>
            </a:r>
          </a:p>
        </p:txBody>
      </p:sp>
      <p:sp>
        <p:nvSpPr>
          <p:cNvPr id="2" name="outcome-61-title">
            <a:extLst xmlns:a="http://schemas.openxmlformats.org/drawingml/2006/main">
              <a:ext uri="{FF2B5EF4-FFF2-40B4-BE49-F238E27FC236}">
                <a16:creationId xmlns:a16="http://schemas.microsoft.com/office/drawing/2014/main" id="{60FF8E38-3402-48B4-B85C-C45E16E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0C0A-1FD1-4628-9EDC-6244896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d6d2f12be475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1-table-label">
            <a:extLst xmlns:a="http://schemas.openxmlformats.org/drawingml/2006/main">
              <a:ext uri="{FF2B5EF4-FFF2-40B4-BE49-F238E27FC236}">
                <a16:creationId xmlns:a16="http://schemas.microsoft.com/office/drawing/2014/main" id="{26C6649A-61F6-49B6-AAB6-5AA8F896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0.149 (0.174)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 (0.124)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0.159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0.134 (0.159)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0.181 (0.182)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(0.239)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0.202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(0.172)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0.189 (0.22)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(0.201)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0.118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0.125 (0.171)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0.145 (0.122)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0.151 (0.14)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0.138 (0.335)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0.147 (0.174)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(0.246)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(0.176)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1-note">
            <a:extLst xmlns:a="http://schemas.openxmlformats.org/drawingml/2006/main">
              <a:ext uri="{FF2B5EF4-FFF2-40B4-BE49-F238E27FC236}">
                <a16:creationId xmlns:a16="http://schemas.microsoft.com/office/drawing/2014/main" id="{38E660D1-A115-4AFD-8ACC-4FFB20F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1">
            <a:extLst xmlns:a="http://schemas.openxmlformats.org/drawingml/2006/main">
              <a:ext uri="{FF2B5EF4-FFF2-40B4-BE49-F238E27FC236}">
                <a16:creationId xmlns:a16="http://schemas.microsoft.com/office/drawing/2014/main" id="{A7204701-A364-442D-BA0F-73AC22B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composition</a:t>
            </a:r>
          </a:p>
        </p:txBody>
      </p:sp>
      <p:sp>
        <p:nvSpPr>
          <p:cNvPr id="9" name="footer-number-61">
            <a:extLst xmlns:a="http://schemas.openxmlformats.org/drawingml/2006/main">
              <a:ext uri="{FF2B5EF4-FFF2-40B4-BE49-F238E27FC236}">
                <a16:creationId xmlns:a16="http://schemas.microsoft.com/office/drawing/2014/main" id="{C32CE7D0-EDA6-4A09-867D-A77BBDDE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68085845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2-eyebrow">
            <a:extLst xmlns:a="http://schemas.openxmlformats.org/drawingml/2006/main">
              <a:ext uri="{FF2B5EF4-FFF2-40B4-BE49-F238E27FC236}">
                <a16:creationId xmlns:a16="http://schemas.microsoft.com/office/drawing/2014/main" id="{C006DD87-7256-4627-98D3-6E939D9D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COMPOSITION · VALUE ADDED SERVICES PRIVATE SHARE OF GDP</a:t>
            </a:r>
          </a:p>
        </p:txBody>
      </p:sp>
      <p:sp>
        <p:nvSpPr>
          <p:cNvPr id="2" name="outcome-62-title">
            <a:extLst xmlns:a="http://schemas.openxmlformats.org/drawingml/2006/main">
              <a:ext uri="{FF2B5EF4-FFF2-40B4-BE49-F238E27FC236}">
                <a16:creationId xmlns:a16="http://schemas.microsoft.com/office/drawing/2014/main" id="{17B3AC67-0EB4-4619-9910-D29C5654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E7A8B-351C-4668-9573-7DE16B1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3be77389c45c6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2-table-label">
            <a:extLst xmlns:a="http://schemas.openxmlformats.org/drawingml/2006/main">
              <a:ext uri="{FF2B5EF4-FFF2-40B4-BE49-F238E27FC236}">
                <a16:creationId xmlns:a16="http://schemas.microsoft.com/office/drawing/2014/main" id="{7AA6A833-0DA4-466A-8296-244C750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(0.193)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(0.238)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0.404 (0.158)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0.339 (0.139)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0.431 (0.332)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 (0.148)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0.343 (0.156)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0.354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0.372 (0.178)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0.456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0.384 (0.186)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0.298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0.287 (0.099)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0.278 (0.141)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0.285 (0.112)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0.279 (0.13)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0.283 (0.12)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2-note">
            <a:extLst xmlns:a="http://schemas.openxmlformats.org/drawingml/2006/main">
              <a:ext uri="{FF2B5EF4-FFF2-40B4-BE49-F238E27FC236}">
                <a16:creationId xmlns:a16="http://schemas.microsoft.com/office/drawing/2014/main" id="{661D6CEE-E143-4D36-B051-7C250B8B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2">
            <a:extLst xmlns:a="http://schemas.openxmlformats.org/drawingml/2006/main">
              <a:ext uri="{FF2B5EF4-FFF2-40B4-BE49-F238E27FC236}">
                <a16:creationId xmlns:a16="http://schemas.microsoft.com/office/drawing/2014/main" id="{8F5AF144-49CA-445E-9C4F-DC62E69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composition</a:t>
            </a:r>
          </a:p>
        </p:txBody>
      </p:sp>
      <p:sp>
        <p:nvSpPr>
          <p:cNvPr id="9" name="footer-number-62">
            <a:extLst xmlns:a="http://schemas.openxmlformats.org/drawingml/2006/main">
              <a:ext uri="{FF2B5EF4-FFF2-40B4-BE49-F238E27FC236}">
                <a16:creationId xmlns:a16="http://schemas.microsoft.com/office/drawing/2014/main" id="{49C142B3-C2BF-4071-8282-CF3C36DE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4402794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3-eyebrow">
            <a:extLst xmlns:a="http://schemas.openxmlformats.org/drawingml/2006/main">
              <a:ext uri="{FF2B5EF4-FFF2-40B4-BE49-F238E27FC236}">
                <a16:creationId xmlns:a16="http://schemas.microsoft.com/office/drawing/2014/main" id="{A536D2A9-4196-49A3-9B56-CED984F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COMPOSITION · VALUE ADDED PUBLIC ADMINISTRATION SHARE OF GDP</a:t>
            </a:r>
          </a:p>
        </p:txBody>
      </p:sp>
      <p:sp>
        <p:nvSpPr>
          <p:cNvPr id="2" name="outcome-63-title">
            <a:extLst xmlns:a="http://schemas.openxmlformats.org/drawingml/2006/main">
              <a:ext uri="{FF2B5EF4-FFF2-40B4-BE49-F238E27FC236}">
                <a16:creationId xmlns:a16="http://schemas.microsoft.com/office/drawing/2014/main" id="{E65DF149-1BD3-4B05-A248-1BB994F3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CB987-B456-4C2A-8B56-89093C9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8055ed91e4ca2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63-table-label">
            <a:extLst xmlns:a="http://schemas.openxmlformats.org/drawingml/2006/main">
              <a:ext uri="{FF2B5EF4-FFF2-40B4-BE49-F238E27FC236}">
                <a16:creationId xmlns:a16="http://schemas.microsoft.com/office/drawing/2014/main" id="{700F017B-C2B8-4F8C-9569-0BC48DF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0.0622 (0.0562)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0.0527 (0.044)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0.0543 (0.045)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0.0572 (0.0811)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0.0493 (0.0415)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0.0453 (0.0669)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0.0614 (0.0565)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0.0359 (0.0307)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0.202 (0.119)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0.164 (0.103)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0.269 (0.137)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0.178 (0.087)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0.307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0.202 (0.106)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0.313 (0.168)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0.202 (0.101)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63-note">
            <a:extLst xmlns:a="http://schemas.openxmlformats.org/drawingml/2006/main">
              <a:ext uri="{FF2B5EF4-FFF2-40B4-BE49-F238E27FC236}">
                <a16:creationId xmlns:a16="http://schemas.microsoft.com/office/drawing/2014/main" id="{AA4B0DAE-DCDB-41AC-AB0E-96E4EF88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3">
            <a:extLst xmlns:a="http://schemas.openxmlformats.org/drawingml/2006/main">
              <a:ext uri="{FF2B5EF4-FFF2-40B4-BE49-F238E27FC236}">
                <a16:creationId xmlns:a16="http://schemas.microsoft.com/office/drawing/2014/main" id="{46F0E013-2ED0-4CDD-98CD-5C40CABC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composition</a:t>
            </a:r>
          </a:p>
        </p:txBody>
      </p:sp>
      <p:sp>
        <p:nvSpPr>
          <p:cNvPr id="9" name="footer-number-63">
            <a:extLst xmlns:a="http://schemas.openxmlformats.org/drawingml/2006/main">
              <a:ext uri="{FF2B5EF4-FFF2-40B4-BE49-F238E27FC236}">
                <a16:creationId xmlns:a16="http://schemas.microsoft.com/office/drawing/2014/main" id="{1046F496-2E5C-4367-BC06-E3828899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40328294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4-eyebrow">
            <a:extLst xmlns:a="http://schemas.openxmlformats.org/drawingml/2006/main">
              <a:ext uri="{FF2B5EF4-FFF2-40B4-BE49-F238E27FC236}">
                <a16:creationId xmlns:a16="http://schemas.microsoft.com/office/drawing/2014/main" id="{DBAB9417-0610-47AC-83B9-7EACCB00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MUNICIPALITY · MUNICIPAL GDP COMPOSITION · VALUE ADDED AGRICULTURE SHARE OF GDP</a:t>
            </a:r>
          </a:p>
        </p:txBody>
      </p:sp>
      <p:sp>
        <p:nvSpPr>
          <p:cNvPr id="2" name="outcome-64-title">
            <a:extLst xmlns:a="http://schemas.openxmlformats.org/drawingml/2006/main">
              <a:ext uri="{FF2B5EF4-FFF2-40B4-BE49-F238E27FC236}">
                <a16:creationId xmlns:a16="http://schemas.microsoft.com/office/drawing/2014/main" id="{0F49CCFF-6D53-426A-9E5A-C8B8D427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696D5-7271-41FB-BF28-66DA69A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4c3c952fa48e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4-table-label">
            <a:extLst xmlns:a="http://schemas.openxmlformats.org/drawingml/2006/main">
              <a:ext uri="{FF2B5EF4-FFF2-40B4-BE49-F238E27FC236}">
                <a16:creationId xmlns:a16="http://schemas.microsoft.com/office/drawing/2014/main" id="{F0FD5BDF-CD78-497B-A436-55D17AB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0.544 (0.262)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0.581 (0.29)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 (0.227)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0.462 (0.22)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 (0.232)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0.421 (0.512)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0.468 (0.246)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0.488 (0.236)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0.457 (0.244)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0.459 (0.238)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0.426 (0.249)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0.492 (0.245)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0.238 (0.156)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0.324 (0.184)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0.214 (0.168)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(0.172)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0.254 (0.225)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4-note">
            <a:extLst xmlns:a="http://schemas.openxmlformats.org/drawingml/2006/main">
              <a:ext uri="{FF2B5EF4-FFF2-40B4-BE49-F238E27FC236}">
                <a16:creationId xmlns:a16="http://schemas.microsoft.com/office/drawing/2014/main" id="{9F6AB5F0-6CE4-432B-B085-2D0C35B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4">
            <a:extLst xmlns:a="http://schemas.openxmlformats.org/drawingml/2006/main">
              <a:ext uri="{FF2B5EF4-FFF2-40B4-BE49-F238E27FC236}">
                <a16:creationId xmlns:a16="http://schemas.microsoft.com/office/drawing/2014/main" id="{34296CDA-3544-4148-A8F2-D7314CB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Municipal GDP composition</a:t>
            </a:r>
          </a:p>
        </p:txBody>
      </p:sp>
      <p:sp>
        <p:nvSpPr>
          <p:cNvPr id="9" name="footer-number-64">
            <a:extLst xmlns:a="http://schemas.openxmlformats.org/drawingml/2006/main">
              <a:ext uri="{FF2B5EF4-FFF2-40B4-BE49-F238E27FC236}">
                <a16:creationId xmlns:a16="http://schemas.microsoft.com/office/drawing/2014/main" id="{82617C9E-0F32-44AF-9251-144886CE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82860066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5-eyebrow">
            <a:extLst xmlns:a="http://schemas.openxmlformats.org/drawingml/2006/main">
              <a:ext uri="{FF2B5EF4-FFF2-40B4-BE49-F238E27FC236}">
                <a16:creationId xmlns:a16="http://schemas.microsoft.com/office/drawing/2014/main" id="{A6D22F8B-7B90-40C1-B13B-491FE678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NATIVE VEGETATION SHARE OF MAPPED AREA</a:t>
            </a:r>
          </a:p>
        </p:txBody>
      </p:sp>
      <p:sp>
        <p:nvSpPr>
          <p:cNvPr id="2" name="outcome-65-title">
            <a:extLst xmlns:a="http://schemas.openxmlformats.org/drawingml/2006/main">
              <a:ext uri="{FF2B5EF4-FFF2-40B4-BE49-F238E27FC236}">
                <a16:creationId xmlns:a16="http://schemas.microsoft.com/office/drawing/2014/main" id="{32589B32-27BB-401E-8DBE-74CF738C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07946-13B0-4900-A123-0284836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622e1619946e8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5-table-label">
            <a:extLst xmlns:a="http://schemas.openxmlformats.org/drawingml/2006/main">
              <a:ext uri="{FF2B5EF4-FFF2-40B4-BE49-F238E27FC236}">
                <a16:creationId xmlns:a16="http://schemas.microsoft.com/office/drawing/2014/main" id="{C10F497E-C781-4A28-B463-A686CBA4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0.462 (0.298)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0.543 (0.231)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0.438 (0.298)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 (0.223)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0.422 (0.293)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0.417 (0.21)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0.414 (0.287)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0.396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0.409 (0.282)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0.375 (0.184)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(0.277)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0.363 (0.177)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0.401 (0.27)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0.355 (0.169)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0.395 (0.265)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0.348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0.378 (0.253)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0.331 (0.157)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5-note">
            <a:extLst xmlns:a="http://schemas.openxmlformats.org/drawingml/2006/main">
              <a:ext uri="{FF2B5EF4-FFF2-40B4-BE49-F238E27FC236}">
                <a16:creationId xmlns:a16="http://schemas.microsoft.com/office/drawing/2014/main" id="{4320A496-729D-48D9-9B13-23AB25D0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5">
            <a:extLst xmlns:a="http://schemas.openxmlformats.org/drawingml/2006/main">
              <a:ext uri="{FF2B5EF4-FFF2-40B4-BE49-F238E27FC236}">
                <a16:creationId xmlns:a16="http://schemas.microsoft.com/office/drawing/2014/main" id="{6B356E72-AE08-469B-A0DE-473C0765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65">
            <a:extLst xmlns:a="http://schemas.openxmlformats.org/drawingml/2006/main">
              <a:ext uri="{FF2B5EF4-FFF2-40B4-BE49-F238E27FC236}">
                <a16:creationId xmlns:a16="http://schemas.microsoft.com/office/drawing/2014/main" id="{E15E2B65-7B7B-46FE-A6F1-10C9135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31559598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6-eyebrow">
            <a:extLst xmlns:a="http://schemas.openxmlformats.org/drawingml/2006/main">
              <a:ext uri="{FF2B5EF4-FFF2-40B4-BE49-F238E27FC236}">
                <a16:creationId xmlns:a16="http://schemas.microsoft.com/office/drawing/2014/main" id="{10D40AE9-7DDA-4C3B-8254-507F6DE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ANTHROPIC-USE SHARE OF MAPPED AREA</a:t>
            </a:r>
          </a:p>
        </p:txBody>
      </p:sp>
      <p:sp>
        <p:nvSpPr>
          <p:cNvPr id="2" name="outcome-66-title">
            <a:extLst xmlns:a="http://schemas.openxmlformats.org/drawingml/2006/main">
              <a:ext uri="{FF2B5EF4-FFF2-40B4-BE49-F238E27FC236}">
                <a16:creationId xmlns:a16="http://schemas.microsoft.com/office/drawing/2014/main" id="{16F85207-1EEE-496B-A5FD-0094B69A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F192D-6BAF-4529-917C-3DF81127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6c363ce8c4b6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6-table-label">
            <a:extLst xmlns:a="http://schemas.openxmlformats.org/drawingml/2006/main">
              <a:ext uri="{FF2B5EF4-FFF2-40B4-BE49-F238E27FC236}">
                <a16:creationId xmlns:a16="http://schemas.microsoft.com/office/drawing/2014/main" id="{9C04C5B7-91FD-465F-A1C3-2DA194D8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0.517 (0.3)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0.434 (0.223)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0.542 (0.301)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0.519 (0.216)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0.558 (0.295)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0.558 (0.203)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0.567 (0.29)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0.582 (0.192)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0.571 (0.285)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0.601 (0.179)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0.575 (0.28)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0.613 (0.173)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0.581 (0.272)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0.625 (0.165)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0.587 (0.268)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0.631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0.602 (0.257)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0.645 (0.154)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6-note">
            <a:extLst xmlns:a="http://schemas.openxmlformats.org/drawingml/2006/main">
              <a:ext uri="{FF2B5EF4-FFF2-40B4-BE49-F238E27FC236}">
                <a16:creationId xmlns:a16="http://schemas.microsoft.com/office/drawing/2014/main" id="{BADAFD8A-2A2A-4ADC-A5EE-EE531DB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6">
            <a:extLst xmlns:a="http://schemas.openxmlformats.org/drawingml/2006/main">
              <a:ext uri="{FF2B5EF4-FFF2-40B4-BE49-F238E27FC236}">
                <a16:creationId xmlns:a16="http://schemas.microsoft.com/office/drawing/2014/main" id="{564A5695-5D93-41A0-8128-976E382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66">
            <a:extLst xmlns:a="http://schemas.openxmlformats.org/drawingml/2006/main">
              <a:ext uri="{FF2B5EF4-FFF2-40B4-BE49-F238E27FC236}">
                <a16:creationId xmlns:a16="http://schemas.microsoft.com/office/drawing/2014/main" id="{576F48E1-82A4-4C55-8C3A-36B34727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12671346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7-eyebrow">
            <a:extLst xmlns:a="http://schemas.openxmlformats.org/drawingml/2006/main">
              <a:ext uri="{FF2B5EF4-FFF2-40B4-BE49-F238E27FC236}">
                <a16:creationId xmlns:a16="http://schemas.microsoft.com/office/drawing/2014/main" id="{E0CA8789-E39D-4597-93B2-38141AFB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FARMING SHARE OF MAPPED AREA</a:t>
            </a:r>
          </a:p>
        </p:txBody>
      </p:sp>
      <p:sp>
        <p:nvSpPr>
          <p:cNvPr id="2" name="outcome-67-title">
            <a:extLst xmlns:a="http://schemas.openxmlformats.org/drawingml/2006/main">
              <a:ext uri="{FF2B5EF4-FFF2-40B4-BE49-F238E27FC236}">
                <a16:creationId xmlns:a16="http://schemas.microsoft.com/office/drawing/2014/main" id="{FD387696-70D4-44F0-A973-19B3490C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CA3CD-B992-42DB-860E-133C3819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a4ecc18dd4d11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7-table-label">
            <a:extLst xmlns:a="http://schemas.openxmlformats.org/drawingml/2006/main">
              <a:ext uri="{FF2B5EF4-FFF2-40B4-BE49-F238E27FC236}">
                <a16:creationId xmlns:a16="http://schemas.microsoft.com/office/drawing/2014/main" id="{2D3F1D62-D3DF-4B5F-BCE3-B327900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0.506 (0.3)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0.431 (0.222)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0.528 (0.301)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0.515 (0.214)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0.542 (0.296)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0.554 (0.201)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0.549 (0.291)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0.577 (0.191)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0.551 (0.286)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0.595 (0.178)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0.553 (0.281)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0.607 (0.172)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0.558 (0.275)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0.618 (0.163)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(0.271)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0.624 (0.16)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0.575 (0.261)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0.637 (0.153)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7-note">
            <a:extLst xmlns:a="http://schemas.openxmlformats.org/drawingml/2006/main">
              <a:ext uri="{FF2B5EF4-FFF2-40B4-BE49-F238E27FC236}">
                <a16:creationId xmlns:a16="http://schemas.microsoft.com/office/drawing/2014/main" id="{55FCD5D1-1A7A-4EB0-8D51-09728490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7">
            <a:extLst xmlns:a="http://schemas.openxmlformats.org/drawingml/2006/main">
              <a:ext uri="{FF2B5EF4-FFF2-40B4-BE49-F238E27FC236}">
                <a16:creationId xmlns:a16="http://schemas.microsoft.com/office/drawing/2014/main" id="{8D8CB61C-A7AF-4056-A887-0B68F3DC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67">
            <a:extLst xmlns:a="http://schemas.openxmlformats.org/drawingml/2006/main">
              <a:ext uri="{FF2B5EF4-FFF2-40B4-BE49-F238E27FC236}">
                <a16:creationId xmlns:a16="http://schemas.microsoft.com/office/drawing/2014/main" id="{DEDF8D09-9C13-4412-947D-6897719E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79223814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8-eyebrow">
            <a:extLst xmlns:a="http://schemas.openxmlformats.org/drawingml/2006/main">
              <a:ext uri="{FF2B5EF4-FFF2-40B4-BE49-F238E27FC236}">
                <a16:creationId xmlns:a16="http://schemas.microsoft.com/office/drawing/2014/main" id="{8F8B871C-177D-413B-97F0-9602DD3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PASTURE SHARE OF MAPPED AREA</a:t>
            </a:r>
          </a:p>
        </p:txBody>
      </p:sp>
      <p:sp>
        <p:nvSpPr>
          <p:cNvPr id="2" name="outcome-68-title">
            <a:extLst xmlns:a="http://schemas.openxmlformats.org/drawingml/2006/main">
              <a:ext uri="{FF2B5EF4-FFF2-40B4-BE49-F238E27FC236}">
                <a16:creationId xmlns:a16="http://schemas.microsoft.com/office/drawing/2014/main" id="{440D5AE4-136A-4129-A4B3-E615D9D9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9309E-AAE4-4CCD-849F-D355928B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370e78a394be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8-table-label">
            <a:extLst xmlns:a="http://schemas.openxmlformats.org/drawingml/2006/main">
              <a:ext uri="{FF2B5EF4-FFF2-40B4-BE49-F238E27FC236}">
                <a16:creationId xmlns:a16="http://schemas.microsoft.com/office/drawing/2014/main" id="{70A777F3-6413-4F22-8FA3-D1AAD815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(0.275)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0.358 (0.182)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0.422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(0.277)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0.441 (0.177)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(0.275)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0.445 (0.168)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0.369 (0.265)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0.433 (0.167)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0.345 (0.255)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0.423 (0.162)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0.333 (0.248)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(0.157)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0.326 (0.245)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(0.151)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(0.242)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0.358 (0.152)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8-note">
            <a:extLst xmlns:a="http://schemas.openxmlformats.org/drawingml/2006/main">
              <a:ext uri="{FF2B5EF4-FFF2-40B4-BE49-F238E27FC236}">
                <a16:creationId xmlns:a16="http://schemas.microsoft.com/office/drawing/2014/main" id="{FCD92AC9-5918-470C-AA9D-AD01C4A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8">
            <a:extLst xmlns:a="http://schemas.openxmlformats.org/drawingml/2006/main">
              <a:ext uri="{FF2B5EF4-FFF2-40B4-BE49-F238E27FC236}">
                <a16:creationId xmlns:a16="http://schemas.microsoft.com/office/drawing/2014/main" id="{01EC9CB7-CCDD-42EA-B4A2-DAF4ED3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68">
            <a:extLst xmlns:a="http://schemas.openxmlformats.org/drawingml/2006/main">
              <a:ext uri="{FF2B5EF4-FFF2-40B4-BE49-F238E27FC236}">
                <a16:creationId xmlns:a16="http://schemas.microsoft.com/office/drawing/2014/main" id="{C5237C7A-141E-46DA-AB4F-D44D3870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20853830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69-eyebrow">
            <a:extLst xmlns:a="http://schemas.openxmlformats.org/drawingml/2006/main">
              <a:ext uri="{FF2B5EF4-FFF2-40B4-BE49-F238E27FC236}">
                <a16:creationId xmlns:a16="http://schemas.microsoft.com/office/drawing/2014/main" id="{657A9C62-969C-45B3-9881-3078E66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AGRICULTURE SHARE OF MAPPED AREA</a:t>
            </a:r>
          </a:p>
        </p:txBody>
      </p:sp>
      <p:sp>
        <p:nvSpPr>
          <p:cNvPr id="2" name="outcome-69-title">
            <a:extLst xmlns:a="http://schemas.openxmlformats.org/drawingml/2006/main">
              <a:ext uri="{FF2B5EF4-FFF2-40B4-BE49-F238E27FC236}">
                <a16:creationId xmlns:a16="http://schemas.microsoft.com/office/drawing/2014/main" id="{8C13CA6F-72D9-4A73-82BC-997383A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6FC9-AD5B-42A3-8325-F26CFCF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b1e2ac2ae410f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69-table-label">
            <a:extLst xmlns:a="http://schemas.openxmlformats.org/drawingml/2006/main">
              <a:ext uri="{FF2B5EF4-FFF2-40B4-BE49-F238E27FC236}">
                <a16:creationId xmlns:a16="http://schemas.microsoft.com/office/drawing/2014/main" id="{9E2A9EDD-AB65-48E0-BA20-9DB45155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0.0655 (0.145)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0.0348 (0.0661)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0.0855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0.0567 (0.101)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0.0982 (0.18)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0.0746 (0.122)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0.105 (0.186)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0.0877 (0.13)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0.111 (0.189)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(0.153)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0.129 (0.202)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0.126 (0.159)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0.141 (0.209)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0.143 (0.163)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(0.211)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0.161 (0.169)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 (0.213)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(0.172)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69-note">
            <a:extLst xmlns:a="http://schemas.openxmlformats.org/drawingml/2006/main">
              <a:ext uri="{FF2B5EF4-FFF2-40B4-BE49-F238E27FC236}">
                <a16:creationId xmlns:a16="http://schemas.microsoft.com/office/drawing/2014/main" id="{5400AB08-7079-46E4-BAF8-C54B783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69">
            <a:extLst xmlns:a="http://schemas.openxmlformats.org/drawingml/2006/main">
              <a:ext uri="{FF2B5EF4-FFF2-40B4-BE49-F238E27FC236}">
                <a16:creationId xmlns:a16="http://schemas.microsoft.com/office/drawing/2014/main" id="{6DF00832-3033-40F9-A43F-0510EC6F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69">
            <a:extLst xmlns:a="http://schemas.openxmlformats.org/drawingml/2006/main">
              <a:ext uri="{FF2B5EF4-FFF2-40B4-BE49-F238E27FC236}">
                <a16:creationId xmlns:a16="http://schemas.microsoft.com/office/drawing/2014/main" id="{325222BC-D2CE-4246-95A9-F0500AC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29881442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0-eyebrow">
            <a:extLst xmlns:a="http://schemas.openxmlformats.org/drawingml/2006/main">
              <a:ext uri="{FF2B5EF4-FFF2-40B4-BE49-F238E27FC236}">
                <a16:creationId xmlns:a16="http://schemas.microsoft.com/office/drawing/2014/main" id="{73893F6F-9996-4BCF-9C7A-E49DCA6C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SOYBEAN SHARE OF MAPPED AREA</a:t>
            </a:r>
          </a:p>
        </p:txBody>
      </p:sp>
      <p:sp>
        <p:nvSpPr>
          <p:cNvPr id="2" name="outcome-70-title">
            <a:extLst xmlns:a="http://schemas.openxmlformats.org/drawingml/2006/main">
              <a:ext uri="{FF2B5EF4-FFF2-40B4-BE49-F238E27FC236}">
                <a16:creationId xmlns:a16="http://schemas.microsoft.com/office/drawing/2014/main" id="{3E34A500-68A1-4CC4-AA6B-83CBA11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EF837-C690-4B3C-BF43-E41F3975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3dbc50fe844c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70-table-label">
            <a:extLst xmlns:a="http://schemas.openxmlformats.org/drawingml/2006/main">
              <a:ext uri="{FF2B5EF4-FFF2-40B4-BE49-F238E27FC236}">
                <a16:creationId xmlns:a16="http://schemas.microsoft.com/office/drawing/2014/main" id="{5F9DDB8D-3801-44DC-9BEC-DAE56C2A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0.0108 (0.0442)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0.00369 (0.0122)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 (0.0784)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0.0179 (0.0541)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 (0.0862)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0.019 (0.0487)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0.0298 (0.0998)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0.0278 (0.0617)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0.0373 (0.114)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0.0483 (0.0796)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0.0377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0.0556 (0.0795)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0.0419 (0.116)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0.0728 (0.0921)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0.0533 (0.136)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0.0915 (0.102)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0.0589 (0.145)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 (0.125)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0-note">
            <a:extLst xmlns:a="http://schemas.openxmlformats.org/drawingml/2006/main">
              <a:ext uri="{FF2B5EF4-FFF2-40B4-BE49-F238E27FC236}">
                <a16:creationId xmlns:a16="http://schemas.microsoft.com/office/drawing/2014/main" id="{4D08FAD0-3D49-430B-83DE-8F621CC6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0">
            <a:extLst xmlns:a="http://schemas.openxmlformats.org/drawingml/2006/main">
              <a:ext uri="{FF2B5EF4-FFF2-40B4-BE49-F238E27FC236}">
                <a16:creationId xmlns:a16="http://schemas.microsoft.com/office/drawing/2014/main" id="{7999F2D7-40F1-4AEF-B475-C090D991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70">
            <a:extLst xmlns:a="http://schemas.openxmlformats.org/drawingml/2006/main">
              <a:ext uri="{FF2B5EF4-FFF2-40B4-BE49-F238E27FC236}">
                <a16:creationId xmlns:a16="http://schemas.microsoft.com/office/drawing/2014/main" id="{E382A3D2-42C3-4888-8EE3-A8C2C8FA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64375251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1-eyebrow">
            <a:extLst xmlns:a="http://schemas.openxmlformats.org/drawingml/2006/main">
              <a:ext uri="{FF2B5EF4-FFF2-40B4-BE49-F238E27FC236}">
                <a16:creationId xmlns:a16="http://schemas.microsoft.com/office/drawing/2014/main" id="{9BF78B9F-2BE0-46F2-A55A-9528DEA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LAND-COVER SHARES · URBAN-AREA SHARE OF MAPPED AREA</a:t>
            </a:r>
          </a:p>
        </p:txBody>
      </p:sp>
      <p:sp>
        <p:nvSpPr>
          <p:cNvPr id="2" name="outcome-71-title">
            <a:extLst xmlns:a="http://schemas.openxmlformats.org/drawingml/2006/main">
              <a:ext uri="{FF2B5EF4-FFF2-40B4-BE49-F238E27FC236}">
                <a16:creationId xmlns:a16="http://schemas.microsoft.com/office/drawing/2014/main" id="{79F6B216-EAEB-418C-8275-EF866E8D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0AF5F-17FB-4E12-B7DD-76C8D36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d953730804715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71-table-label">
            <a:extLst xmlns:a="http://schemas.openxmlformats.org/drawingml/2006/main">
              <a:ext uri="{FF2B5EF4-FFF2-40B4-BE49-F238E27FC236}">
                <a16:creationId xmlns:a16="http://schemas.microsoft.com/office/drawing/2014/main" id="{E927F9E2-B603-4400-B0B0-38930DA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0.0113 (0.052)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0.00292 (0.0063)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0.0131 (0.0559)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0.00353 (0.00767)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0.0153 (0.0607)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0.00417 (0.00879)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0.0174 (0.0653)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0.00468 (0.01)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0.0192 (0.0689)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0.00509 (0.0109)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0.0207 (0.0713)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0.00554 (0.0119)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0.0225 (0.0741)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0.00603 (0.0127)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0.0239 (0.0758)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0.00646 (0.0135)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0.0255 (0.0782)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0.00688 (0.0143)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1-note">
            <a:extLst xmlns:a="http://schemas.openxmlformats.org/drawingml/2006/main">
              <a:ext uri="{FF2B5EF4-FFF2-40B4-BE49-F238E27FC236}">
                <a16:creationId xmlns:a16="http://schemas.microsoft.com/office/drawing/2014/main" id="{24346992-D07D-4313-925D-271C54E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1">
            <a:extLst xmlns:a="http://schemas.openxmlformats.org/drawingml/2006/main">
              <a:ext uri="{FF2B5EF4-FFF2-40B4-BE49-F238E27FC236}">
                <a16:creationId xmlns:a16="http://schemas.microsoft.com/office/drawing/2014/main" id="{17810252-E9BA-4CC7-A688-3CB1B4A9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land-cover shares</a:t>
            </a:r>
          </a:p>
        </p:txBody>
      </p:sp>
      <p:sp>
        <p:nvSpPr>
          <p:cNvPr id="9" name="footer-number-71">
            <a:extLst xmlns:a="http://schemas.openxmlformats.org/drawingml/2006/main">
              <a:ext uri="{FF2B5EF4-FFF2-40B4-BE49-F238E27FC236}">
                <a16:creationId xmlns:a16="http://schemas.microsoft.com/office/drawing/2014/main" id="{0EDBFDDC-2CBD-49D4-ABA7-9BD004E4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30000242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2-eyebrow">
            <a:extLst xmlns:a="http://schemas.openxmlformats.org/drawingml/2006/main">
              <a:ext uri="{FF2B5EF4-FFF2-40B4-BE49-F238E27FC236}">
                <a16:creationId xmlns:a16="http://schemas.microsoft.com/office/drawing/2014/main" id="{387728F5-2655-430B-BBBD-8F1227CE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MAPBIOMAS AMC · MAPBIOMAS CUMULATIVE LAND-COVER CHANGE · NATIVE-VEGETATION NET LOSS RELATIVE TO 1985</a:t>
            </a:r>
          </a:p>
        </p:txBody>
      </p:sp>
      <p:sp>
        <p:nvSpPr>
          <p:cNvPr id="2" name="outcome-72-title">
            <a:extLst xmlns:a="http://schemas.openxmlformats.org/drawingml/2006/main">
              <a:ext uri="{FF2B5EF4-FFF2-40B4-BE49-F238E27FC236}">
                <a16:creationId xmlns:a16="http://schemas.microsoft.com/office/drawing/2014/main" id="{658E3B1D-B5E4-41FF-B11B-1E4EB5C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22832-41F7-4437-B360-1C9B4F45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ed6744ed845cd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72-table-label">
            <a:extLst xmlns:a="http://schemas.openxmlformats.org/drawingml/2006/main">
              <a:ext uri="{FF2B5EF4-FFF2-40B4-BE49-F238E27FC236}">
                <a16:creationId xmlns:a16="http://schemas.microsoft.com/office/drawing/2014/main" id="{5CC6727B-A620-47C8-8FE3-C2BE7FA5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0.0704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0.164 (0.0898)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0.101 (0.154)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0.242 (0.111)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0.106 (0.175)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0.276 (0.12)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0.0977 (0.213)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0.306 (0.135)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0.0919 (0.238)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0.323 (0.143)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0.082 (0.275)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 (0.15)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0.0832 (0.31)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0.342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(0.339)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0.372 (0.157)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2-note">
            <a:extLst xmlns:a="http://schemas.openxmlformats.org/drawingml/2006/main">
              <a:ext uri="{FF2B5EF4-FFF2-40B4-BE49-F238E27FC236}">
                <a16:creationId xmlns:a16="http://schemas.microsoft.com/office/drawing/2014/main" id="{3A65800A-5DBB-477A-AB23-C1789B54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2">
            <a:extLst xmlns:a="http://schemas.openxmlformats.org/drawingml/2006/main">
              <a:ext uri="{FF2B5EF4-FFF2-40B4-BE49-F238E27FC236}">
                <a16:creationId xmlns:a16="http://schemas.microsoft.com/office/drawing/2014/main" id="{BC5B3FC4-F3FE-4EEF-9915-D1712405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MapBiomas cumulative land-cover change</a:t>
            </a:r>
          </a:p>
        </p:txBody>
      </p:sp>
      <p:sp>
        <p:nvSpPr>
          <p:cNvPr id="9" name="footer-number-72">
            <a:extLst xmlns:a="http://schemas.openxmlformats.org/drawingml/2006/main">
              <a:ext uri="{FF2B5EF4-FFF2-40B4-BE49-F238E27FC236}">
                <a16:creationId xmlns:a16="http://schemas.microsoft.com/office/drawing/2014/main" id="{6948D8E3-C66C-49AD-9D3A-0086DE2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08216501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aez-73-eyebrow">
            <a:extLst xmlns:a="http://schemas.openxmlformats.org/drawingml/2006/main">
              <a:ext uri="{FF2B5EF4-FFF2-40B4-BE49-F238E27FC236}">
                <a16:creationId xmlns:a16="http://schemas.microsoft.com/office/drawing/2014/main" id="{2BB23B2A-9836-4355-85FD-A1AF20B4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STATIC FAO/GAEZ SELECTION CONTROLS</a:t>
            </a:r>
          </a:p>
        </p:txBody>
      </p:sp>
      <p:sp>
        <p:nvSpPr>
          <p:cNvPr id="2" name="gaez-73-title">
            <a:extLst xmlns:a="http://schemas.openxmlformats.org/drawingml/2006/main">
              <a:ext uri="{FF2B5EF4-FFF2-40B4-BE49-F238E27FC236}">
                <a16:creationId xmlns:a16="http://schemas.microsoft.com/office/drawing/2014/main" id="{7D324976-4E07-4BD4-BB9A-83AD4DDC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suitability is higher for 8 of 8 crops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69C39-C92A-4DB0-8BA6-B7AA21B8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1039811644383"/>
          <a:stretch xmlns:a="http://schemas.openxmlformats.org/drawingml/2006/main"/>
        </p:blipFill>
        <p:spPr>
          <a:xfrm xmlns:a="http://schemas.openxmlformats.org/drawingml/2006/main">
            <a:off x="247650" y="1942473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gaez-73-table-label">
            <a:extLst xmlns:a="http://schemas.openxmlformats.org/drawingml/2006/main">
              <a:ext uri="{FF2B5EF4-FFF2-40B4-BE49-F238E27FC236}">
                <a16:creationId xmlns:a16="http://schemas.microsoft.com/office/drawing/2014/main" id="{89F94A2E-09E9-413A-BECB-99691E9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668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HIGH-INPUT SUITABILITY: MEAN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391400" y="1790700"/>
          <a:ext xmlns:a="http://schemas.openxmlformats.org/drawingml/2006/main" cx="4267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314450"/>
                <a:gridCol w="13144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Soybean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50.2 (17.6)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61.2 (10.3)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38.4 (17.6)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41.2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Dryland 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51.1 (26.6)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72.2 (13.3)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Phaseolus bean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49.5 (17.6)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62.7 (8.94)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21.3 (19.9)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35.1 (12.4)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Cotton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 (17)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34.5 (8.56)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Coffee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 (24.8)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50.4 (11.2)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Sugarcane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37.2 (23)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41.8 (12)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gaez-73-note">
            <a:extLst xmlns:a="http://schemas.openxmlformats.org/drawingml/2006/main">
              <a:ext uri="{FF2B5EF4-FFF2-40B4-BE49-F238E27FC236}">
                <a16:creationId xmlns:a16="http://schemas.microsoft.com/office/drawing/2014/main" id="{6ACCE9D5-C8DE-4A79-A582-75282397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95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Static 1961–1990 climate normal · rainfed · all land · commercial/modern-input management · index 0–100.</a:t>
            </a:r>
          </a:p>
        </p:txBody>
      </p:sp>
      <p:sp>
        <p:nvSpPr>
          <p:cNvPr id="8" name="footer-section-73">
            <a:extLst xmlns:a="http://schemas.openxmlformats.org/drawingml/2006/main">
              <a:ext uri="{FF2B5EF4-FFF2-40B4-BE49-F238E27FC236}">
                <a16:creationId xmlns:a16="http://schemas.microsoft.com/office/drawing/2014/main" id="{59E83D36-E62A-4B11-B6DF-370BD646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FAO/GAEZ controls</a:t>
            </a:r>
          </a:p>
        </p:txBody>
      </p:sp>
      <p:sp>
        <p:nvSpPr>
          <p:cNvPr id="9" name="footer-number-73">
            <a:extLst xmlns:a="http://schemas.openxmlformats.org/drawingml/2006/main">
              <a:ext uri="{FF2B5EF4-FFF2-40B4-BE49-F238E27FC236}">
                <a16:creationId xmlns:a16="http://schemas.microsoft.com/office/drawing/2014/main" id="{B9B3BF08-99F9-4D3B-A9D4-192E828E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65854697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sw-74-eyebrow">
            <a:extLst xmlns:a="http://schemas.openxmlformats.org/drawingml/2006/main">
              <a:ext uri="{FF2B5EF4-FFF2-40B4-BE49-F238E27FC236}">
                <a16:creationId xmlns:a16="http://schemas.microsoft.com/office/drawing/2014/main" id="{D741D8C4-D66E-4775-B8FD-1142F73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ANY OPERATIONAL-AREA OVERLAP · PROPENSITY-SCORE WEIGHTING</a:t>
            </a:r>
          </a:p>
        </p:txBody>
      </p:sp>
      <p:sp>
        <p:nvSpPr>
          <p:cNvPr id="2" name="psw-74-title">
            <a:extLst xmlns:a="http://schemas.openxmlformats.org/drawingml/2006/main">
              <a:ext uri="{FF2B5EF4-FFF2-40B4-BE49-F238E27FC236}">
                <a16:creationId xmlns:a16="http://schemas.microsoft.com/office/drawing/2014/main" id="{CB7952E8-E161-47F9-A056-DBB3892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GAEZ raises max |SMD| after weighting: 0.114 → 0.132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9701B-32C5-462B-AE40-C40B070A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352e3af314acd"/>
          <a:stretch xmlns:a="http://schemas.openxmlformats.org/drawingml/2006/main"/>
        </p:blipFill>
        <p:spPr>
          <a:xfrm xmlns:a="http://schemas.openxmlformats.org/drawingml/2006/main">
            <a:off x="228600" y="2319555"/>
            <a:ext cx="7962900" cy="2771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8286750" y="1657350"/>
          <a:ext xmlns:a="http://schemas.openxmlformats.org/drawingml/2006/main" cx="33718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990600"/>
                <a:gridCol w="99060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Without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101/110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104/110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Controls retained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2,506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1,364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Effective 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0.01–0.476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0.01–0.573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|SMD| after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sw-74-caution">
            <a:extLst xmlns:a="http://schemas.openxmlformats.org/drawingml/2006/main">
              <a:ext uri="{FF2B5EF4-FFF2-40B4-BE49-F238E27FC236}">
                <a16:creationId xmlns:a16="http://schemas.microsoft.com/office/drawing/2014/main" id="{A9EEF536-0F2D-43BF-9078-87BA7C8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71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Both panels show only the zoomed common-support comparison. The GAEZ model adds eight high-input rainfed crop-suitability measures to the same 1970 census and GDP covariates.</a:t>
            </a:r>
          </a:p>
        </p:txBody>
      </p:sp>
      <p:sp>
        <p:nvSpPr>
          <p:cNvPr id="7" name="footer-section-74">
            <a:extLst xmlns:a="http://schemas.openxmlformats.org/drawingml/2006/main">
              <a:ext uri="{FF2B5EF4-FFF2-40B4-BE49-F238E27FC236}">
                <a16:creationId xmlns:a16="http://schemas.microsoft.com/office/drawing/2014/main" id="{052CA19B-D587-404B-8A2B-B3C4086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Any operational-area overlap · PSW diagnostic</a:t>
            </a:r>
          </a:p>
        </p:txBody>
      </p:sp>
      <p:sp>
        <p:nvSpPr>
          <p:cNvPr id="8" name="footer-number-74">
            <a:extLst xmlns:a="http://schemas.openxmlformats.org/drawingml/2006/main">
              <a:ext uri="{FF2B5EF4-FFF2-40B4-BE49-F238E27FC236}">
                <a16:creationId xmlns:a16="http://schemas.microsoft.com/office/drawing/2014/main" id="{50C505BD-458A-4EF6-9838-3A9884BA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9753678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-kicker">
            <a:extLst xmlns:a="http://schemas.openxmlformats.org/drawingml/2006/main">
              <a:ext uri="{FF2B5EF4-FFF2-40B4-BE49-F238E27FC236}">
                <a16:creationId xmlns:a16="http://schemas.microsoft.com/office/drawing/2014/main" id="{8D9CAE65-E2CF-4C7F-8092-07CAD58C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TREATMENT DEFINITION 2 OF 4</a:t>
            </a:r>
          </a:p>
        </p:txBody>
      </p:sp>
      <p:sp>
        <p:nvSpPr>
          <p:cNvPr id="2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6CE73E14-D6BB-49A8-98F7-C2B485F5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Majority operational-area overlap</a:t>
            </a:r>
          </a:p>
        </p:txBody>
      </p:sp>
      <p:sp>
        <p:nvSpPr>
          <p:cNvPr id="3" name="section-2-description">
            <a:extLst xmlns:a="http://schemas.openxmlformats.org/drawingml/2006/main">
              <a:ext uri="{FF2B5EF4-FFF2-40B4-BE49-F238E27FC236}">
                <a16:creationId xmlns:a16="http://schemas.microsoft.com/office/drawing/2014/main" id="{CC84A49B-B0B9-4F66-BC9A-DF9CA200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when at least 50% of unit land area overlaps an operational POLOCENTRO area.</a:t>
            </a:r>
          </a:p>
        </p:txBody>
      </p:sp>
      <p:sp>
        <p:nvSpPr>
          <p:cNvPr id="4" name="section-2-metric-0">
            <a:extLst xmlns:a="http://schemas.openxmlformats.org/drawingml/2006/main">
              <a:ext uri="{FF2B5EF4-FFF2-40B4-BE49-F238E27FC236}">
                <a16:creationId xmlns:a16="http://schemas.microsoft.com/office/drawing/2014/main" id="{96DECCA1-7CDA-486D-B6FD-D472FA7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section-2-metric-label-0">
            <a:extLst xmlns:a="http://schemas.openxmlformats.org/drawingml/2006/main">
              <a:ext uri="{FF2B5EF4-FFF2-40B4-BE49-F238E27FC236}">
                <a16:creationId xmlns:a16="http://schemas.microsoft.com/office/drawing/2014/main" id="{FDE78ECD-F692-4A22-B663-6FFF3CA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AMCs</a:t>
            </a:r>
          </a:p>
        </p:txBody>
      </p:sp>
      <p:sp>
        <p:nvSpPr>
          <p:cNvPr id="6" name="section-2-metric-1">
            <a:extLst xmlns:a="http://schemas.openxmlformats.org/drawingml/2006/main">
              <a:ext uri="{FF2B5EF4-FFF2-40B4-BE49-F238E27FC236}">
                <a16:creationId xmlns:a16="http://schemas.microsoft.com/office/drawing/2014/main" id="{EABD9B3C-D2D7-468C-AE60-BEEAF75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7" name="section-2-metric-label-1">
            <a:extLst xmlns:a="http://schemas.openxmlformats.org/drawingml/2006/main">
              <a:ext uri="{FF2B5EF4-FFF2-40B4-BE49-F238E27FC236}">
                <a16:creationId xmlns:a16="http://schemas.microsoft.com/office/drawing/2014/main" id="{F6D46E61-7D52-44B9-BBF2-E4E9617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municipalities</a:t>
            </a:r>
          </a:p>
        </p:txBody>
      </p:sp>
      <p:sp>
        <p:nvSpPr>
          <p:cNvPr id="8" name="section-2-metric-2">
            <a:extLst xmlns:a="http://schemas.openxmlformats.org/drawingml/2006/main">
              <a:ext uri="{FF2B5EF4-FFF2-40B4-BE49-F238E27FC236}">
                <a16:creationId xmlns:a16="http://schemas.microsoft.com/office/drawing/2014/main" id="{3191909B-6490-4B57-83A7-30ACFCA8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9" name="section-2-metric-label-2">
            <a:extLst xmlns:a="http://schemas.openxmlformats.org/drawingml/2006/main">
              <a:ext uri="{FF2B5EF4-FFF2-40B4-BE49-F238E27FC236}">
                <a16:creationId xmlns:a16="http://schemas.microsoft.com/office/drawing/2014/main" id="{4F347C33-7542-456F-9B27-E7F4A2A3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time-varying outcomes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C806B-5A28-42EE-9B0A-291DC1F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section-75">
            <a:extLst xmlns:a="http://schemas.openxmlformats.org/drawingml/2006/main">
              <a:ext uri="{FF2B5EF4-FFF2-40B4-BE49-F238E27FC236}">
                <a16:creationId xmlns:a16="http://schemas.microsoft.com/office/drawing/2014/main" id="{E1C46B10-7F6D-44A2-B418-8700252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</a:t>
            </a:r>
          </a:p>
        </p:txBody>
      </p:sp>
      <p:sp>
        <p:nvSpPr>
          <p:cNvPr id="12" name="footer-number-75">
            <a:extLst xmlns:a="http://schemas.openxmlformats.org/drawingml/2006/main">
              <a:ext uri="{FF2B5EF4-FFF2-40B4-BE49-F238E27FC236}">
                <a16:creationId xmlns:a16="http://schemas.microsoft.com/office/drawing/2014/main" id="{94B18AEA-5E53-47D1-A98B-534888C5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82649664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6-eyebrow">
            <a:extLst xmlns:a="http://schemas.openxmlformats.org/drawingml/2006/main">
              <a:ext uri="{FF2B5EF4-FFF2-40B4-BE49-F238E27FC236}">
                <a16:creationId xmlns:a16="http://schemas.microsoft.com/office/drawing/2014/main" id="{B6D36954-B1F0-4175-8E6E-8BED342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MIGRATION · WEIGHTED INTERSTATE MIGRANTS</a:t>
            </a:r>
          </a:p>
        </p:txBody>
      </p:sp>
      <p:sp>
        <p:nvSpPr>
          <p:cNvPr id="2" name="outcome-76-title">
            <a:extLst xmlns:a="http://schemas.openxmlformats.org/drawingml/2006/main">
              <a:ext uri="{FF2B5EF4-FFF2-40B4-BE49-F238E27FC236}">
                <a16:creationId xmlns:a16="http://schemas.microsoft.com/office/drawing/2014/main" id="{781F5F93-EE27-48A2-B94D-CDDA6F09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4BDFD-0748-41D1-869F-32C83B3F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f851055504327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76-table-label">
            <a:extLst xmlns:a="http://schemas.openxmlformats.org/drawingml/2006/main">
              <a:ext uri="{FF2B5EF4-FFF2-40B4-BE49-F238E27FC236}">
                <a16:creationId xmlns:a16="http://schemas.microsoft.com/office/drawing/2014/main" id="{31BFC3DE-385B-46DB-88E5-080E98B2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620 (7.22k)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409 (866)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1.19k (12.8k)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1.01k (2.78k)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1.32k (9.71k)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1.54k (4.06k)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1.36k (9.20k)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1.75k (5.10k)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1.21k (7.29k)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1.93k (5.02k)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6-note">
            <a:extLst xmlns:a="http://schemas.openxmlformats.org/drawingml/2006/main">
              <a:ext uri="{FF2B5EF4-FFF2-40B4-BE49-F238E27FC236}">
                <a16:creationId xmlns:a16="http://schemas.microsoft.com/office/drawing/2014/main" id="{73F11B49-824D-4341-A55E-2212CF3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6">
            <a:extLst xmlns:a="http://schemas.openxmlformats.org/drawingml/2006/main">
              <a:ext uri="{FF2B5EF4-FFF2-40B4-BE49-F238E27FC236}">
                <a16:creationId xmlns:a16="http://schemas.microsoft.com/office/drawing/2014/main" id="{EB15CE54-F436-4D8B-8394-B1FB6A91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Migration</a:t>
            </a:r>
          </a:p>
        </p:txBody>
      </p:sp>
      <p:sp>
        <p:nvSpPr>
          <p:cNvPr id="9" name="footer-number-76">
            <a:extLst xmlns:a="http://schemas.openxmlformats.org/drawingml/2006/main">
              <a:ext uri="{FF2B5EF4-FFF2-40B4-BE49-F238E27FC236}">
                <a16:creationId xmlns:a16="http://schemas.microsoft.com/office/drawing/2014/main" id="{57488CF8-89FE-407D-80C5-6C3250DB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66307649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7-eyebrow">
            <a:extLst xmlns:a="http://schemas.openxmlformats.org/drawingml/2006/main">
              <a:ext uri="{FF2B5EF4-FFF2-40B4-BE49-F238E27FC236}">
                <a16:creationId xmlns:a16="http://schemas.microsoft.com/office/drawing/2014/main" id="{88387BDF-91AC-4066-9CCF-DCD2C2E2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MIGRATION · INTERSTATE MIGRANT SHARE OF DESTINATION AGE 5+</a:t>
            </a:r>
          </a:p>
        </p:txBody>
      </p:sp>
      <p:sp>
        <p:nvSpPr>
          <p:cNvPr id="2" name="outcome-77-title">
            <a:extLst xmlns:a="http://schemas.openxmlformats.org/drawingml/2006/main">
              <a:ext uri="{FF2B5EF4-FFF2-40B4-BE49-F238E27FC236}">
                <a16:creationId xmlns:a16="http://schemas.microsoft.com/office/drawing/2014/main" id="{99DD082B-70DD-47CB-AB24-1868485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8D5B0-D1AB-46A2-A545-B87A1B4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489f072594f7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77-table-label">
            <a:extLst xmlns:a="http://schemas.openxmlformats.org/drawingml/2006/main">
              <a:ext uri="{FF2B5EF4-FFF2-40B4-BE49-F238E27FC236}">
                <a16:creationId xmlns:a16="http://schemas.microsoft.com/office/drawing/2014/main" id="{30417D2E-43DC-4AD1-9A30-966D7073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0.0182 (0.0353)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 (0.0346)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0.0251 (0.0364)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0.0335 (0.0328)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0.0278 (0.0277)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0.0488 (0.05)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0.0263 (0.0226)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0.0449 (0.0317)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0.0229 (0.0206)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0.0377 (0.0325)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7-note">
            <a:extLst xmlns:a="http://schemas.openxmlformats.org/drawingml/2006/main">
              <a:ext uri="{FF2B5EF4-FFF2-40B4-BE49-F238E27FC236}">
                <a16:creationId xmlns:a16="http://schemas.microsoft.com/office/drawing/2014/main" id="{BA069642-AB65-4704-A5E1-7CEAD2FA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7">
            <a:extLst xmlns:a="http://schemas.openxmlformats.org/drawingml/2006/main">
              <a:ext uri="{FF2B5EF4-FFF2-40B4-BE49-F238E27FC236}">
                <a16:creationId xmlns:a16="http://schemas.microsoft.com/office/drawing/2014/main" id="{3849F3E3-822B-4F5F-874A-F6B6A931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Migration</a:t>
            </a:r>
          </a:p>
        </p:txBody>
      </p:sp>
      <p:sp>
        <p:nvSpPr>
          <p:cNvPr id="9" name="footer-number-77">
            <a:extLst xmlns:a="http://schemas.openxmlformats.org/drawingml/2006/main">
              <a:ext uri="{FF2B5EF4-FFF2-40B4-BE49-F238E27FC236}">
                <a16:creationId xmlns:a16="http://schemas.microsoft.com/office/drawing/2014/main" id="{85BAD61C-B8AB-48AD-9219-C3E196AD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05847369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8-eyebrow">
            <a:extLst xmlns:a="http://schemas.openxmlformats.org/drawingml/2006/main">
              <a:ext uri="{FF2B5EF4-FFF2-40B4-BE49-F238E27FC236}">
                <a16:creationId xmlns:a16="http://schemas.microsoft.com/office/drawing/2014/main" id="{9B85A52D-4584-4353-BDA4-170122B0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EDUCATION · EDUCATION FUNDAMENTAL SHARE AGE 25+</a:t>
            </a:r>
          </a:p>
        </p:txBody>
      </p:sp>
      <p:sp>
        <p:nvSpPr>
          <p:cNvPr id="2" name="outcome-78-title">
            <a:extLst xmlns:a="http://schemas.openxmlformats.org/drawingml/2006/main">
              <a:ext uri="{FF2B5EF4-FFF2-40B4-BE49-F238E27FC236}">
                <a16:creationId xmlns:a16="http://schemas.microsoft.com/office/drawing/2014/main" id="{BD23F376-4661-442A-BBFC-A34DBF21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C8C66-6166-4C79-A93D-AD273233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dd62e29d940a0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78-table-label">
            <a:extLst xmlns:a="http://schemas.openxmlformats.org/drawingml/2006/main">
              <a:ext uri="{FF2B5EF4-FFF2-40B4-BE49-F238E27FC236}">
                <a16:creationId xmlns:a16="http://schemas.microsoft.com/office/drawing/2014/main" id="{054EB97C-6B25-42F6-871C-314D3A1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0.0548 (0.032)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0.0708 (0.0224)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0.083 (0.0378)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0.101 (0.0264)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 (0.0346)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0.138 (0.0207)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8-note">
            <a:extLst xmlns:a="http://schemas.openxmlformats.org/drawingml/2006/main">
              <a:ext uri="{FF2B5EF4-FFF2-40B4-BE49-F238E27FC236}">
                <a16:creationId xmlns:a16="http://schemas.microsoft.com/office/drawing/2014/main" id="{E49B44E5-9CCC-42DD-A19F-450166C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8">
            <a:extLst xmlns:a="http://schemas.openxmlformats.org/drawingml/2006/main">
              <a:ext uri="{FF2B5EF4-FFF2-40B4-BE49-F238E27FC236}">
                <a16:creationId xmlns:a16="http://schemas.microsoft.com/office/drawing/2014/main" id="{D7772E22-0958-4C3D-A081-3EDE8CD6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Education</a:t>
            </a:r>
          </a:p>
        </p:txBody>
      </p:sp>
      <p:sp>
        <p:nvSpPr>
          <p:cNvPr id="9" name="footer-number-78">
            <a:extLst xmlns:a="http://schemas.openxmlformats.org/drawingml/2006/main">
              <a:ext uri="{FF2B5EF4-FFF2-40B4-BE49-F238E27FC236}">
                <a16:creationId xmlns:a16="http://schemas.microsoft.com/office/drawing/2014/main" id="{ADFA8FAC-9445-4B7D-835A-4ED4555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91493820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79-eyebrow">
            <a:extLst xmlns:a="http://schemas.openxmlformats.org/drawingml/2006/main">
              <a:ext uri="{FF2B5EF4-FFF2-40B4-BE49-F238E27FC236}">
                <a16:creationId xmlns:a16="http://schemas.microsoft.com/office/drawing/2014/main" id="{7480EA6E-4761-41F3-9616-BAD95C8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EDUCATION · EDUCATION LESS FUNDAMENTAL SHARE AGE 25+</a:t>
            </a:r>
          </a:p>
        </p:txBody>
      </p:sp>
      <p:sp>
        <p:nvSpPr>
          <p:cNvPr id="2" name="outcome-79-title">
            <a:extLst xmlns:a="http://schemas.openxmlformats.org/drawingml/2006/main">
              <a:ext uri="{FF2B5EF4-FFF2-40B4-BE49-F238E27FC236}">
                <a16:creationId xmlns:a16="http://schemas.microsoft.com/office/drawing/2014/main" id="{F42E1042-2CD1-462D-BC3C-D046A75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E8591-FE02-4D6B-A337-FA86CACF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22b0234e48f5"/>
          <a:stretch xmlns:a="http://schemas.openxmlformats.org/drawingml/2006/main"/>
        </p:blipFill>
        <p:spPr>
          <a:xfrm xmlns:a="http://schemas.openxmlformats.org/drawingml/2006/main">
            <a:off x="881147" y="1600200"/>
            <a:ext cx="5724355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79-table-label">
            <a:extLst xmlns:a="http://schemas.openxmlformats.org/drawingml/2006/main">
              <a:ext uri="{FF2B5EF4-FFF2-40B4-BE49-F238E27FC236}">
                <a16:creationId xmlns:a16="http://schemas.microsoft.com/office/drawing/2014/main" id="{44142877-3A83-457F-8A45-7B250497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0.852 (0.0776)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0.821 (0.0561)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0.775 (0.0916)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0.748 (0.063)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0.652 (0.113)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0.618 (0.072)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79-note">
            <a:extLst xmlns:a="http://schemas.openxmlformats.org/drawingml/2006/main">
              <a:ext uri="{FF2B5EF4-FFF2-40B4-BE49-F238E27FC236}">
                <a16:creationId xmlns:a16="http://schemas.microsoft.com/office/drawing/2014/main" id="{9C76D1AE-A2BC-48EA-BA1C-82C4A3C0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79">
            <a:extLst xmlns:a="http://schemas.openxmlformats.org/drawingml/2006/main">
              <a:ext uri="{FF2B5EF4-FFF2-40B4-BE49-F238E27FC236}">
                <a16:creationId xmlns:a16="http://schemas.microsoft.com/office/drawing/2014/main" id="{83D8A8E9-9DEB-4880-BA86-5A24C6B6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Education</a:t>
            </a:r>
          </a:p>
        </p:txBody>
      </p:sp>
      <p:sp>
        <p:nvSpPr>
          <p:cNvPr id="9" name="footer-number-79">
            <a:extLst xmlns:a="http://schemas.openxmlformats.org/drawingml/2006/main">
              <a:ext uri="{FF2B5EF4-FFF2-40B4-BE49-F238E27FC236}">
                <a16:creationId xmlns:a16="http://schemas.microsoft.com/office/drawing/2014/main" id="{EAF3E7A6-275D-4BE8-AF60-6B006792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22315968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0-eyebrow">
            <a:extLst xmlns:a="http://schemas.openxmlformats.org/drawingml/2006/main">
              <a:ext uri="{FF2B5EF4-FFF2-40B4-BE49-F238E27FC236}">
                <a16:creationId xmlns:a16="http://schemas.microsoft.com/office/drawing/2014/main" id="{2D013340-764B-4D02-83F9-B5796496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EDUCATION · EDUCATION SECONDARY SHARE AGE 25+</a:t>
            </a:r>
          </a:p>
        </p:txBody>
      </p:sp>
      <p:sp>
        <p:nvSpPr>
          <p:cNvPr id="2" name="outcome-80-title">
            <a:extLst xmlns:a="http://schemas.openxmlformats.org/drawingml/2006/main">
              <a:ext uri="{FF2B5EF4-FFF2-40B4-BE49-F238E27FC236}">
                <a16:creationId xmlns:a16="http://schemas.microsoft.com/office/drawing/2014/main" id="{CB611F23-8D08-4848-9270-D3C7665D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FAA1-9783-4644-9628-8EF3402A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7d9eae0d24d96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0-table-label">
            <a:extLst xmlns:a="http://schemas.openxmlformats.org/drawingml/2006/main">
              <a:ext uri="{FF2B5EF4-FFF2-40B4-BE49-F238E27FC236}">
                <a16:creationId xmlns:a16="http://schemas.microsoft.com/office/drawing/2014/main" id="{3151A45E-FB7D-4AAE-9C61-EDC07525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0.0658 (0.0365)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0.0821 (0.0303)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(0.0467)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0.117 (0.0311)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0.175 (0.0406)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0-note">
            <a:extLst xmlns:a="http://schemas.openxmlformats.org/drawingml/2006/main">
              <a:ext uri="{FF2B5EF4-FFF2-40B4-BE49-F238E27FC236}">
                <a16:creationId xmlns:a16="http://schemas.microsoft.com/office/drawing/2014/main" id="{FD13D5A4-9829-4D96-A662-19F66B49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0">
            <a:extLst xmlns:a="http://schemas.openxmlformats.org/drawingml/2006/main">
              <a:ext uri="{FF2B5EF4-FFF2-40B4-BE49-F238E27FC236}">
                <a16:creationId xmlns:a16="http://schemas.microsoft.com/office/drawing/2014/main" id="{582ACA9B-8F7D-40E7-875F-F03396C6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Education</a:t>
            </a:r>
          </a:p>
        </p:txBody>
      </p:sp>
      <p:sp>
        <p:nvSpPr>
          <p:cNvPr id="9" name="footer-number-80">
            <a:extLst xmlns:a="http://schemas.openxmlformats.org/drawingml/2006/main">
              <a:ext uri="{FF2B5EF4-FFF2-40B4-BE49-F238E27FC236}">
                <a16:creationId xmlns:a16="http://schemas.microsoft.com/office/drawing/2014/main" id="{91604826-17A4-423D-A122-4FFB5FED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12582700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1-eyebrow">
            <a:extLst xmlns:a="http://schemas.openxmlformats.org/drawingml/2006/main">
              <a:ext uri="{FF2B5EF4-FFF2-40B4-BE49-F238E27FC236}">
                <a16:creationId xmlns:a16="http://schemas.microsoft.com/office/drawing/2014/main" id="{4F0440FA-DCE9-423F-ADB2-7473FC6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EDUCATION · EDUCATION TERTIARY SHARE AGE 25+</a:t>
            </a:r>
          </a:p>
        </p:txBody>
      </p:sp>
      <p:sp>
        <p:nvSpPr>
          <p:cNvPr id="2" name="outcome-81-title">
            <a:extLst xmlns:a="http://schemas.openxmlformats.org/drawingml/2006/main">
              <a:ext uri="{FF2B5EF4-FFF2-40B4-BE49-F238E27FC236}">
                <a16:creationId xmlns:a16="http://schemas.microsoft.com/office/drawing/2014/main" id="{EEC4B2D9-B620-439D-A3B5-94E09C25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4BE47-6DE0-4CF5-874D-EEE958F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ff068f7a34266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1-table-label">
            <a:extLst xmlns:a="http://schemas.openxmlformats.org/drawingml/2006/main">
              <a:ext uri="{FF2B5EF4-FFF2-40B4-BE49-F238E27FC236}">
                <a16:creationId xmlns:a16="http://schemas.microsoft.com/office/drawing/2014/main" id="{4B871DB7-24D6-4BF6-BFD4-988624A3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0.0277 (0.0199)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0.0261 (0.0154)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0.0405 (0.0239)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0.0335 (0.0181)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0.0587 (0.0346)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0.0688 (0.0249)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1-note">
            <a:extLst xmlns:a="http://schemas.openxmlformats.org/drawingml/2006/main">
              <a:ext uri="{FF2B5EF4-FFF2-40B4-BE49-F238E27FC236}">
                <a16:creationId xmlns:a16="http://schemas.microsoft.com/office/drawing/2014/main" id="{AA0EB501-BCD5-4457-AE77-FD0B4AA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1">
            <a:extLst xmlns:a="http://schemas.openxmlformats.org/drawingml/2006/main">
              <a:ext uri="{FF2B5EF4-FFF2-40B4-BE49-F238E27FC236}">
                <a16:creationId xmlns:a16="http://schemas.microsoft.com/office/drawing/2014/main" id="{56323018-9601-409B-9BB9-12E07A93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Education</a:t>
            </a:r>
          </a:p>
        </p:txBody>
      </p:sp>
      <p:sp>
        <p:nvSpPr>
          <p:cNvPr id="9" name="footer-number-81">
            <a:extLst xmlns:a="http://schemas.openxmlformats.org/drawingml/2006/main">
              <a:ext uri="{FF2B5EF4-FFF2-40B4-BE49-F238E27FC236}">
                <a16:creationId xmlns:a16="http://schemas.microsoft.com/office/drawing/2014/main" id="{12A1FD75-E211-4058-9382-D53319F8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88996350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2-eyebrow">
            <a:extLst xmlns:a="http://schemas.openxmlformats.org/drawingml/2006/main">
              <a:ext uri="{FF2B5EF4-FFF2-40B4-BE49-F238E27FC236}">
                <a16:creationId xmlns:a16="http://schemas.microsoft.com/office/drawing/2014/main" id="{9F1D357C-CD7A-4A69-B9FE-A183A4AF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EDUCATION · LITERACY SHARE AGE 15+</a:t>
            </a:r>
          </a:p>
        </p:txBody>
      </p:sp>
      <p:sp>
        <p:nvSpPr>
          <p:cNvPr id="2" name="outcome-82-title">
            <a:extLst xmlns:a="http://schemas.openxmlformats.org/drawingml/2006/main">
              <a:ext uri="{FF2B5EF4-FFF2-40B4-BE49-F238E27FC236}">
                <a16:creationId xmlns:a16="http://schemas.microsoft.com/office/drawing/2014/main" id="{1EE2734D-85E1-4BA4-9282-519058A0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C385C-76F6-46C7-830C-8634598C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083ad536b40a5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2-table-label">
            <a:extLst xmlns:a="http://schemas.openxmlformats.org/drawingml/2006/main">
              <a:ext uri="{FF2B5EF4-FFF2-40B4-BE49-F238E27FC236}">
                <a16:creationId xmlns:a16="http://schemas.microsoft.com/office/drawing/2014/main" id="{6AB0A26B-4712-48D6-B90C-0C67F83F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0.563 (0.181)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0.685 (0.0978)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0.632 (0.18)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0.746 (0.101)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0.702 (0.165)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0.808 (0.0662)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0.793 (0.121)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0.872 (0.0461)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0.843 (0.0976)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0.901 (0.0303)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2-note">
            <a:extLst xmlns:a="http://schemas.openxmlformats.org/drawingml/2006/main">
              <a:ext uri="{FF2B5EF4-FFF2-40B4-BE49-F238E27FC236}">
                <a16:creationId xmlns:a16="http://schemas.microsoft.com/office/drawing/2014/main" id="{CA83880C-2F4E-4480-99DA-15A23D3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2">
            <a:extLst xmlns:a="http://schemas.openxmlformats.org/drawingml/2006/main">
              <a:ext uri="{FF2B5EF4-FFF2-40B4-BE49-F238E27FC236}">
                <a16:creationId xmlns:a16="http://schemas.microsoft.com/office/drawing/2014/main" id="{068C7B91-81D7-475E-A177-C80E4D9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Education</a:t>
            </a:r>
          </a:p>
        </p:txBody>
      </p:sp>
      <p:sp>
        <p:nvSpPr>
          <p:cNvPr id="9" name="footer-number-82">
            <a:extLst xmlns:a="http://schemas.openxmlformats.org/drawingml/2006/main">
              <a:ext uri="{FF2B5EF4-FFF2-40B4-BE49-F238E27FC236}">
                <a16:creationId xmlns:a16="http://schemas.microsoft.com/office/drawing/2014/main" id="{4F91EA77-8BD6-4891-A8C2-84ACDD43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9272803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3-eyebrow">
            <a:extLst xmlns:a="http://schemas.openxmlformats.org/drawingml/2006/main">
              <a:ext uri="{FF2B5EF4-FFF2-40B4-BE49-F238E27FC236}">
                <a16:creationId xmlns:a16="http://schemas.microsoft.com/office/drawing/2014/main" id="{F9359CDA-8044-48D5-BA9B-9962C6B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EDUCATION · MEAN EDUCATION YEARS AGE 25+</a:t>
            </a:r>
          </a:p>
        </p:txBody>
      </p:sp>
      <p:sp>
        <p:nvSpPr>
          <p:cNvPr id="2" name="outcome-83-title">
            <a:extLst xmlns:a="http://schemas.openxmlformats.org/drawingml/2006/main">
              <a:ext uri="{FF2B5EF4-FFF2-40B4-BE49-F238E27FC236}">
                <a16:creationId xmlns:a16="http://schemas.microsoft.com/office/drawing/2014/main" id="{A9B0BD93-3C83-4F04-BE12-C1A2D917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0B99C-C11B-43DE-91F0-FD2F2B89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b639952d24fe6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3-table-label">
            <a:extLst xmlns:a="http://schemas.openxmlformats.org/drawingml/2006/main">
              <a:ext uri="{FF2B5EF4-FFF2-40B4-BE49-F238E27FC236}">
                <a16:creationId xmlns:a16="http://schemas.microsoft.com/office/drawing/2014/main" id="{1BB74C96-56F7-4D0A-9077-259ACF7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3.46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 (0.729)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4.48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4.98 (0.692)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83-note">
            <a:extLst xmlns:a="http://schemas.openxmlformats.org/drawingml/2006/main">
              <a:ext uri="{FF2B5EF4-FFF2-40B4-BE49-F238E27FC236}">
                <a16:creationId xmlns:a16="http://schemas.microsoft.com/office/drawing/2014/main" id="{4DA1395E-63BC-47EE-8CDD-6B700AC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3">
            <a:extLst xmlns:a="http://schemas.openxmlformats.org/drawingml/2006/main">
              <a:ext uri="{FF2B5EF4-FFF2-40B4-BE49-F238E27FC236}">
                <a16:creationId xmlns:a16="http://schemas.microsoft.com/office/drawing/2014/main" id="{DFC2E7E3-5EEC-4043-8B36-87CD9DB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Education</a:t>
            </a:r>
          </a:p>
        </p:txBody>
      </p:sp>
      <p:sp>
        <p:nvSpPr>
          <p:cNvPr id="9" name="footer-number-83">
            <a:extLst xmlns:a="http://schemas.openxmlformats.org/drawingml/2006/main">
              <a:ext uri="{FF2B5EF4-FFF2-40B4-BE49-F238E27FC236}">
                <a16:creationId xmlns:a16="http://schemas.microsoft.com/office/drawing/2014/main" id="{5AF60664-7401-4C26-96DF-F68B777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84720607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4-eyebrow">
            <a:extLst xmlns:a="http://schemas.openxmlformats.org/drawingml/2006/main">
              <a:ext uri="{FF2B5EF4-FFF2-40B4-BE49-F238E27FC236}">
                <a16:creationId xmlns:a16="http://schemas.microsoft.com/office/drawing/2014/main" id="{78CBB17C-15B2-4E47-877D-26A218E1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LABOR MARKET · EMPLOYMENT SHARE AGE 15+</a:t>
            </a:r>
          </a:p>
        </p:txBody>
      </p:sp>
      <p:sp>
        <p:nvSpPr>
          <p:cNvPr id="2" name="outcome-84-title">
            <a:extLst xmlns:a="http://schemas.openxmlformats.org/drawingml/2006/main">
              <a:ext uri="{FF2B5EF4-FFF2-40B4-BE49-F238E27FC236}">
                <a16:creationId xmlns:a16="http://schemas.microsoft.com/office/drawing/2014/main" id="{C688C03C-1592-4056-8DE9-C57A347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DB67A-89DB-41C8-B7A8-3AF02ED0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4060dff6b4c5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4-table-label">
            <a:extLst xmlns:a="http://schemas.openxmlformats.org/drawingml/2006/main">
              <a:ext uri="{FF2B5EF4-FFF2-40B4-BE49-F238E27FC236}">
                <a16:creationId xmlns:a16="http://schemas.microsoft.com/office/drawing/2014/main" id="{3D1F8405-C983-43AE-BE65-997AB8AD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0.645 (0.273)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0.679 (0.25)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0.781 (0.18)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0.772 (0.23)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0.933 (0.0347)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0.939 (0.0215)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4-note">
            <a:extLst xmlns:a="http://schemas.openxmlformats.org/drawingml/2006/main">
              <a:ext uri="{FF2B5EF4-FFF2-40B4-BE49-F238E27FC236}">
                <a16:creationId xmlns:a16="http://schemas.microsoft.com/office/drawing/2014/main" id="{12032D58-B097-464A-9226-7CCC56FA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4">
            <a:extLst xmlns:a="http://schemas.openxmlformats.org/drawingml/2006/main">
              <a:ext uri="{FF2B5EF4-FFF2-40B4-BE49-F238E27FC236}">
                <a16:creationId xmlns:a16="http://schemas.microsoft.com/office/drawing/2014/main" id="{278E9691-94FE-4891-9312-8C2BE644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Labor market</a:t>
            </a:r>
          </a:p>
        </p:txBody>
      </p:sp>
      <p:sp>
        <p:nvSpPr>
          <p:cNvPr id="9" name="footer-number-84">
            <a:extLst xmlns:a="http://schemas.openxmlformats.org/drawingml/2006/main">
              <a:ext uri="{FF2B5EF4-FFF2-40B4-BE49-F238E27FC236}">
                <a16:creationId xmlns:a16="http://schemas.microsoft.com/office/drawing/2014/main" id="{CD588E04-EF43-4E1B-BCE7-50EBE8CE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206862595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5-eyebrow">
            <a:extLst xmlns:a="http://schemas.openxmlformats.org/drawingml/2006/main">
              <a:ext uri="{FF2B5EF4-FFF2-40B4-BE49-F238E27FC236}">
                <a16:creationId xmlns:a16="http://schemas.microsoft.com/office/drawing/2014/main" id="{F6120F53-E72E-4021-9FE5-763C238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LABOR MARKET · LABOR FORCE SHARE AGE 15+</a:t>
            </a:r>
          </a:p>
        </p:txBody>
      </p:sp>
      <p:sp>
        <p:nvSpPr>
          <p:cNvPr id="2" name="outcome-85-title">
            <a:extLst xmlns:a="http://schemas.openxmlformats.org/drawingml/2006/main">
              <a:ext uri="{FF2B5EF4-FFF2-40B4-BE49-F238E27FC236}">
                <a16:creationId xmlns:a16="http://schemas.microsoft.com/office/drawing/2014/main" id="{D1126C6A-4A13-4DC9-AD49-2EA6995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1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D2B10-04B7-4D38-A648-03771979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4bbdaf3c94342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5-table-label">
            <a:extLst xmlns:a="http://schemas.openxmlformats.org/drawingml/2006/main">
              <a:ext uri="{FF2B5EF4-FFF2-40B4-BE49-F238E27FC236}">
                <a16:creationId xmlns:a16="http://schemas.microsoft.com/office/drawing/2014/main" id="{7C7C2B0F-E846-4EFC-9D3F-EB82F33A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83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0.604 (0.0857)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0.643 (0.0508)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5-note">
            <a:extLst xmlns:a="http://schemas.openxmlformats.org/drawingml/2006/main">
              <a:ext uri="{FF2B5EF4-FFF2-40B4-BE49-F238E27FC236}">
                <a16:creationId xmlns:a16="http://schemas.microsoft.com/office/drawing/2014/main" id="{D853F0CA-ADCE-4101-97BA-F1406B8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5">
            <a:extLst xmlns:a="http://schemas.openxmlformats.org/drawingml/2006/main">
              <a:ext uri="{FF2B5EF4-FFF2-40B4-BE49-F238E27FC236}">
                <a16:creationId xmlns:a16="http://schemas.microsoft.com/office/drawing/2014/main" id="{F0126948-22D6-455D-A782-DAEFF9A4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Labor market</a:t>
            </a:r>
          </a:p>
        </p:txBody>
      </p:sp>
      <p:sp>
        <p:nvSpPr>
          <p:cNvPr id="9" name="footer-number-85">
            <a:extLst xmlns:a="http://schemas.openxmlformats.org/drawingml/2006/main">
              <a:ext uri="{FF2B5EF4-FFF2-40B4-BE49-F238E27FC236}">
                <a16:creationId xmlns:a16="http://schemas.microsoft.com/office/drawing/2014/main" id="{FFFE118A-33B5-4885-B6F0-02F55358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53800791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6-eyebrow">
            <a:extLst xmlns:a="http://schemas.openxmlformats.org/drawingml/2006/main">
              <a:ext uri="{FF2B5EF4-FFF2-40B4-BE49-F238E27FC236}">
                <a16:creationId xmlns:a16="http://schemas.microsoft.com/office/drawing/2014/main" id="{5CB52159-C9E8-420C-BA34-0DC5EBC2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HOUSING AND AMENITIES · ELECTRICITY SHARE</a:t>
            </a:r>
          </a:p>
        </p:txBody>
      </p:sp>
      <p:sp>
        <p:nvSpPr>
          <p:cNvPr id="2" name="outcome-86-title">
            <a:extLst xmlns:a="http://schemas.openxmlformats.org/drawingml/2006/main">
              <a:ext uri="{FF2B5EF4-FFF2-40B4-BE49-F238E27FC236}">
                <a16:creationId xmlns:a16="http://schemas.microsoft.com/office/drawing/2014/main" id="{62F8D64B-C295-4980-889D-C4A6D18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B6957-33F7-4733-B8E8-CCAEA3F2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e9b87fe24c2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6-table-label">
            <a:extLst xmlns:a="http://schemas.openxmlformats.org/drawingml/2006/main">
              <a:ext uri="{FF2B5EF4-FFF2-40B4-BE49-F238E27FC236}">
                <a16:creationId xmlns:a16="http://schemas.microsoft.com/office/drawing/2014/main" id="{C6074826-B2CF-4FAD-B1D9-021ACB8C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(0.226)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 (0.187)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0.363 (0.237)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0.445 (0.194)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0.739 (0.233)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0.862 (0.106)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0.853 (0.162)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0.947 (0.0426)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0.971 (0.0565)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0.992 (0.0114)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6-note">
            <a:extLst xmlns:a="http://schemas.openxmlformats.org/drawingml/2006/main">
              <a:ext uri="{FF2B5EF4-FFF2-40B4-BE49-F238E27FC236}">
                <a16:creationId xmlns:a16="http://schemas.microsoft.com/office/drawing/2014/main" id="{F054E8FA-288F-42D9-B634-2D2EDB7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6">
            <a:extLst xmlns:a="http://schemas.openxmlformats.org/drawingml/2006/main">
              <a:ext uri="{FF2B5EF4-FFF2-40B4-BE49-F238E27FC236}">
                <a16:creationId xmlns:a16="http://schemas.microsoft.com/office/drawing/2014/main" id="{33365FA3-BA6A-4B3F-87CB-89458049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Housing and amenities</a:t>
            </a:r>
          </a:p>
        </p:txBody>
      </p:sp>
      <p:sp>
        <p:nvSpPr>
          <p:cNvPr id="9" name="footer-number-86">
            <a:extLst xmlns:a="http://schemas.openxmlformats.org/drawingml/2006/main">
              <a:ext uri="{FF2B5EF4-FFF2-40B4-BE49-F238E27FC236}">
                <a16:creationId xmlns:a16="http://schemas.microsoft.com/office/drawing/2014/main" id="{208A7ABF-C1AC-4D61-B10C-E5D4A54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95383766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7-eyebrow">
            <a:extLst xmlns:a="http://schemas.openxmlformats.org/drawingml/2006/main">
              <a:ext uri="{FF2B5EF4-FFF2-40B4-BE49-F238E27FC236}">
                <a16:creationId xmlns:a16="http://schemas.microsoft.com/office/drawing/2014/main" id="{07D5CD47-E53C-47DF-8ABA-328851CA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HOUSING AND AMENITIES · AUTOMOBILE SHARE</a:t>
            </a:r>
          </a:p>
        </p:txBody>
      </p:sp>
      <p:sp>
        <p:nvSpPr>
          <p:cNvPr id="2" name="outcome-87-title">
            <a:extLst xmlns:a="http://schemas.openxmlformats.org/drawingml/2006/main">
              <a:ext uri="{FF2B5EF4-FFF2-40B4-BE49-F238E27FC236}">
                <a16:creationId xmlns:a16="http://schemas.microsoft.com/office/drawing/2014/main" id="{CFDC47C6-5FA9-466E-BE4E-E41091D7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82D71-CB97-4766-9686-2B50349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95fcbfb8845b1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7-table-label">
            <a:extLst xmlns:a="http://schemas.openxmlformats.org/drawingml/2006/main">
              <a:ext uri="{FF2B5EF4-FFF2-40B4-BE49-F238E27FC236}">
                <a16:creationId xmlns:a16="http://schemas.microsoft.com/office/drawing/2014/main" id="{C1DEA566-9C63-45A9-8E0B-2B62EE0D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0.0466 (0.0439)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0.0503 (0.0269)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0.156 (0.113)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0.195 (0.0536)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0.285 (0.205)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0.397 (0.0759)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7-note">
            <a:extLst xmlns:a="http://schemas.openxmlformats.org/drawingml/2006/main">
              <a:ext uri="{FF2B5EF4-FFF2-40B4-BE49-F238E27FC236}">
                <a16:creationId xmlns:a16="http://schemas.microsoft.com/office/drawing/2014/main" id="{B85F866D-BECB-42EB-9D08-988FE24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7">
            <a:extLst xmlns:a="http://schemas.openxmlformats.org/drawingml/2006/main">
              <a:ext uri="{FF2B5EF4-FFF2-40B4-BE49-F238E27FC236}">
                <a16:creationId xmlns:a16="http://schemas.microsoft.com/office/drawing/2014/main" id="{3B19055F-344B-418E-93A5-97E909C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Housing and amenities</a:t>
            </a:r>
          </a:p>
        </p:txBody>
      </p:sp>
      <p:sp>
        <p:nvSpPr>
          <p:cNvPr id="9" name="footer-number-87">
            <a:extLst xmlns:a="http://schemas.openxmlformats.org/drawingml/2006/main">
              <a:ext uri="{FF2B5EF4-FFF2-40B4-BE49-F238E27FC236}">
                <a16:creationId xmlns:a16="http://schemas.microsoft.com/office/drawing/2014/main" id="{7D792053-3DD7-4D2A-A033-F75A62CF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201367253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8-eyebrow">
            <a:extLst xmlns:a="http://schemas.openxmlformats.org/drawingml/2006/main">
              <a:ext uri="{FF2B5EF4-FFF2-40B4-BE49-F238E27FC236}">
                <a16:creationId xmlns:a16="http://schemas.microsoft.com/office/drawing/2014/main" id="{2C931C16-B9A9-455B-8247-4AFE4E6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HOUSING AND AMENITIES · MEAN BATHROOMS</a:t>
            </a:r>
          </a:p>
        </p:txBody>
      </p:sp>
      <p:sp>
        <p:nvSpPr>
          <p:cNvPr id="2" name="outcome-88-title">
            <a:extLst xmlns:a="http://schemas.openxmlformats.org/drawingml/2006/main">
              <a:ext uri="{FF2B5EF4-FFF2-40B4-BE49-F238E27FC236}">
                <a16:creationId xmlns:a16="http://schemas.microsoft.com/office/drawing/2014/main" id="{4EE9F5B7-B168-4FC4-94D6-8C940CC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38B13-03FE-4D10-B6BB-069BE6DB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fd9377d1542f7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8-table-label">
            <a:extLst xmlns:a="http://schemas.openxmlformats.org/drawingml/2006/main">
              <a:ext uri="{FF2B5EF4-FFF2-40B4-BE49-F238E27FC236}">
                <a16:creationId xmlns:a16="http://schemas.microsoft.com/office/drawing/2014/main" id="{02954B3E-165A-4361-BF49-517953EF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 (0.359)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1.06 (0.134)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1.05 (0.269)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1.29 (0.0756)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88-note">
            <a:extLst xmlns:a="http://schemas.openxmlformats.org/drawingml/2006/main">
              <a:ext uri="{FF2B5EF4-FFF2-40B4-BE49-F238E27FC236}">
                <a16:creationId xmlns:a16="http://schemas.microsoft.com/office/drawing/2014/main" id="{0959B313-4CEB-4BD4-9DD3-165284F7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8">
            <a:extLst xmlns:a="http://schemas.openxmlformats.org/drawingml/2006/main">
              <a:ext uri="{FF2B5EF4-FFF2-40B4-BE49-F238E27FC236}">
                <a16:creationId xmlns:a16="http://schemas.microsoft.com/office/drawing/2014/main" id="{FC037C94-BD80-4A6B-931F-4C140FA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Housing and amenities</a:t>
            </a:r>
          </a:p>
        </p:txBody>
      </p:sp>
      <p:sp>
        <p:nvSpPr>
          <p:cNvPr id="9" name="footer-number-88">
            <a:extLst xmlns:a="http://schemas.openxmlformats.org/drawingml/2006/main">
              <a:ext uri="{FF2B5EF4-FFF2-40B4-BE49-F238E27FC236}">
                <a16:creationId xmlns:a16="http://schemas.microsoft.com/office/drawing/2014/main" id="{CD6C4137-4107-4078-8CD8-DF0D0B1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6249039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89-eyebrow">
            <a:extLst xmlns:a="http://schemas.openxmlformats.org/drawingml/2006/main">
              <a:ext uri="{FF2B5EF4-FFF2-40B4-BE49-F238E27FC236}">
                <a16:creationId xmlns:a16="http://schemas.microsoft.com/office/drawing/2014/main" id="{65924CE6-CB27-49B8-BA29-C2D9C6F8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HOUSING AND AMENITIES · MEAN BEDROOMS</a:t>
            </a:r>
          </a:p>
        </p:txBody>
      </p:sp>
      <p:sp>
        <p:nvSpPr>
          <p:cNvPr id="2" name="outcome-89-title">
            <a:extLst xmlns:a="http://schemas.openxmlformats.org/drawingml/2006/main">
              <a:ext uri="{FF2B5EF4-FFF2-40B4-BE49-F238E27FC236}">
                <a16:creationId xmlns:a16="http://schemas.microsoft.com/office/drawing/2014/main" id="{5389C068-7081-4DFA-A098-C7A5354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DF2C1-60E9-4B8F-8B1D-E6EDE6F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d39bd8a9048f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89-table-label">
            <a:extLst xmlns:a="http://schemas.openxmlformats.org/drawingml/2006/main">
              <a:ext uri="{FF2B5EF4-FFF2-40B4-BE49-F238E27FC236}">
                <a16:creationId xmlns:a16="http://schemas.microsoft.com/office/drawing/2014/main" id="{D8E13E30-A38A-4A02-AF6F-E627C84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(0.36)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2.47 (0.269)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2.43 (0.285)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(0.235)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(0.197)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2.28 (0.101)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2.26 (0.103)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2.35 (0.0929)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89-note">
            <a:extLst xmlns:a="http://schemas.openxmlformats.org/drawingml/2006/main">
              <a:ext uri="{FF2B5EF4-FFF2-40B4-BE49-F238E27FC236}">
                <a16:creationId xmlns:a16="http://schemas.microsoft.com/office/drawing/2014/main" id="{A9D71C48-65AD-408E-AFCD-4803FEF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89">
            <a:extLst xmlns:a="http://schemas.openxmlformats.org/drawingml/2006/main">
              <a:ext uri="{FF2B5EF4-FFF2-40B4-BE49-F238E27FC236}">
                <a16:creationId xmlns:a16="http://schemas.microsoft.com/office/drawing/2014/main" id="{907B6039-01DF-4DE4-BA65-2FE31FF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Housing and amenities</a:t>
            </a:r>
          </a:p>
        </p:txBody>
      </p:sp>
      <p:sp>
        <p:nvSpPr>
          <p:cNvPr id="9" name="footer-number-89">
            <a:extLst xmlns:a="http://schemas.openxmlformats.org/drawingml/2006/main">
              <a:ext uri="{FF2B5EF4-FFF2-40B4-BE49-F238E27FC236}">
                <a16:creationId xmlns:a16="http://schemas.microsoft.com/office/drawing/2014/main" id="{D6CCDA56-39BE-4512-AC7A-6FAB8AA3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200808296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0-eyebrow">
            <a:extLst xmlns:a="http://schemas.openxmlformats.org/drawingml/2006/main">
              <a:ext uri="{FF2B5EF4-FFF2-40B4-BE49-F238E27FC236}">
                <a16:creationId xmlns:a16="http://schemas.microsoft.com/office/drawing/2014/main" id="{DA507019-3D56-4621-A923-A2E6E431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HOUSING AND AMENITIES · MEAN ROOMS</a:t>
            </a:r>
          </a:p>
        </p:txBody>
      </p:sp>
      <p:sp>
        <p:nvSpPr>
          <p:cNvPr id="2" name="outcome-90-title">
            <a:extLst xmlns:a="http://schemas.openxmlformats.org/drawingml/2006/main">
              <a:ext uri="{FF2B5EF4-FFF2-40B4-BE49-F238E27FC236}">
                <a16:creationId xmlns:a16="http://schemas.microsoft.com/office/drawing/2014/main" id="{59181A37-0BC6-4409-96EB-793795E0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C1C6E-F28A-43EF-A633-9538D182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3117872754c8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0-table-label">
            <a:extLst xmlns:a="http://schemas.openxmlformats.org/drawingml/2006/main">
              <a:ext uri="{FF2B5EF4-FFF2-40B4-BE49-F238E27FC236}">
                <a16:creationId xmlns:a16="http://schemas.microsoft.com/office/drawing/2014/main" id="{3AEF3FC2-31C3-4405-A44A-4FBFBB01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5.52 (0.563)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5.56 (1.76)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6.18 (2.45)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5.68 (0.683)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6.09 (0.416)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5.65 (0.719)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5.76 (0.407)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5.82 (0.621)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6.18 (0.28)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0-note">
            <a:extLst xmlns:a="http://schemas.openxmlformats.org/drawingml/2006/main">
              <a:ext uri="{FF2B5EF4-FFF2-40B4-BE49-F238E27FC236}">
                <a16:creationId xmlns:a16="http://schemas.microsoft.com/office/drawing/2014/main" id="{A4C85909-4A89-4766-B700-A3C0E53D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0">
            <a:extLst xmlns:a="http://schemas.openxmlformats.org/drawingml/2006/main">
              <a:ext uri="{FF2B5EF4-FFF2-40B4-BE49-F238E27FC236}">
                <a16:creationId xmlns:a16="http://schemas.microsoft.com/office/drawing/2014/main" id="{97C179BD-3436-4B92-9B37-3B3F5E8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Housing and amenities</a:t>
            </a:r>
          </a:p>
        </p:txBody>
      </p:sp>
      <p:sp>
        <p:nvSpPr>
          <p:cNvPr id="9" name="footer-number-90">
            <a:extLst xmlns:a="http://schemas.openxmlformats.org/drawingml/2006/main">
              <a:ext uri="{FF2B5EF4-FFF2-40B4-BE49-F238E27FC236}">
                <a16:creationId xmlns:a16="http://schemas.microsoft.com/office/drawing/2014/main" id="{776275E9-C1D6-4F8C-B75D-6428548B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54475271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1-eyebrow">
            <a:extLst xmlns:a="http://schemas.openxmlformats.org/drawingml/2006/main">
              <a:ext uri="{FF2B5EF4-FFF2-40B4-BE49-F238E27FC236}">
                <a16:creationId xmlns:a16="http://schemas.microsoft.com/office/drawing/2014/main" id="{1D09E148-C819-49A2-A69E-94BA34EE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HOUSING AND AMENITIES · REFRIGERATOR SHARE</a:t>
            </a:r>
          </a:p>
        </p:txBody>
      </p:sp>
      <p:sp>
        <p:nvSpPr>
          <p:cNvPr id="2" name="outcome-91-title">
            <a:extLst xmlns:a="http://schemas.openxmlformats.org/drawingml/2006/main">
              <a:ext uri="{FF2B5EF4-FFF2-40B4-BE49-F238E27FC236}">
                <a16:creationId xmlns:a16="http://schemas.microsoft.com/office/drawing/2014/main" id="{62F74BE5-3C7F-4F0B-97F0-D78E5D8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BD625-7D28-485C-A86F-0C934CD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f1e41f81d42a7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1-table-label">
            <a:extLst xmlns:a="http://schemas.openxmlformats.org/drawingml/2006/main">
              <a:ext uri="{FF2B5EF4-FFF2-40B4-BE49-F238E27FC236}">
                <a16:creationId xmlns:a16="http://schemas.microsoft.com/office/drawing/2014/main" id="{C11E77F3-5BB3-444F-AF12-3930089B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0.0951 (0.109)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0.0858 (0.0719)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0.277 (0.224)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0.272 (0.135)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0.617 (0.211)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 (0.0864)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0.636 (0.233)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0.813 (0.0841)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0.881 (0.117)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0.966 (0.0274)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1-note">
            <a:extLst xmlns:a="http://schemas.openxmlformats.org/drawingml/2006/main">
              <a:ext uri="{FF2B5EF4-FFF2-40B4-BE49-F238E27FC236}">
                <a16:creationId xmlns:a16="http://schemas.microsoft.com/office/drawing/2014/main" id="{0EBE3F91-F02A-4D83-A7BB-5A4BB08B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1">
            <a:extLst xmlns:a="http://schemas.openxmlformats.org/drawingml/2006/main">
              <a:ext uri="{FF2B5EF4-FFF2-40B4-BE49-F238E27FC236}">
                <a16:creationId xmlns:a16="http://schemas.microsoft.com/office/drawing/2014/main" id="{6537D7CF-8C33-45E4-886D-29511151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Housing and amenities</a:t>
            </a:r>
          </a:p>
        </p:txBody>
      </p:sp>
      <p:sp>
        <p:nvSpPr>
          <p:cNvPr id="9" name="footer-number-91">
            <a:extLst xmlns:a="http://schemas.openxmlformats.org/drawingml/2006/main">
              <a:ext uri="{FF2B5EF4-FFF2-40B4-BE49-F238E27FC236}">
                <a16:creationId xmlns:a16="http://schemas.microsoft.com/office/drawing/2014/main" id="{DE051E2C-05EF-4781-95AD-1B76CF07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877334079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2-eyebrow">
            <a:extLst xmlns:a="http://schemas.openxmlformats.org/drawingml/2006/main">
              <a:ext uri="{FF2B5EF4-FFF2-40B4-BE49-F238E27FC236}">
                <a16:creationId xmlns:a16="http://schemas.microsoft.com/office/drawing/2014/main" id="{EF172AA8-0C92-4978-A929-6A7B923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INCOME DISTRIBUTION · ZERO INCOME SHARE AGE 15+</a:t>
            </a:r>
          </a:p>
        </p:txBody>
      </p:sp>
      <p:sp>
        <p:nvSpPr>
          <p:cNvPr id="2" name="outcome-92-title">
            <a:extLst xmlns:a="http://schemas.openxmlformats.org/drawingml/2006/main">
              <a:ext uri="{FF2B5EF4-FFF2-40B4-BE49-F238E27FC236}">
                <a16:creationId xmlns:a16="http://schemas.microsoft.com/office/drawing/2014/main" id="{7918F201-8FC5-40D3-82C7-2BA0C79E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12D3E-9D86-4E49-B55E-83783B00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944529ae242b2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2-table-label">
            <a:extLst xmlns:a="http://schemas.openxmlformats.org/drawingml/2006/main">
              <a:ext uri="{FF2B5EF4-FFF2-40B4-BE49-F238E27FC236}">
                <a16:creationId xmlns:a16="http://schemas.microsoft.com/office/drawing/2014/main" id="{32B7BB02-07B2-421C-8F01-E5890671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0.0228 (0.0469)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0.0137 (0.0135)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0.532 (0.0854)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0.485 (0.0545)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0.387 (0.0694)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0.342 (0.0456)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0.369 (0.0872)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0.316 (0.0392)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(0.0767)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 (0.0354)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2-note">
            <a:extLst xmlns:a="http://schemas.openxmlformats.org/drawingml/2006/main">
              <a:ext uri="{FF2B5EF4-FFF2-40B4-BE49-F238E27FC236}">
                <a16:creationId xmlns:a16="http://schemas.microsoft.com/office/drawing/2014/main" id="{99D3DE1D-E204-43B7-8CD8-FDE2D26C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2">
            <a:extLst xmlns:a="http://schemas.openxmlformats.org/drawingml/2006/main">
              <a:ext uri="{FF2B5EF4-FFF2-40B4-BE49-F238E27FC236}">
                <a16:creationId xmlns:a16="http://schemas.microsoft.com/office/drawing/2014/main" id="{FFB7DDB3-AEBC-4AB9-80C3-A27C0C14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Income distribution</a:t>
            </a:r>
          </a:p>
        </p:txBody>
      </p:sp>
      <p:sp>
        <p:nvSpPr>
          <p:cNvPr id="9" name="footer-number-92">
            <a:extLst xmlns:a="http://schemas.openxmlformats.org/drawingml/2006/main">
              <a:ext uri="{FF2B5EF4-FFF2-40B4-BE49-F238E27FC236}">
                <a16:creationId xmlns:a16="http://schemas.microsoft.com/office/drawing/2014/main" id="{5A0B2A57-8145-48B2-8005-E58A8524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24493281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3-eyebrow">
            <a:extLst xmlns:a="http://schemas.openxmlformats.org/drawingml/2006/main">
              <a:ext uri="{FF2B5EF4-FFF2-40B4-BE49-F238E27FC236}">
                <a16:creationId xmlns:a16="http://schemas.microsoft.com/office/drawing/2014/main" id="{B0E48CEE-1D25-4EEA-A953-74C3311A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INCOME DISTRIBUTION · POSITIVE INCOME Q1 SHARE AGE 15+</a:t>
            </a:r>
          </a:p>
        </p:txBody>
      </p:sp>
      <p:sp>
        <p:nvSpPr>
          <p:cNvPr id="2" name="outcome-93-title">
            <a:extLst xmlns:a="http://schemas.openxmlformats.org/drawingml/2006/main">
              <a:ext uri="{FF2B5EF4-FFF2-40B4-BE49-F238E27FC236}">
                <a16:creationId xmlns:a16="http://schemas.microsoft.com/office/drawing/2014/main" id="{F92DD95E-B0AE-4936-991F-62EBAE8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EDBA0-BCB6-4A07-99E7-B4CA215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43941b09045ac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3-table-label">
            <a:extLst xmlns:a="http://schemas.openxmlformats.org/drawingml/2006/main">
              <a:ext uri="{FF2B5EF4-FFF2-40B4-BE49-F238E27FC236}">
                <a16:creationId xmlns:a16="http://schemas.microsoft.com/office/drawing/2014/main" id="{7505CD6F-C816-4909-97EE-368B1CA9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 (0.253)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0.268 (0.174)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0.362 (0.218)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0.223 (0.0846)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0.347 (0.188)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0.199 (0.0636)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0.475 (0.187)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0.388 (0.0963)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0.296 (0.157)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0.184 (0.0588)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3-note">
            <a:extLst xmlns:a="http://schemas.openxmlformats.org/drawingml/2006/main">
              <a:ext uri="{FF2B5EF4-FFF2-40B4-BE49-F238E27FC236}">
                <a16:creationId xmlns:a16="http://schemas.microsoft.com/office/drawing/2014/main" id="{31E621E7-314D-43A7-B483-4B03F57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3">
            <a:extLst xmlns:a="http://schemas.openxmlformats.org/drawingml/2006/main">
              <a:ext uri="{FF2B5EF4-FFF2-40B4-BE49-F238E27FC236}">
                <a16:creationId xmlns:a16="http://schemas.microsoft.com/office/drawing/2014/main" id="{335E8BC9-FD9B-462C-AF42-FB4B1BA6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Income distribution</a:t>
            </a:r>
          </a:p>
        </p:txBody>
      </p:sp>
      <p:sp>
        <p:nvSpPr>
          <p:cNvPr id="9" name="footer-number-93">
            <a:extLst xmlns:a="http://schemas.openxmlformats.org/drawingml/2006/main">
              <a:ext uri="{FF2B5EF4-FFF2-40B4-BE49-F238E27FC236}">
                <a16:creationId xmlns:a16="http://schemas.microsoft.com/office/drawing/2014/main" id="{54C9BC68-7470-4BD7-B6A5-218C8298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0594161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4-eyebrow">
            <a:extLst xmlns:a="http://schemas.openxmlformats.org/drawingml/2006/main">
              <a:ext uri="{FF2B5EF4-FFF2-40B4-BE49-F238E27FC236}">
                <a16:creationId xmlns:a16="http://schemas.microsoft.com/office/drawing/2014/main" id="{E11140D3-4C23-4EA0-8166-4A4CEF2A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INCOME DISTRIBUTION · POSITIVE INCOME Q2 SHARE AGE 15+</a:t>
            </a:r>
          </a:p>
        </p:txBody>
      </p:sp>
      <p:sp>
        <p:nvSpPr>
          <p:cNvPr id="2" name="outcome-94-title">
            <a:extLst xmlns:a="http://schemas.openxmlformats.org/drawingml/2006/main">
              <a:ext uri="{FF2B5EF4-FFF2-40B4-BE49-F238E27FC236}">
                <a16:creationId xmlns:a16="http://schemas.microsoft.com/office/drawing/2014/main" id="{87BA47D9-67A1-475A-902E-6A3DFF7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F6306-B912-4E2F-83EE-F8DC114C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c0e64ad7b463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4-table-label">
            <a:extLst xmlns:a="http://schemas.openxmlformats.org/drawingml/2006/main">
              <a:ext uri="{FF2B5EF4-FFF2-40B4-BE49-F238E27FC236}">
                <a16:creationId xmlns:a16="http://schemas.microsoft.com/office/drawing/2014/main" id="{AE5ECF57-453B-4E20-83DF-698171A7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0.219 (0.103)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0.251 (0.0831)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0.217 (0.0858)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(0.0641)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0.265 (0.073)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0.317 (0.0659)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(0.0296)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0.129 (0.0205)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 (0.0782)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0.313 (0.0697)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4-note">
            <a:extLst xmlns:a="http://schemas.openxmlformats.org/drawingml/2006/main">
              <a:ext uri="{FF2B5EF4-FFF2-40B4-BE49-F238E27FC236}">
                <a16:creationId xmlns:a16="http://schemas.microsoft.com/office/drawing/2014/main" id="{E5A8824E-7F67-40B8-8B91-97CFEA51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4">
            <a:extLst xmlns:a="http://schemas.openxmlformats.org/drawingml/2006/main">
              <a:ext uri="{FF2B5EF4-FFF2-40B4-BE49-F238E27FC236}">
                <a16:creationId xmlns:a16="http://schemas.microsoft.com/office/drawing/2014/main" id="{3C948EA5-DCD1-4084-95E6-31E9C7BA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Income distribution</a:t>
            </a:r>
          </a:p>
        </p:txBody>
      </p:sp>
      <p:sp>
        <p:nvSpPr>
          <p:cNvPr id="9" name="footer-number-94">
            <a:extLst xmlns:a="http://schemas.openxmlformats.org/drawingml/2006/main">
              <a:ext uri="{FF2B5EF4-FFF2-40B4-BE49-F238E27FC236}">
                <a16:creationId xmlns:a16="http://schemas.microsoft.com/office/drawing/2014/main" id="{DEAA9882-2DF9-48E7-98FD-278845A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51063868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5-eyebrow">
            <a:extLst xmlns:a="http://schemas.openxmlformats.org/drawingml/2006/main">
              <a:ext uri="{FF2B5EF4-FFF2-40B4-BE49-F238E27FC236}">
                <a16:creationId xmlns:a16="http://schemas.microsoft.com/office/drawing/2014/main" id="{CE9EDC8E-13F2-4B88-9268-3441BC70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INCOME DISTRIBUTION · POSITIVE INCOME Q3 SHARE AGE 15+</a:t>
            </a:r>
          </a:p>
        </p:txBody>
      </p:sp>
      <p:sp>
        <p:nvSpPr>
          <p:cNvPr id="2" name="outcome-95-title">
            <a:extLst xmlns:a="http://schemas.openxmlformats.org/drawingml/2006/main">
              <a:ext uri="{FF2B5EF4-FFF2-40B4-BE49-F238E27FC236}">
                <a16:creationId xmlns:a16="http://schemas.microsoft.com/office/drawing/2014/main" id="{743F5EC7-E991-4463-BE04-AC2FF36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18B7B-6E31-4ED0-8D64-CE08EA6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2d9b5dac1442c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5-table-label">
            <a:extLst xmlns:a="http://schemas.openxmlformats.org/drawingml/2006/main">
              <a:ext uri="{FF2B5EF4-FFF2-40B4-BE49-F238E27FC236}">
                <a16:creationId xmlns:a16="http://schemas.microsoft.com/office/drawing/2014/main" id="{9773EB45-C795-4CCF-A910-1E7B5C7E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(0.141)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0.297 (0.13)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0.184 (0.0766)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0.236 (0.0489)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(0.0676)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0.224 (0.0438)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0.184 (0.0648)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0.228 (0.0424)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(0.0671)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0.195 (0.0347)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5-note">
            <a:extLst xmlns:a="http://schemas.openxmlformats.org/drawingml/2006/main">
              <a:ext uri="{FF2B5EF4-FFF2-40B4-BE49-F238E27FC236}">
                <a16:creationId xmlns:a16="http://schemas.microsoft.com/office/drawing/2014/main" id="{E753103E-6F4E-4545-825E-CE64143D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5">
            <a:extLst xmlns:a="http://schemas.openxmlformats.org/drawingml/2006/main">
              <a:ext uri="{FF2B5EF4-FFF2-40B4-BE49-F238E27FC236}">
                <a16:creationId xmlns:a16="http://schemas.microsoft.com/office/drawing/2014/main" id="{90D9D474-731B-40A4-B0AF-D5DC499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Income distribution</a:t>
            </a:r>
          </a:p>
        </p:txBody>
      </p:sp>
      <p:sp>
        <p:nvSpPr>
          <p:cNvPr id="9" name="footer-number-95">
            <a:extLst xmlns:a="http://schemas.openxmlformats.org/drawingml/2006/main">
              <a:ext uri="{FF2B5EF4-FFF2-40B4-BE49-F238E27FC236}">
                <a16:creationId xmlns:a16="http://schemas.microsoft.com/office/drawing/2014/main" id="{51102EE5-3EF1-4902-9D9E-473F0B2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15833671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6-eyebrow">
            <a:extLst xmlns:a="http://schemas.openxmlformats.org/drawingml/2006/main">
              <a:ext uri="{FF2B5EF4-FFF2-40B4-BE49-F238E27FC236}">
                <a16:creationId xmlns:a16="http://schemas.microsoft.com/office/drawing/2014/main" id="{45CA0F44-A78C-43A3-8ACC-4277A56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INCOME DISTRIBUTION · POSITIVE INCOME Q4 SHARE AGE 15+</a:t>
            </a:r>
          </a:p>
        </p:txBody>
      </p:sp>
      <p:sp>
        <p:nvSpPr>
          <p:cNvPr id="2" name="outcome-96-title">
            <a:extLst xmlns:a="http://schemas.openxmlformats.org/drawingml/2006/main">
              <a:ext uri="{FF2B5EF4-FFF2-40B4-BE49-F238E27FC236}">
                <a16:creationId xmlns:a16="http://schemas.microsoft.com/office/drawing/2014/main" id="{B371E0E5-509F-4CA3-BC4D-0A112FF1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62DA0-1DBA-4539-A5B9-6770D069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a8ac7ccc94508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6-table-label">
            <a:extLst xmlns:a="http://schemas.openxmlformats.org/drawingml/2006/main">
              <a:ext uri="{FF2B5EF4-FFF2-40B4-BE49-F238E27FC236}">
                <a16:creationId xmlns:a16="http://schemas.microsoft.com/office/drawing/2014/main" id="{8B2D27A6-DC0B-4819-A9A3-6AE0ABD4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0.0892 (0.0654)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0.0954 (0.0385)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0.139 (0.0774)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(0.0384)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0.132 (0.0782)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0.158 (0.044)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(0.0711)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0.149 (0.0367)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(0.0795)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 (0.0446)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6-note">
            <a:extLst xmlns:a="http://schemas.openxmlformats.org/drawingml/2006/main">
              <a:ext uri="{FF2B5EF4-FFF2-40B4-BE49-F238E27FC236}">
                <a16:creationId xmlns:a16="http://schemas.microsoft.com/office/drawing/2014/main" id="{E7300EE8-BDB5-40B4-967A-2D972E1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6">
            <a:extLst xmlns:a="http://schemas.openxmlformats.org/drawingml/2006/main">
              <a:ext uri="{FF2B5EF4-FFF2-40B4-BE49-F238E27FC236}">
                <a16:creationId xmlns:a16="http://schemas.microsoft.com/office/drawing/2014/main" id="{0FBF0350-E28C-408C-BA59-26138A46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Income distribution</a:t>
            </a:r>
          </a:p>
        </p:txBody>
      </p:sp>
      <p:sp>
        <p:nvSpPr>
          <p:cNvPr id="9" name="footer-number-96">
            <a:extLst xmlns:a="http://schemas.openxmlformats.org/drawingml/2006/main">
              <a:ext uri="{FF2B5EF4-FFF2-40B4-BE49-F238E27FC236}">
                <a16:creationId xmlns:a16="http://schemas.microsoft.com/office/drawing/2014/main" id="{776DBC69-3A5A-4C03-B785-5EDE7907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05468333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7-eyebrow">
            <a:extLst xmlns:a="http://schemas.openxmlformats.org/drawingml/2006/main">
              <a:ext uri="{FF2B5EF4-FFF2-40B4-BE49-F238E27FC236}">
                <a16:creationId xmlns:a16="http://schemas.microsoft.com/office/drawing/2014/main" id="{01AC08E9-1C15-4B33-A185-FE04C1A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INCOME DISTRIBUTION · POSITIVE INCOME Q5 SHARE AGE 15+</a:t>
            </a:r>
          </a:p>
        </p:txBody>
      </p:sp>
      <p:sp>
        <p:nvSpPr>
          <p:cNvPr id="2" name="outcome-97-title">
            <a:extLst xmlns:a="http://schemas.openxmlformats.org/drawingml/2006/main">
              <a:ext uri="{FF2B5EF4-FFF2-40B4-BE49-F238E27FC236}">
                <a16:creationId xmlns:a16="http://schemas.microsoft.com/office/drawing/2014/main" id="{417BEA2F-E43F-47D5-9944-73887184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6D03A-92DA-4C82-B4CA-5A7B261E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e704112864a9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7-table-label">
            <a:extLst xmlns:a="http://schemas.openxmlformats.org/drawingml/2006/main">
              <a:ext uri="{FF2B5EF4-FFF2-40B4-BE49-F238E27FC236}">
                <a16:creationId xmlns:a16="http://schemas.microsoft.com/office/drawing/2014/main" id="{E1660FF5-D7B4-4B4F-A3C7-2008EC47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0.0774 (0.0701)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0.0884 (0.0485)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0.0989 (0.071)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0.128 (0.0442)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0.0893 (0.0682)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 (0.0428)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0.0935 (0.0662)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0.106 (0.0404)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0.0977 (0.0642)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0.118 (0.0415)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7-note">
            <a:extLst xmlns:a="http://schemas.openxmlformats.org/drawingml/2006/main">
              <a:ext uri="{FF2B5EF4-FFF2-40B4-BE49-F238E27FC236}">
                <a16:creationId xmlns:a16="http://schemas.microsoft.com/office/drawing/2014/main" id="{4483D750-7B40-44A7-B23E-E940C392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7">
            <a:extLst xmlns:a="http://schemas.openxmlformats.org/drawingml/2006/main">
              <a:ext uri="{FF2B5EF4-FFF2-40B4-BE49-F238E27FC236}">
                <a16:creationId xmlns:a16="http://schemas.microsoft.com/office/drawing/2014/main" id="{2EA91FBB-E33D-4D3D-B732-3B67485C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Income distribution</a:t>
            </a:r>
          </a:p>
        </p:txBody>
      </p:sp>
      <p:sp>
        <p:nvSpPr>
          <p:cNvPr id="9" name="footer-number-97">
            <a:extLst xmlns:a="http://schemas.openxmlformats.org/drawingml/2006/main">
              <a:ext uri="{FF2B5EF4-FFF2-40B4-BE49-F238E27FC236}">
                <a16:creationId xmlns:a16="http://schemas.microsoft.com/office/drawing/2014/main" id="{24DABB92-9381-4E19-9056-6006915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97813837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8-eyebrow">
            <a:extLst xmlns:a="http://schemas.openxmlformats.org/drawingml/2006/main">
              <a:ext uri="{FF2B5EF4-FFF2-40B4-BE49-F238E27FC236}">
                <a16:creationId xmlns:a16="http://schemas.microsoft.com/office/drawing/2014/main" id="{A6DA774E-324C-494F-9227-EFA4242A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POPULATION · WEIGHTED POPULATION</a:t>
            </a:r>
          </a:p>
        </p:txBody>
      </p:sp>
      <p:sp>
        <p:nvSpPr>
          <p:cNvPr id="2" name="outcome-98-title">
            <a:extLst xmlns:a="http://schemas.openxmlformats.org/drawingml/2006/main">
              <a:ext uri="{FF2B5EF4-FFF2-40B4-BE49-F238E27FC236}">
                <a16:creationId xmlns:a16="http://schemas.microsoft.com/office/drawing/2014/main" id="{1E5FAC88-BF4D-4600-8F73-7DAD5D0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38DBA-CC1A-4906-A83D-80F6F85C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fad7045de4c9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8-table-label">
            <a:extLst xmlns:a="http://schemas.openxmlformats.org/drawingml/2006/main">
              <a:ext uri="{FF2B5EF4-FFF2-40B4-BE49-F238E27FC236}">
                <a16:creationId xmlns:a16="http://schemas.microsoft.com/office/drawing/2014/main" id="{65BFB8C1-071D-4BB3-9FFD-852F339F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24.6k (129k)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17.3k (24.6k)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31.4k (178k)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23.0k (42.0k)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38.7k (207k)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30.0k (61.7k)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44.8k (229k)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35.9k (83.3k)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50.3k (251k)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42.0k (101k)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8-note">
            <a:extLst xmlns:a="http://schemas.openxmlformats.org/drawingml/2006/main">
              <a:ext uri="{FF2B5EF4-FFF2-40B4-BE49-F238E27FC236}">
                <a16:creationId xmlns:a16="http://schemas.microsoft.com/office/drawing/2014/main" id="{B360F88E-897C-4AF4-A825-68B5B7CB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8">
            <a:extLst xmlns:a="http://schemas.openxmlformats.org/drawingml/2006/main">
              <a:ext uri="{FF2B5EF4-FFF2-40B4-BE49-F238E27FC236}">
                <a16:creationId xmlns:a16="http://schemas.microsoft.com/office/drawing/2014/main" id="{03A23FBA-F312-4C76-B058-CC36BE55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Population</a:t>
            </a:r>
          </a:p>
        </p:txBody>
      </p:sp>
      <p:sp>
        <p:nvSpPr>
          <p:cNvPr id="9" name="footer-number-98">
            <a:extLst xmlns:a="http://schemas.openxmlformats.org/drawingml/2006/main">
              <a:ext uri="{FF2B5EF4-FFF2-40B4-BE49-F238E27FC236}">
                <a16:creationId xmlns:a16="http://schemas.microsoft.com/office/drawing/2014/main" id="{159F4832-8AA9-46A8-A64D-517D5CE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66284667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99-eyebrow">
            <a:extLst xmlns:a="http://schemas.openxmlformats.org/drawingml/2006/main">
              <a:ext uri="{FF2B5EF4-FFF2-40B4-BE49-F238E27FC236}">
                <a16:creationId xmlns:a16="http://schemas.microsoft.com/office/drawing/2014/main" id="{0E644B6B-39E5-4E91-80A2-111ED29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FEMALE SHARE</a:t>
            </a:r>
          </a:p>
        </p:txBody>
      </p:sp>
      <p:sp>
        <p:nvSpPr>
          <p:cNvPr id="2" name="outcome-99-title">
            <a:extLst xmlns:a="http://schemas.openxmlformats.org/drawingml/2006/main">
              <a:ext uri="{FF2B5EF4-FFF2-40B4-BE49-F238E27FC236}">
                <a16:creationId xmlns:a16="http://schemas.microsoft.com/office/drawing/2014/main" id="{FD6CEEBE-0B43-40A6-92FB-DA6CEA08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932DD-E934-4B01-BFCF-962A4147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56406b00246d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99-table-label">
            <a:extLst xmlns:a="http://schemas.openxmlformats.org/drawingml/2006/main">
              <a:ext uri="{FF2B5EF4-FFF2-40B4-BE49-F238E27FC236}">
                <a16:creationId xmlns:a16="http://schemas.microsoft.com/office/drawing/2014/main" id="{F242E838-1818-47EA-A288-B8830B0B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 (0.0157)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(0.0149)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0.489 (0.0145)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0.494 (0.0133)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 (0.0154)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0.491 (0.0137)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0.498 (0.0146)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(0.012)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99-note">
            <a:extLst xmlns:a="http://schemas.openxmlformats.org/drawingml/2006/main">
              <a:ext uri="{FF2B5EF4-FFF2-40B4-BE49-F238E27FC236}">
                <a16:creationId xmlns:a16="http://schemas.microsoft.com/office/drawing/2014/main" id="{83E89A57-0D3B-4271-AC7E-333FB7C3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99">
            <a:extLst xmlns:a="http://schemas.openxmlformats.org/drawingml/2006/main">
              <a:ext uri="{FF2B5EF4-FFF2-40B4-BE49-F238E27FC236}">
                <a16:creationId xmlns:a16="http://schemas.microsoft.com/office/drawing/2014/main" id="{2BF20DE5-34DF-4D62-BA52-D641AB7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99">
            <a:extLst xmlns:a="http://schemas.openxmlformats.org/drawingml/2006/main">
              <a:ext uri="{FF2B5EF4-FFF2-40B4-BE49-F238E27FC236}">
                <a16:creationId xmlns:a16="http://schemas.microsoft.com/office/drawing/2014/main" id="{DDFA200F-1A65-4363-B3F6-D849F2E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190209071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0-eyebrow">
            <a:extLst xmlns:a="http://schemas.openxmlformats.org/drawingml/2006/main">
              <a:ext uri="{FF2B5EF4-FFF2-40B4-BE49-F238E27FC236}">
                <a16:creationId xmlns:a16="http://schemas.microsoft.com/office/drawing/2014/main" id="{2AE42477-C3EF-4973-ABB5-A99DDA6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RACE ASIAN SHARE</a:t>
            </a:r>
          </a:p>
        </p:txBody>
      </p:sp>
      <p:sp>
        <p:nvSpPr>
          <p:cNvPr id="2" name="outcome-100-title">
            <a:extLst xmlns:a="http://schemas.openxmlformats.org/drawingml/2006/main">
              <a:ext uri="{FF2B5EF4-FFF2-40B4-BE49-F238E27FC236}">
                <a16:creationId xmlns:a16="http://schemas.microsoft.com/office/drawing/2014/main" id="{01F1D626-D44A-43C7-9303-8DEA2E22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5090-F2E4-4012-9231-DDDDAB2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a603d93c94778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0-table-label">
            <a:extLst xmlns:a="http://schemas.openxmlformats.org/drawingml/2006/main">
              <a:ext uri="{FF2B5EF4-FFF2-40B4-BE49-F238E27FC236}">
                <a16:creationId xmlns:a16="http://schemas.microsoft.com/office/drawing/2014/main" id="{61D59AE7-4126-473C-8778-EABAFE8C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0.00232 (0.00734)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0.00134 (0.00208)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0.00263 (0.0062)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0.00157 (0.00233)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0.00933 (0.00836)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0.0105 (0.00692)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0-note">
            <a:extLst xmlns:a="http://schemas.openxmlformats.org/drawingml/2006/main">
              <a:ext uri="{FF2B5EF4-FFF2-40B4-BE49-F238E27FC236}">
                <a16:creationId xmlns:a16="http://schemas.microsoft.com/office/drawing/2014/main" id="{F6193E33-A935-4C50-BB52-D2AA681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0">
            <a:extLst xmlns:a="http://schemas.openxmlformats.org/drawingml/2006/main">
              <a:ext uri="{FF2B5EF4-FFF2-40B4-BE49-F238E27FC236}">
                <a16:creationId xmlns:a16="http://schemas.microsoft.com/office/drawing/2014/main" id="{CB880BC1-8D9C-4FB6-A426-4645593D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0">
            <a:extLst xmlns:a="http://schemas.openxmlformats.org/drawingml/2006/main">
              <a:ext uri="{FF2B5EF4-FFF2-40B4-BE49-F238E27FC236}">
                <a16:creationId xmlns:a16="http://schemas.microsoft.com/office/drawing/2014/main" id="{492AC452-23C7-46BE-A51D-A5CCF2E7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6927321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1-eyebrow">
            <a:extLst xmlns:a="http://schemas.openxmlformats.org/drawingml/2006/main">
              <a:ext uri="{FF2B5EF4-FFF2-40B4-BE49-F238E27FC236}">
                <a16:creationId xmlns:a16="http://schemas.microsoft.com/office/drawing/2014/main" id="{A2D68CFB-FA6E-43BE-92DF-2117B40B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RACE BLACK SHARE</a:t>
            </a:r>
          </a:p>
        </p:txBody>
      </p:sp>
      <p:sp>
        <p:nvSpPr>
          <p:cNvPr id="2" name="outcome-101-title">
            <a:extLst xmlns:a="http://schemas.openxmlformats.org/drawingml/2006/main">
              <a:ext uri="{FF2B5EF4-FFF2-40B4-BE49-F238E27FC236}">
                <a16:creationId xmlns:a16="http://schemas.microsoft.com/office/drawing/2014/main" id="{23A56B2D-B20E-455D-AC63-F8C71C5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0AD72-53FB-48F9-B122-FDF9CA88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f4b9bb9a743a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1-table-label">
            <a:extLst xmlns:a="http://schemas.openxmlformats.org/drawingml/2006/main">
              <a:ext uri="{FF2B5EF4-FFF2-40B4-BE49-F238E27FC236}">
                <a16:creationId xmlns:a16="http://schemas.microsoft.com/office/drawing/2014/main" id="{F5F561E6-C436-4E1A-80D2-29450FE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0.854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0.875 (0.134)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0.0494 (0.045)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0.0464 (0.0253)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0.0592 (0.0464)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0.0539 (0.0233)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0.0654 (0.0506)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0.0752 (0.0238)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1-note">
            <a:extLst xmlns:a="http://schemas.openxmlformats.org/drawingml/2006/main">
              <a:ext uri="{FF2B5EF4-FFF2-40B4-BE49-F238E27FC236}">
                <a16:creationId xmlns:a16="http://schemas.microsoft.com/office/drawing/2014/main" id="{AB0EAA3D-BD73-4D3A-BCA5-136109C5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1">
            <a:extLst xmlns:a="http://schemas.openxmlformats.org/drawingml/2006/main">
              <a:ext uri="{FF2B5EF4-FFF2-40B4-BE49-F238E27FC236}">
                <a16:creationId xmlns:a16="http://schemas.microsoft.com/office/drawing/2014/main" id="{7F5567A2-8FA0-4BA6-9B87-1607308C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1">
            <a:extLst xmlns:a="http://schemas.openxmlformats.org/drawingml/2006/main">
              <a:ext uri="{FF2B5EF4-FFF2-40B4-BE49-F238E27FC236}">
                <a16:creationId xmlns:a16="http://schemas.microsoft.com/office/drawing/2014/main" id="{9DA80BED-3E2E-4796-927B-71836F2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212828651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2-eyebrow">
            <a:extLst xmlns:a="http://schemas.openxmlformats.org/drawingml/2006/main">
              <a:ext uri="{FF2B5EF4-FFF2-40B4-BE49-F238E27FC236}">
                <a16:creationId xmlns:a16="http://schemas.microsoft.com/office/drawing/2014/main" id="{DF2C3C8C-95AA-470C-8C77-BE2FBA89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RACE INDIGENOUS SHARE</a:t>
            </a:r>
          </a:p>
        </p:txBody>
      </p:sp>
      <p:sp>
        <p:nvSpPr>
          <p:cNvPr id="2" name="outcome-102-title">
            <a:extLst xmlns:a="http://schemas.openxmlformats.org/drawingml/2006/main">
              <a:ext uri="{FF2B5EF4-FFF2-40B4-BE49-F238E27FC236}">
                <a16:creationId xmlns:a16="http://schemas.microsoft.com/office/drawing/2014/main" id="{08E299DF-AACA-4695-A9FF-8FF2B76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E6FB6-C7C2-403B-BCC9-97E8114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c37cf965649d3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2-table-label">
            <a:extLst xmlns:a="http://schemas.openxmlformats.org/drawingml/2006/main">
              <a:ext uri="{FF2B5EF4-FFF2-40B4-BE49-F238E27FC236}">
                <a16:creationId xmlns:a16="http://schemas.microsoft.com/office/drawing/2014/main" id="{0182557C-8DFC-46B1-830A-6337F88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0.00237 (0.0212)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0.000432 (0.000856)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0.00428 (0.0234)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0.00144 (0.00164)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0.00463 (0.0297)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0.000851 (0.00134)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2-note">
            <a:extLst xmlns:a="http://schemas.openxmlformats.org/drawingml/2006/main">
              <a:ext uri="{FF2B5EF4-FFF2-40B4-BE49-F238E27FC236}">
                <a16:creationId xmlns:a16="http://schemas.microsoft.com/office/drawing/2014/main" id="{ADDBA014-836D-4E66-98F7-B37C1F52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2">
            <a:extLst xmlns:a="http://schemas.openxmlformats.org/drawingml/2006/main">
              <a:ext uri="{FF2B5EF4-FFF2-40B4-BE49-F238E27FC236}">
                <a16:creationId xmlns:a16="http://schemas.microsoft.com/office/drawing/2014/main" id="{BDF98AC3-A0EA-452A-9D12-2792E186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2">
            <a:extLst xmlns:a="http://schemas.openxmlformats.org/drawingml/2006/main">
              <a:ext uri="{FF2B5EF4-FFF2-40B4-BE49-F238E27FC236}">
                <a16:creationId xmlns:a16="http://schemas.microsoft.com/office/drawing/2014/main" id="{783A3452-C81B-495A-909B-67A6803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29412043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3-eyebrow">
            <a:extLst xmlns:a="http://schemas.openxmlformats.org/drawingml/2006/main">
              <a:ext uri="{FF2B5EF4-FFF2-40B4-BE49-F238E27FC236}">
                <a16:creationId xmlns:a16="http://schemas.microsoft.com/office/drawing/2014/main" id="{3A41E262-6233-4064-B2C2-CBCF82F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RACE PARDO SHARE</a:t>
            </a:r>
          </a:p>
        </p:txBody>
      </p:sp>
      <p:sp>
        <p:nvSpPr>
          <p:cNvPr id="2" name="outcome-103-title">
            <a:extLst xmlns:a="http://schemas.openxmlformats.org/drawingml/2006/main">
              <a:ext uri="{FF2B5EF4-FFF2-40B4-BE49-F238E27FC236}">
                <a16:creationId xmlns:a16="http://schemas.microsoft.com/office/drawing/2014/main" id="{F70CDF4C-222E-4865-9DA2-174DB08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1A740-7075-434A-B45A-CB00EADA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c96f44dc64298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3-table-label">
            <a:extLst xmlns:a="http://schemas.openxmlformats.org/drawingml/2006/main">
              <a:ext uri="{FF2B5EF4-FFF2-40B4-BE49-F238E27FC236}">
                <a16:creationId xmlns:a16="http://schemas.microsoft.com/office/drawing/2014/main" id="{3B4DE4A0-4BE9-481D-B48A-ADA7004B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0.125 (0.134)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0.441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0.471 (0.246)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0.398 (0.23)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0.411 (0.19)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0.448 (0.204)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0.491 (0.143)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3-note">
            <a:extLst xmlns:a="http://schemas.openxmlformats.org/drawingml/2006/main">
              <a:ext uri="{FF2B5EF4-FFF2-40B4-BE49-F238E27FC236}">
                <a16:creationId xmlns:a16="http://schemas.microsoft.com/office/drawing/2014/main" id="{F7FDF700-DBC0-4FCC-BD60-7EC1D7D8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3">
            <a:extLst xmlns:a="http://schemas.openxmlformats.org/drawingml/2006/main">
              <a:ext uri="{FF2B5EF4-FFF2-40B4-BE49-F238E27FC236}">
                <a16:creationId xmlns:a16="http://schemas.microsoft.com/office/drawing/2014/main" id="{25CF4AC6-F3D9-47A5-87ED-2D2C1C9C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3">
            <a:extLst xmlns:a="http://schemas.openxmlformats.org/drawingml/2006/main">
              <a:ext uri="{FF2B5EF4-FFF2-40B4-BE49-F238E27FC236}">
                <a16:creationId xmlns:a16="http://schemas.microsoft.com/office/drawing/2014/main" id="{0E538E00-DF2C-41A3-9710-71DB25E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787714826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4-eyebrow">
            <a:extLst xmlns:a="http://schemas.openxmlformats.org/drawingml/2006/main">
              <a:ext uri="{FF2B5EF4-FFF2-40B4-BE49-F238E27FC236}">
                <a16:creationId xmlns:a16="http://schemas.microsoft.com/office/drawing/2014/main" id="{D2F4E8A9-65B5-46E6-B42F-72C60399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RACE WHITE SHARE</a:t>
            </a:r>
          </a:p>
        </p:txBody>
      </p:sp>
      <p:sp>
        <p:nvSpPr>
          <p:cNvPr id="2" name="outcome-104-title">
            <a:extLst xmlns:a="http://schemas.openxmlformats.org/drawingml/2006/main">
              <a:ext uri="{FF2B5EF4-FFF2-40B4-BE49-F238E27FC236}">
                <a16:creationId xmlns:a16="http://schemas.microsoft.com/office/drawing/2014/main" id="{5A721DAB-3097-4E73-B6E1-16D1C3DD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FDE18-FDFD-4838-BCA9-C34191C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a9ad372754131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4-table-label">
            <a:extLst xmlns:a="http://schemas.openxmlformats.org/drawingml/2006/main">
              <a:ext uri="{FF2B5EF4-FFF2-40B4-BE49-F238E27FC236}">
                <a16:creationId xmlns:a16="http://schemas.microsoft.com/office/drawing/2014/main" id="{5A69FF6A-F6C1-49F6-8000-F117500B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0.505 (0.277)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0.481 (0.241)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0.536 (0.247)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0.532 (0.189)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0.473 (0.23)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0.422 (0.153)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4-note">
            <a:extLst xmlns:a="http://schemas.openxmlformats.org/drawingml/2006/main">
              <a:ext uri="{FF2B5EF4-FFF2-40B4-BE49-F238E27FC236}">
                <a16:creationId xmlns:a16="http://schemas.microsoft.com/office/drawing/2014/main" id="{9028632A-375E-4DDB-BF63-C056BB6E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4">
            <a:extLst xmlns:a="http://schemas.openxmlformats.org/drawingml/2006/main">
              <a:ext uri="{FF2B5EF4-FFF2-40B4-BE49-F238E27FC236}">
                <a16:creationId xmlns:a16="http://schemas.microsoft.com/office/drawing/2014/main" id="{1103567F-09F0-40FA-936B-E15E1070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4">
            <a:extLst xmlns:a="http://schemas.openxmlformats.org/drawingml/2006/main">
              <a:ext uri="{FF2B5EF4-FFF2-40B4-BE49-F238E27FC236}">
                <a16:creationId xmlns:a16="http://schemas.microsoft.com/office/drawing/2014/main" id="{95FE8C28-CEA7-4B0B-AE8B-C873043A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581461065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5-eyebrow">
            <a:extLst xmlns:a="http://schemas.openxmlformats.org/drawingml/2006/main">
              <a:ext uri="{FF2B5EF4-FFF2-40B4-BE49-F238E27FC236}">
                <a16:creationId xmlns:a16="http://schemas.microsoft.com/office/drawing/2014/main" id="{4D3915DF-B047-4721-B0F8-0E6B0E0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MEAN HOUSEHOLD SIZE</a:t>
            </a:r>
          </a:p>
        </p:txBody>
      </p:sp>
      <p:sp>
        <p:nvSpPr>
          <p:cNvPr id="2" name="outcome-105-title">
            <a:extLst xmlns:a="http://schemas.openxmlformats.org/drawingml/2006/main">
              <a:ext uri="{FF2B5EF4-FFF2-40B4-BE49-F238E27FC236}">
                <a16:creationId xmlns:a16="http://schemas.microsoft.com/office/drawing/2014/main" id="{C2CE1B0A-341A-4ED4-9E30-498A21C9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8465F-0FE7-40F9-86CD-F874D127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9cb70df504da0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5-table-label">
            <a:extLst xmlns:a="http://schemas.openxmlformats.org/drawingml/2006/main">
              <a:ext uri="{FF2B5EF4-FFF2-40B4-BE49-F238E27FC236}">
                <a16:creationId xmlns:a16="http://schemas.microsoft.com/office/drawing/2014/main" id="{E2AB54A4-6E32-4730-B911-49E4293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6.56 (0.58)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6.59 (0.483)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0.00206 (0.119)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4.53 (0.313)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4.32 (0.653)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3.96 (0.153)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5-note">
            <a:extLst xmlns:a="http://schemas.openxmlformats.org/drawingml/2006/main">
              <a:ext uri="{FF2B5EF4-FFF2-40B4-BE49-F238E27FC236}">
                <a16:creationId xmlns:a16="http://schemas.microsoft.com/office/drawing/2014/main" id="{B966947E-98E6-46E5-B6B5-AD463574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5">
            <a:extLst xmlns:a="http://schemas.openxmlformats.org/drawingml/2006/main">
              <a:ext uri="{FF2B5EF4-FFF2-40B4-BE49-F238E27FC236}">
                <a16:creationId xmlns:a16="http://schemas.microsoft.com/office/drawing/2014/main" id="{AD78FE38-698F-4212-9833-7675C05A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5">
            <a:extLst xmlns:a="http://schemas.openxmlformats.org/drawingml/2006/main">
              <a:ext uri="{FF2B5EF4-FFF2-40B4-BE49-F238E27FC236}">
                <a16:creationId xmlns:a16="http://schemas.microsoft.com/office/drawing/2014/main" id="{5D8084C9-369C-4506-A641-DA696FF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813321648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6-eyebrow">
            <a:extLst xmlns:a="http://schemas.openxmlformats.org/drawingml/2006/main">
              <a:ext uri="{FF2B5EF4-FFF2-40B4-BE49-F238E27FC236}">
                <a16:creationId xmlns:a16="http://schemas.microsoft.com/office/drawing/2014/main" id="{3274733B-3733-4C24-8948-6B5D5154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DEMOGRAPHICS · URBAN SHARE</a:t>
            </a:r>
          </a:p>
        </p:txBody>
      </p:sp>
      <p:sp>
        <p:nvSpPr>
          <p:cNvPr id="2" name="outcome-106-title">
            <a:extLst xmlns:a="http://schemas.openxmlformats.org/drawingml/2006/main">
              <a:ext uri="{FF2B5EF4-FFF2-40B4-BE49-F238E27FC236}">
                <a16:creationId xmlns:a16="http://schemas.microsoft.com/office/drawing/2014/main" id="{2075CED9-0061-4F88-AB34-8B7418E3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11C3F-0DD9-4FB4-B18C-777B121D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860b67124837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6-table-label">
            <a:extLst xmlns:a="http://schemas.openxmlformats.org/drawingml/2006/main">
              <a:ext uri="{FF2B5EF4-FFF2-40B4-BE49-F238E27FC236}">
                <a16:creationId xmlns:a16="http://schemas.microsoft.com/office/drawing/2014/main" id="{3DDA88CC-01D3-4D30-8D70-1F1DB9D2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0.311 (0.207)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0.403 (0.178)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0.547 (0.228)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0.699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0.627 (0.214)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0.791 (0.137)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0.677 (0.2)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0.815 (0.123)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06-note">
            <a:extLst xmlns:a="http://schemas.openxmlformats.org/drawingml/2006/main">
              <a:ext uri="{FF2B5EF4-FFF2-40B4-BE49-F238E27FC236}">
                <a16:creationId xmlns:a16="http://schemas.microsoft.com/office/drawing/2014/main" id="{3ECF0925-3B08-4786-8E22-0E246633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6">
            <a:extLst xmlns:a="http://schemas.openxmlformats.org/drawingml/2006/main">
              <a:ext uri="{FF2B5EF4-FFF2-40B4-BE49-F238E27FC236}">
                <a16:creationId xmlns:a16="http://schemas.microsoft.com/office/drawing/2014/main" id="{75A4749F-B734-48BE-B660-3D85E52B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Demographics</a:t>
            </a:r>
          </a:p>
        </p:txBody>
      </p:sp>
      <p:sp>
        <p:nvSpPr>
          <p:cNvPr id="9" name="footer-number-106">
            <a:extLst xmlns:a="http://schemas.openxmlformats.org/drawingml/2006/main">
              <a:ext uri="{FF2B5EF4-FFF2-40B4-BE49-F238E27FC236}">
                <a16:creationId xmlns:a16="http://schemas.microsoft.com/office/drawing/2014/main" id="{FFF68567-3855-4EC5-8DE5-49AE8425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484485981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7-eyebrow">
            <a:extLst xmlns:a="http://schemas.openxmlformats.org/drawingml/2006/main">
              <a:ext uri="{FF2B5EF4-FFF2-40B4-BE49-F238E27FC236}">
                <a16:creationId xmlns:a16="http://schemas.microsoft.com/office/drawing/2014/main" id="{884A3370-E996-426A-A94F-183D758F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AGE COMPOSITION · MEAN AGE</a:t>
            </a:r>
          </a:p>
        </p:txBody>
      </p:sp>
      <p:sp>
        <p:nvSpPr>
          <p:cNvPr id="2" name="outcome-107-title">
            <a:extLst xmlns:a="http://schemas.openxmlformats.org/drawingml/2006/main">
              <a:ext uri="{FF2B5EF4-FFF2-40B4-BE49-F238E27FC236}">
                <a16:creationId xmlns:a16="http://schemas.microsoft.com/office/drawing/2014/main" id="{E12FFB03-58ED-42CF-AFB8-9997D9EE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659DB-FE77-4F75-B84C-6059D29E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17c4e03ac4ce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7-table-label">
            <a:extLst xmlns:a="http://schemas.openxmlformats.org/drawingml/2006/main">
              <a:ext uri="{FF2B5EF4-FFF2-40B4-BE49-F238E27FC236}">
                <a16:creationId xmlns:a16="http://schemas.microsoft.com/office/drawing/2014/main" id="{23CC1948-C52B-47E5-8A82-5B3FA81B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21.9 (1.66)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21.9 (1.2)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23.6 (1.95)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23.8 (1.57)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25.8 (2.29)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 (1.57)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28.4 (2.58)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28.8 (1.65)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 (2.89)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32.5 (1.77)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07-note">
            <a:extLst xmlns:a="http://schemas.openxmlformats.org/drawingml/2006/main">
              <a:ext uri="{FF2B5EF4-FFF2-40B4-BE49-F238E27FC236}">
                <a16:creationId xmlns:a16="http://schemas.microsoft.com/office/drawing/2014/main" id="{AAE1B995-5AC1-446F-A4F9-3AA531E4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7">
            <a:extLst xmlns:a="http://schemas.openxmlformats.org/drawingml/2006/main">
              <a:ext uri="{FF2B5EF4-FFF2-40B4-BE49-F238E27FC236}">
                <a16:creationId xmlns:a16="http://schemas.microsoft.com/office/drawing/2014/main" id="{C438F69F-6385-47DE-B103-94F4C09C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Age composition</a:t>
            </a:r>
          </a:p>
        </p:txBody>
      </p:sp>
      <p:sp>
        <p:nvSpPr>
          <p:cNvPr id="9" name="footer-number-107">
            <a:extLst xmlns:a="http://schemas.openxmlformats.org/drawingml/2006/main">
              <a:ext uri="{FF2B5EF4-FFF2-40B4-BE49-F238E27FC236}">
                <a16:creationId xmlns:a16="http://schemas.microsoft.com/office/drawing/2014/main" id="{FF2111A7-02D2-4C61-8B8E-284FF72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58282000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8-eyebrow">
            <a:extLst xmlns:a="http://schemas.openxmlformats.org/drawingml/2006/main">
              <a:ext uri="{FF2B5EF4-FFF2-40B4-BE49-F238E27FC236}">
                <a16:creationId xmlns:a16="http://schemas.microsoft.com/office/drawing/2014/main" id="{353A235F-4DD9-401A-9084-EF8ED37E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AGE COMPOSITION · SHARE AGE 0 4</a:t>
            </a:r>
          </a:p>
        </p:txBody>
      </p:sp>
      <p:sp>
        <p:nvSpPr>
          <p:cNvPr id="2" name="outcome-108-title">
            <a:extLst xmlns:a="http://schemas.openxmlformats.org/drawingml/2006/main">
              <a:ext uri="{FF2B5EF4-FFF2-40B4-BE49-F238E27FC236}">
                <a16:creationId xmlns:a16="http://schemas.microsoft.com/office/drawing/2014/main" id="{0580C276-9E44-4E1D-BD20-E5FD1964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CA724-9058-47D0-83B2-6D0E9116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e6a0ead3b4192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8-table-label">
            <a:extLst xmlns:a="http://schemas.openxmlformats.org/drawingml/2006/main">
              <a:ext uri="{FF2B5EF4-FFF2-40B4-BE49-F238E27FC236}">
                <a16:creationId xmlns:a16="http://schemas.microsoft.com/office/drawing/2014/main" id="{3065D9FE-DA11-459F-8A65-90AA99F2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 (0.0229)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0.155 (0.0185)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 (0.0259)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(0.0203)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(0.0214)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 (0.0118)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 (0.0198)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0.0919 (0.0112)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0.0727 (0.0158)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0.0688 (0.00748)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08-note">
            <a:extLst xmlns:a="http://schemas.openxmlformats.org/drawingml/2006/main">
              <a:ext uri="{FF2B5EF4-FFF2-40B4-BE49-F238E27FC236}">
                <a16:creationId xmlns:a16="http://schemas.microsoft.com/office/drawing/2014/main" id="{6673FD1E-7B7C-4FAF-9313-A56472AC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8">
            <a:extLst xmlns:a="http://schemas.openxmlformats.org/drawingml/2006/main">
              <a:ext uri="{FF2B5EF4-FFF2-40B4-BE49-F238E27FC236}">
                <a16:creationId xmlns:a16="http://schemas.microsoft.com/office/drawing/2014/main" id="{DFA2B499-8B89-4D8C-A652-1C366EE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Age composition</a:t>
            </a:r>
          </a:p>
        </p:txBody>
      </p:sp>
      <p:sp>
        <p:nvSpPr>
          <p:cNvPr id="9" name="footer-number-108">
            <a:extLst xmlns:a="http://schemas.openxmlformats.org/drawingml/2006/main">
              <a:ext uri="{FF2B5EF4-FFF2-40B4-BE49-F238E27FC236}">
                <a16:creationId xmlns:a16="http://schemas.microsoft.com/office/drawing/2014/main" id="{B892A483-FF21-43E6-BB77-3A07371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2030209165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09-eyebrow">
            <a:extLst xmlns:a="http://schemas.openxmlformats.org/drawingml/2006/main">
              <a:ext uri="{FF2B5EF4-FFF2-40B4-BE49-F238E27FC236}">
                <a16:creationId xmlns:a16="http://schemas.microsoft.com/office/drawing/2014/main" id="{59260AEC-BCC9-4E79-B96F-FD74C06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AGE COMPOSITION · SHARE AGE 15 24</a:t>
            </a:r>
          </a:p>
        </p:txBody>
      </p:sp>
      <p:sp>
        <p:nvSpPr>
          <p:cNvPr id="2" name="outcome-109-title">
            <a:extLst xmlns:a="http://schemas.openxmlformats.org/drawingml/2006/main">
              <a:ext uri="{FF2B5EF4-FFF2-40B4-BE49-F238E27FC236}">
                <a16:creationId xmlns:a16="http://schemas.microsoft.com/office/drawing/2014/main" id="{0ED4AE80-B32B-447D-B46F-F9D8BD5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DD116-5639-4693-A59B-CE3FD19A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dafeb0b524990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09-table-label">
            <a:extLst xmlns:a="http://schemas.openxmlformats.org/drawingml/2006/main">
              <a:ext uri="{FF2B5EF4-FFF2-40B4-BE49-F238E27FC236}">
                <a16:creationId xmlns:a16="http://schemas.microsoft.com/office/drawing/2014/main" id="{1B13954D-B06B-4485-A3C0-27106EAB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(0.0143)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0.199 (0.0147)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0.203 (0.0182)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0.213 (0.0148)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0.193 (0.0137)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 (0.0127)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(0.0179)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0.194 (0.0137)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0.179 (0.0178)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0.172 (0.012)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09-note">
            <a:extLst xmlns:a="http://schemas.openxmlformats.org/drawingml/2006/main">
              <a:ext uri="{FF2B5EF4-FFF2-40B4-BE49-F238E27FC236}">
                <a16:creationId xmlns:a16="http://schemas.microsoft.com/office/drawing/2014/main" id="{9AB1ADD1-581D-4CEE-AAB7-D2D4A8A6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09">
            <a:extLst xmlns:a="http://schemas.openxmlformats.org/drawingml/2006/main">
              <a:ext uri="{FF2B5EF4-FFF2-40B4-BE49-F238E27FC236}">
                <a16:creationId xmlns:a16="http://schemas.microsoft.com/office/drawing/2014/main" id="{AE274643-D3DD-40A0-8050-EF8B040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Age composition</a:t>
            </a:r>
          </a:p>
        </p:txBody>
      </p:sp>
      <p:sp>
        <p:nvSpPr>
          <p:cNvPr id="9" name="footer-number-109">
            <a:extLst xmlns:a="http://schemas.openxmlformats.org/drawingml/2006/main">
              <a:ext uri="{FF2B5EF4-FFF2-40B4-BE49-F238E27FC236}">
                <a16:creationId xmlns:a16="http://schemas.microsoft.com/office/drawing/2014/main" id="{F61380C3-3D96-42F5-AB73-3A7B80BE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63465381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0-eyebrow">
            <a:extLst xmlns:a="http://schemas.openxmlformats.org/drawingml/2006/main">
              <a:ext uri="{FF2B5EF4-FFF2-40B4-BE49-F238E27FC236}">
                <a16:creationId xmlns:a16="http://schemas.microsoft.com/office/drawing/2014/main" id="{C1CEB1DC-184F-4366-BACC-2F16F3CA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AGE COMPOSITION · SHARE AGE 25 64</a:t>
            </a:r>
          </a:p>
        </p:txBody>
      </p:sp>
      <p:sp>
        <p:nvSpPr>
          <p:cNvPr id="2" name="outcome-110-title">
            <a:extLst xmlns:a="http://schemas.openxmlformats.org/drawingml/2006/main">
              <a:ext uri="{FF2B5EF4-FFF2-40B4-BE49-F238E27FC236}">
                <a16:creationId xmlns:a16="http://schemas.microsoft.com/office/drawing/2014/main" id="{0404397B-2E71-4E02-A049-4767F89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B2F9-4A1E-4A27-B554-4309F6D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4b58d1c5f43a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0-table-label">
            <a:extLst xmlns:a="http://schemas.openxmlformats.org/drawingml/2006/main">
              <a:ext uri="{FF2B5EF4-FFF2-40B4-BE49-F238E27FC236}">
                <a16:creationId xmlns:a16="http://schemas.microsoft.com/office/drawing/2014/main" id="{23CB3486-B848-4FC2-9368-A6C7C9B9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0.323 (0.029)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0.333 (0.0203)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0.341 (0.0381)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0.358 (0.0251)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0.386 (0.0533)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0.416 (0.0344)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0.426 (0.0546)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0.455 (0.0297)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0.487 (0.0477)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 (0.0204)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10-note">
            <a:extLst xmlns:a="http://schemas.openxmlformats.org/drawingml/2006/main">
              <a:ext uri="{FF2B5EF4-FFF2-40B4-BE49-F238E27FC236}">
                <a16:creationId xmlns:a16="http://schemas.microsoft.com/office/drawing/2014/main" id="{26EB5007-2299-495B-8B14-D9039F56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0">
            <a:extLst xmlns:a="http://schemas.openxmlformats.org/drawingml/2006/main">
              <a:ext uri="{FF2B5EF4-FFF2-40B4-BE49-F238E27FC236}">
                <a16:creationId xmlns:a16="http://schemas.microsoft.com/office/drawing/2014/main" id="{D15DB8BB-08C3-4E39-BC1A-56C3CA9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Age composition</a:t>
            </a:r>
          </a:p>
        </p:txBody>
      </p:sp>
      <p:sp>
        <p:nvSpPr>
          <p:cNvPr id="9" name="footer-number-110">
            <a:extLst xmlns:a="http://schemas.openxmlformats.org/drawingml/2006/main">
              <a:ext uri="{FF2B5EF4-FFF2-40B4-BE49-F238E27FC236}">
                <a16:creationId xmlns:a16="http://schemas.microsoft.com/office/drawing/2014/main" id="{B258987A-465B-4472-943B-F57A2E14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60833191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1-eyebrow">
            <a:extLst xmlns:a="http://schemas.openxmlformats.org/drawingml/2006/main">
              <a:ext uri="{FF2B5EF4-FFF2-40B4-BE49-F238E27FC236}">
                <a16:creationId xmlns:a16="http://schemas.microsoft.com/office/drawing/2014/main" id="{2DCB4F39-E64A-4285-BE8B-8E0817E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AGE COMPOSITION · SHARE AGE 5 14</a:t>
            </a:r>
          </a:p>
        </p:txBody>
      </p:sp>
      <p:sp>
        <p:nvSpPr>
          <p:cNvPr id="2" name="outcome-111-title">
            <a:extLst xmlns:a="http://schemas.openxmlformats.org/drawingml/2006/main">
              <a:ext uri="{FF2B5EF4-FFF2-40B4-BE49-F238E27FC236}">
                <a16:creationId xmlns:a16="http://schemas.microsoft.com/office/drawing/2014/main" id="{8DB16379-C979-47C0-B2F8-658758C3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B1EAD-2592-4D7D-8663-E90C90BE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4a571eb90442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1-table-label">
            <a:extLst xmlns:a="http://schemas.openxmlformats.org/drawingml/2006/main">
              <a:ext uri="{FF2B5EF4-FFF2-40B4-BE49-F238E27FC236}">
                <a16:creationId xmlns:a16="http://schemas.microsoft.com/office/drawing/2014/main" id="{CFF3CC3E-2C89-42A9-91C6-6E96953A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0.286 (0.0198)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0.286 (0.0182)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(0.0288)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0.259 (0.0199)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(0.0357)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0.231 (0.029)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0.213 (0.0321)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0.198 (0.0182)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0.176 (0.0307)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0.166 (0.0185)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11-note">
            <a:extLst xmlns:a="http://schemas.openxmlformats.org/drawingml/2006/main">
              <a:ext uri="{FF2B5EF4-FFF2-40B4-BE49-F238E27FC236}">
                <a16:creationId xmlns:a16="http://schemas.microsoft.com/office/drawing/2014/main" id="{F9F27B99-5AE9-4EAF-A694-7338010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1">
            <a:extLst xmlns:a="http://schemas.openxmlformats.org/drawingml/2006/main">
              <a:ext uri="{FF2B5EF4-FFF2-40B4-BE49-F238E27FC236}">
                <a16:creationId xmlns:a16="http://schemas.microsoft.com/office/drawing/2014/main" id="{F481D463-0592-4DBD-8503-C37EB1AB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Age composition</a:t>
            </a:r>
          </a:p>
        </p:txBody>
      </p:sp>
      <p:sp>
        <p:nvSpPr>
          <p:cNvPr id="9" name="footer-number-111">
            <a:extLst xmlns:a="http://schemas.openxmlformats.org/drawingml/2006/main">
              <a:ext uri="{FF2B5EF4-FFF2-40B4-BE49-F238E27FC236}">
                <a16:creationId xmlns:a16="http://schemas.microsoft.com/office/drawing/2014/main" id="{8320DD97-0237-4246-A3DC-1A966289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93107073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2-eyebrow">
            <a:extLst xmlns:a="http://schemas.openxmlformats.org/drawingml/2006/main">
              <a:ext uri="{FF2B5EF4-FFF2-40B4-BE49-F238E27FC236}">
                <a16:creationId xmlns:a16="http://schemas.microsoft.com/office/drawing/2014/main" id="{989A46B0-8BA5-4C42-977B-09B04EF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AGE COMPOSITION · SHARE AGE 65PLUS</a:t>
            </a:r>
          </a:p>
        </p:txBody>
      </p:sp>
      <p:sp>
        <p:nvSpPr>
          <p:cNvPr id="2" name="outcome-112-title">
            <a:extLst xmlns:a="http://schemas.openxmlformats.org/drawingml/2006/main">
              <a:ext uri="{FF2B5EF4-FFF2-40B4-BE49-F238E27FC236}">
                <a16:creationId xmlns:a16="http://schemas.microsoft.com/office/drawing/2014/main" id="{A9FD66E0-5C29-41C0-95C1-D79E3A9B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6953D-35E3-438A-AAD5-94C40FF5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f4ec93918473b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2-table-label">
            <a:extLst xmlns:a="http://schemas.openxmlformats.org/drawingml/2006/main">
              <a:ext uri="{FF2B5EF4-FFF2-40B4-BE49-F238E27FC236}">
                <a16:creationId xmlns:a16="http://schemas.microsoft.com/office/drawing/2014/main" id="{7265246D-E977-44AB-B4E3-240696CA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0.0311 (0.0105)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0.0264 (0.00762)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0.0443 (0.0131)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0.0374 (0.00917)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0.0544 (0.0153)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0.0427 (0.0103)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0.0675 (0.0174)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0.0611 (0.0149)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0.0863 (0.0219)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0.083 (0.0175)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12-note">
            <a:extLst xmlns:a="http://schemas.openxmlformats.org/drawingml/2006/main">
              <a:ext uri="{FF2B5EF4-FFF2-40B4-BE49-F238E27FC236}">
                <a16:creationId xmlns:a16="http://schemas.microsoft.com/office/drawing/2014/main" id="{02D644E3-1A79-429F-8264-0E13F1B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2">
            <a:extLst xmlns:a="http://schemas.openxmlformats.org/drawingml/2006/main">
              <a:ext uri="{FF2B5EF4-FFF2-40B4-BE49-F238E27FC236}">
                <a16:creationId xmlns:a16="http://schemas.microsoft.com/office/drawing/2014/main" id="{2FF8662A-D796-4FD7-98DA-EEBE3716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Age composition</a:t>
            </a:r>
          </a:p>
        </p:txBody>
      </p:sp>
      <p:sp>
        <p:nvSpPr>
          <p:cNvPr id="9" name="footer-number-112">
            <a:extLst xmlns:a="http://schemas.openxmlformats.org/drawingml/2006/main">
              <a:ext uri="{FF2B5EF4-FFF2-40B4-BE49-F238E27FC236}">
                <a16:creationId xmlns:a16="http://schemas.microsoft.com/office/drawing/2014/main" id="{E0EDECA8-81B5-464B-BB5C-55ED9382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139109206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3-eyebrow">
            <a:extLst xmlns:a="http://schemas.openxmlformats.org/drawingml/2006/main">
              <a:ext uri="{FF2B5EF4-FFF2-40B4-BE49-F238E27FC236}">
                <a16:creationId xmlns:a16="http://schemas.microsoft.com/office/drawing/2014/main" id="{A0DB7F76-EECE-4F59-8E96-76670AA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AMC GDP PER CAPITA · GDP TOTAL PER CAPITA (CONSTANT 2010 R$)</a:t>
            </a:r>
          </a:p>
        </p:txBody>
      </p:sp>
      <p:sp>
        <p:nvSpPr>
          <p:cNvPr id="2" name="outcome-113-title">
            <a:extLst xmlns:a="http://schemas.openxmlformats.org/drawingml/2006/main">
              <a:ext uri="{FF2B5EF4-FFF2-40B4-BE49-F238E27FC236}">
                <a16:creationId xmlns:a16="http://schemas.microsoft.com/office/drawing/2014/main" id="{F6FF2A37-381F-4C7C-8201-CBAA3A0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93C2D-6D75-40D4-A43C-98C7ECE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6f5e0a2914f99"/>
          <a:stretch xmlns:a="http://schemas.openxmlformats.org/drawingml/2006/main"/>
        </p:blipFill>
        <p:spPr>
          <a:xfrm xmlns:a="http://schemas.openxmlformats.org/drawingml/2006/main">
            <a:off x="885599" y="1600200"/>
            <a:ext cx="5715453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3-table-label">
            <a:extLst xmlns:a="http://schemas.openxmlformats.org/drawingml/2006/main">
              <a:ext uri="{FF2B5EF4-FFF2-40B4-BE49-F238E27FC236}">
                <a16:creationId xmlns:a16="http://schemas.microsoft.com/office/drawing/2014/main" id="{A8DC36AB-00AF-4F92-9BE3-822011B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4.01k (22.3k)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4.24k (2.59k)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8.07k (19.0k)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9.33k (3.82k)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9.23k (10.9k)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13.8k (11.2k)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12.6k (13.7k)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17.8k (9.68k)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13-note">
            <a:extLst xmlns:a="http://schemas.openxmlformats.org/drawingml/2006/main">
              <a:ext uri="{FF2B5EF4-FFF2-40B4-BE49-F238E27FC236}">
                <a16:creationId xmlns:a16="http://schemas.microsoft.com/office/drawing/2014/main" id="{B7059D76-24E4-488F-ABB3-73F5CE6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3">
            <a:extLst xmlns:a="http://schemas.openxmlformats.org/drawingml/2006/main">
              <a:ext uri="{FF2B5EF4-FFF2-40B4-BE49-F238E27FC236}">
                <a16:creationId xmlns:a16="http://schemas.microsoft.com/office/drawing/2014/main" id="{5E4F6E41-AD78-41B7-B3A1-CE852DA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AMC GDP per capita</a:t>
            </a:r>
          </a:p>
        </p:txBody>
      </p:sp>
      <p:sp>
        <p:nvSpPr>
          <p:cNvPr id="9" name="footer-number-113">
            <a:extLst xmlns:a="http://schemas.openxmlformats.org/drawingml/2006/main">
              <a:ext uri="{FF2B5EF4-FFF2-40B4-BE49-F238E27FC236}">
                <a16:creationId xmlns:a16="http://schemas.microsoft.com/office/drawing/2014/main" id="{DBF03FE4-7BB2-4FB6-BABC-8F927377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769888178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4-eyebrow">
            <a:extLst xmlns:a="http://schemas.openxmlformats.org/drawingml/2006/main">
              <a:ext uri="{FF2B5EF4-FFF2-40B4-BE49-F238E27FC236}">
                <a16:creationId xmlns:a16="http://schemas.microsoft.com/office/drawing/2014/main" id="{D862ACA5-062A-4332-B706-2E1CD394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AMC GDP PER CAPITA · INDUSTRY VALUE ADDED PER CAPITA (CONSTANT 2010 R$)</a:t>
            </a:r>
          </a:p>
        </p:txBody>
      </p:sp>
      <p:sp>
        <p:nvSpPr>
          <p:cNvPr id="2" name="outcome-114-title">
            <a:extLst xmlns:a="http://schemas.openxmlformats.org/drawingml/2006/main">
              <a:ext uri="{FF2B5EF4-FFF2-40B4-BE49-F238E27FC236}">
                <a16:creationId xmlns:a16="http://schemas.microsoft.com/office/drawing/2014/main" id="{5DA71B92-4767-427A-A959-AF8BFE4E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4500A-706A-4468-8D6B-E6AA6DB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2fdae48554f0f"/>
          <a:stretch xmlns:a="http://schemas.openxmlformats.org/drawingml/2006/main"/>
        </p:blipFill>
        <p:spPr>
          <a:xfrm xmlns:a="http://schemas.openxmlformats.org/drawingml/2006/main">
            <a:off x="707547" y="1600200"/>
            <a:ext cx="6071556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4-table-label">
            <a:extLst xmlns:a="http://schemas.openxmlformats.org/drawingml/2006/main">
              <a:ext uri="{FF2B5EF4-FFF2-40B4-BE49-F238E27FC236}">
                <a16:creationId xmlns:a16="http://schemas.microsoft.com/office/drawing/2014/main" id="{AB3FFF00-16D1-4702-AB22-85913792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1.27k (20.8k)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994 (1.79k)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2.53k (9.75k)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2.22k (2.87k)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2.14k (5.67k)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3.73k (7.77k)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2.93k (8.20k)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4.27k (7.40k)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14-note">
            <a:extLst xmlns:a="http://schemas.openxmlformats.org/drawingml/2006/main">
              <a:ext uri="{FF2B5EF4-FFF2-40B4-BE49-F238E27FC236}">
                <a16:creationId xmlns:a16="http://schemas.microsoft.com/office/drawing/2014/main" id="{C25320F6-8209-4FB2-B34E-AA53580B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4">
            <a:extLst xmlns:a="http://schemas.openxmlformats.org/drawingml/2006/main">
              <a:ext uri="{FF2B5EF4-FFF2-40B4-BE49-F238E27FC236}">
                <a16:creationId xmlns:a16="http://schemas.microsoft.com/office/drawing/2014/main" id="{88E6F230-EF85-4EF9-B2EE-C0DD3620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AMC GDP per capita</a:t>
            </a:r>
          </a:p>
        </p:txBody>
      </p:sp>
      <p:sp>
        <p:nvSpPr>
          <p:cNvPr id="9" name="footer-number-114">
            <a:extLst xmlns:a="http://schemas.openxmlformats.org/drawingml/2006/main">
              <a:ext uri="{FF2B5EF4-FFF2-40B4-BE49-F238E27FC236}">
                <a16:creationId xmlns:a16="http://schemas.microsoft.com/office/drawing/2014/main" id="{472E31BA-B5DA-445A-B7A7-B86BC12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89160966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5-eyebrow">
            <a:extLst xmlns:a="http://schemas.openxmlformats.org/drawingml/2006/main">
              <a:ext uri="{FF2B5EF4-FFF2-40B4-BE49-F238E27FC236}">
                <a16:creationId xmlns:a16="http://schemas.microsoft.com/office/drawing/2014/main" id="{5707FC0E-B87F-423F-81A6-DBD21D3B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AMC GDP PER CAPITA · PRIVATE-SERVICES VALUE ADDED PER CAPITA (CONSTANT 2010 R$)</a:t>
            </a:r>
          </a:p>
        </p:txBody>
      </p:sp>
      <p:sp>
        <p:nvSpPr>
          <p:cNvPr id="2" name="outcome-115-title">
            <a:extLst xmlns:a="http://schemas.openxmlformats.org/drawingml/2006/main">
              <a:ext uri="{FF2B5EF4-FFF2-40B4-BE49-F238E27FC236}">
                <a16:creationId xmlns:a16="http://schemas.microsoft.com/office/drawing/2014/main" id="{FFE9E421-1E20-4AA5-948B-D645F8A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7EA48-9290-47D6-A514-4C4DBC6E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6b896d53e4f85"/>
          <a:stretch xmlns:a="http://schemas.openxmlformats.org/drawingml/2006/main"/>
        </p:blipFill>
        <p:spPr>
          <a:xfrm xmlns:a="http://schemas.openxmlformats.org/drawingml/2006/main">
            <a:off x="529496" y="1600200"/>
            <a:ext cx="6427659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5-table-label">
            <a:extLst xmlns:a="http://schemas.openxmlformats.org/drawingml/2006/main">
              <a:ext uri="{FF2B5EF4-FFF2-40B4-BE49-F238E27FC236}">
                <a16:creationId xmlns:a16="http://schemas.microsoft.com/office/drawing/2014/main" id="{F345097E-8909-4A5D-8C34-D958FCBC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1.34k (1.90k)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1.63k (1.20k)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2.61k (9.68k)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3.09k (1.65k)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3.12k (4.25k)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3.43k (1.89k)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3.88k (4.31k)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4.69k (2.40k)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15-note">
            <a:extLst xmlns:a="http://schemas.openxmlformats.org/drawingml/2006/main">
              <a:ext uri="{FF2B5EF4-FFF2-40B4-BE49-F238E27FC236}">
                <a16:creationId xmlns:a16="http://schemas.microsoft.com/office/drawing/2014/main" id="{9C1E8AF3-7C57-45FD-A9B9-8BBD934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5">
            <a:extLst xmlns:a="http://schemas.openxmlformats.org/drawingml/2006/main">
              <a:ext uri="{FF2B5EF4-FFF2-40B4-BE49-F238E27FC236}">
                <a16:creationId xmlns:a16="http://schemas.microsoft.com/office/drawing/2014/main" id="{61E93562-DCBF-4607-A4A0-229A8465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AMC GDP per capita</a:t>
            </a:r>
          </a:p>
        </p:txBody>
      </p:sp>
      <p:sp>
        <p:nvSpPr>
          <p:cNvPr id="9" name="footer-number-115">
            <a:extLst xmlns:a="http://schemas.openxmlformats.org/drawingml/2006/main">
              <a:ext uri="{FF2B5EF4-FFF2-40B4-BE49-F238E27FC236}">
                <a16:creationId xmlns:a16="http://schemas.microsoft.com/office/drawing/2014/main" id="{8E6F8224-CF9D-4E1E-BB21-A159631E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14760081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6-eyebrow">
            <a:extLst xmlns:a="http://schemas.openxmlformats.org/drawingml/2006/main">
              <a:ext uri="{FF2B5EF4-FFF2-40B4-BE49-F238E27FC236}">
                <a16:creationId xmlns:a16="http://schemas.microsoft.com/office/drawing/2014/main" id="{E0A7C199-290C-4885-B2CF-094C91CD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AMC GDP PER CAPITA · PUBLIC-ADMINISTRATION VALUE ADDED PER CAPITA (CONSTANT 2010 R$)</a:t>
            </a:r>
          </a:p>
        </p:txBody>
      </p:sp>
      <p:sp>
        <p:nvSpPr>
          <p:cNvPr id="2" name="outcome-116-title">
            <a:extLst xmlns:a="http://schemas.openxmlformats.org/drawingml/2006/main">
              <a:ext uri="{FF2B5EF4-FFF2-40B4-BE49-F238E27FC236}">
                <a16:creationId xmlns:a16="http://schemas.microsoft.com/office/drawing/2014/main" id="{4CFBE57D-03CD-411F-B95B-FAE1ED47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91AE-3A3D-4DD3-A4BD-47F732EA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0d63031904726"/>
          <a:stretch xmlns:a="http://schemas.openxmlformats.org/drawingml/2006/main"/>
        </p:blipFill>
        <p:spPr>
          <a:xfrm xmlns:a="http://schemas.openxmlformats.org/drawingml/2006/main">
            <a:off x="355895" y="1600200"/>
            <a:ext cx="6774859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6-table-label">
            <a:extLst xmlns:a="http://schemas.openxmlformats.org/drawingml/2006/main">
              <a:ext uri="{FF2B5EF4-FFF2-40B4-BE49-F238E27FC236}">
                <a16:creationId xmlns:a16="http://schemas.microsoft.com/office/drawing/2014/main" id="{EED3CCBE-E00E-4344-A69F-4759B171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211 (338)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216 (194)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334 (386)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484 (921)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1.60k (619)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1.68k (490)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2.55k (684)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2.68k (727)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16-note">
            <a:extLst xmlns:a="http://schemas.openxmlformats.org/drawingml/2006/main">
              <a:ext uri="{FF2B5EF4-FFF2-40B4-BE49-F238E27FC236}">
                <a16:creationId xmlns:a16="http://schemas.microsoft.com/office/drawing/2014/main" id="{DAEA1F88-DD0A-4DA3-942F-39E0722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6">
            <a:extLst xmlns:a="http://schemas.openxmlformats.org/drawingml/2006/main">
              <a:ext uri="{FF2B5EF4-FFF2-40B4-BE49-F238E27FC236}">
                <a16:creationId xmlns:a16="http://schemas.microsoft.com/office/drawing/2014/main" id="{11F564CA-D94C-4791-8343-0C403490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AMC GDP per capita</a:t>
            </a:r>
          </a:p>
        </p:txBody>
      </p:sp>
      <p:sp>
        <p:nvSpPr>
          <p:cNvPr id="9" name="footer-number-116">
            <a:extLst xmlns:a="http://schemas.openxmlformats.org/drawingml/2006/main">
              <a:ext uri="{FF2B5EF4-FFF2-40B4-BE49-F238E27FC236}">
                <a16:creationId xmlns:a16="http://schemas.microsoft.com/office/drawing/2014/main" id="{6839DBD9-C4AC-491A-B473-075A6D53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63956561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7-eyebrow">
            <a:extLst xmlns:a="http://schemas.openxmlformats.org/drawingml/2006/main">
              <a:ext uri="{FF2B5EF4-FFF2-40B4-BE49-F238E27FC236}">
                <a16:creationId xmlns:a16="http://schemas.microsoft.com/office/drawing/2014/main" id="{040D1E28-289C-4C45-8FB4-31DC88CF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AMC · AMC GDP PER CAPITA · AGRICULTURE VALUE ADDED PER CAPITA (CONSTANT 2010 R$)</a:t>
            </a:r>
          </a:p>
        </p:txBody>
      </p:sp>
      <p:sp>
        <p:nvSpPr>
          <p:cNvPr id="2" name="outcome-117-title">
            <a:extLst xmlns:a="http://schemas.openxmlformats.org/drawingml/2006/main">
              <a:ext uri="{FF2B5EF4-FFF2-40B4-BE49-F238E27FC236}">
                <a16:creationId xmlns:a16="http://schemas.microsoft.com/office/drawing/2014/main" id="{C6BDC2BA-C515-4363-B261-EBD51F73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4AB9-264C-4A09-8694-A2303E0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a60cfa97c4b9d"/>
          <a:stretch xmlns:a="http://schemas.openxmlformats.org/drawingml/2006/main"/>
        </p:blipFill>
        <p:spPr>
          <a:xfrm xmlns:a="http://schemas.openxmlformats.org/drawingml/2006/main">
            <a:off x="645229" y="1600200"/>
            <a:ext cx="6196192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17-table-label">
            <a:extLst xmlns:a="http://schemas.openxmlformats.org/drawingml/2006/main">
              <a:ext uri="{FF2B5EF4-FFF2-40B4-BE49-F238E27FC236}">
                <a16:creationId xmlns:a16="http://schemas.microsoft.com/office/drawing/2014/main" id="{A7AE4574-A208-48A5-9985-FB005C6B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1.40k (2.82k)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1.62k (1.25k)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2.93k (2.61k)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4.01k (3.00k)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1.65k (1.98k)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4.32k (4.15k)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2.00k (2.42k)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4.85k (8.42k)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17-note">
            <a:extLst xmlns:a="http://schemas.openxmlformats.org/drawingml/2006/main">
              <a:ext uri="{FF2B5EF4-FFF2-40B4-BE49-F238E27FC236}">
                <a16:creationId xmlns:a16="http://schemas.microsoft.com/office/drawing/2014/main" id="{E03D0948-F30C-4D07-A137-7FBDDA0E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7">
            <a:extLst xmlns:a="http://schemas.openxmlformats.org/drawingml/2006/main">
              <a:ext uri="{FF2B5EF4-FFF2-40B4-BE49-F238E27FC236}">
                <a16:creationId xmlns:a16="http://schemas.microsoft.com/office/drawing/2014/main" id="{6304800D-25CD-46B3-BA4A-738B366C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AMC GDP per capita</a:t>
            </a:r>
          </a:p>
        </p:txBody>
      </p:sp>
      <p:sp>
        <p:nvSpPr>
          <p:cNvPr id="9" name="footer-number-117">
            <a:extLst xmlns:a="http://schemas.openxmlformats.org/drawingml/2006/main">
              <a:ext uri="{FF2B5EF4-FFF2-40B4-BE49-F238E27FC236}">
                <a16:creationId xmlns:a16="http://schemas.microsoft.com/office/drawing/2014/main" id="{43D25B5F-F808-4942-96D3-B9A9DA00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61845801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8-eyebrow">
            <a:extLst xmlns:a="http://schemas.openxmlformats.org/drawingml/2006/main">
              <a:ext uri="{FF2B5EF4-FFF2-40B4-BE49-F238E27FC236}">
                <a16:creationId xmlns:a16="http://schemas.microsoft.com/office/drawing/2014/main" id="{650DCE7A-86A9-4446-AF2A-A04F2F3A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LEVELS · GDP TOTAL (CONSTANT 2010 R$ THOUSAND)</a:t>
            </a:r>
          </a:p>
        </p:txBody>
      </p:sp>
      <p:sp>
        <p:nvSpPr>
          <p:cNvPr id="2" name="outcome-118-title">
            <a:extLst xmlns:a="http://schemas.openxmlformats.org/drawingml/2006/main">
              <a:ext uri="{FF2B5EF4-FFF2-40B4-BE49-F238E27FC236}">
                <a16:creationId xmlns:a16="http://schemas.microsoft.com/office/drawing/2014/main" id="{CF6CDAD8-2D82-43D7-9177-EE13AB5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6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9B4BC-5666-47E3-900C-24ECF1D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6761b64f84fc1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18-table-label">
            <a:extLst xmlns:a="http://schemas.openxmlformats.org/drawingml/2006/main">
              <a:ext uri="{FF2B5EF4-FFF2-40B4-BE49-F238E27FC236}">
                <a16:creationId xmlns:a16="http://schemas.microsoft.com/office/drawing/2014/main" id="{DFFC97B5-C139-4598-A820-099704F9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129k (1.59m)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102k (160k)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179k (2.64m)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100k (204k)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306k (4.21m)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181k (455k)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439k (5.33m)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264k (664k)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478k (4.97m)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350k (942k)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429k (5.54m)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370k (1.31m)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483k (5.88m)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509k (1.68m)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555k (6.12m)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609k (1.94m)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677k (7.23m)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786k (2.66m)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18-note">
            <a:extLst xmlns:a="http://schemas.openxmlformats.org/drawingml/2006/main">
              <a:ext uri="{FF2B5EF4-FFF2-40B4-BE49-F238E27FC236}">
                <a16:creationId xmlns:a16="http://schemas.microsoft.com/office/drawing/2014/main" id="{43DC9795-2137-49CF-A823-6E36DCB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8">
            <a:extLst xmlns:a="http://schemas.openxmlformats.org/drawingml/2006/main">
              <a:ext uri="{FF2B5EF4-FFF2-40B4-BE49-F238E27FC236}">
                <a16:creationId xmlns:a16="http://schemas.microsoft.com/office/drawing/2014/main" id="{99233577-DB69-4F27-B6E2-B913D764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levels</a:t>
            </a:r>
          </a:p>
        </p:txBody>
      </p:sp>
      <p:sp>
        <p:nvSpPr>
          <p:cNvPr id="9" name="footer-number-118">
            <a:extLst xmlns:a="http://schemas.openxmlformats.org/drawingml/2006/main">
              <a:ext uri="{FF2B5EF4-FFF2-40B4-BE49-F238E27FC236}">
                <a16:creationId xmlns:a16="http://schemas.microsoft.com/office/drawing/2014/main" id="{B860D5BF-584C-4D81-9D1B-00244071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8341670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19-eyebrow">
            <a:extLst xmlns:a="http://schemas.openxmlformats.org/drawingml/2006/main">
              <a:ext uri="{FF2B5EF4-FFF2-40B4-BE49-F238E27FC236}">
                <a16:creationId xmlns:a16="http://schemas.microsoft.com/office/drawing/2014/main" id="{6F16C871-04ED-4665-9434-5F2038CF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LEVELS · INDUSTRY VALUE ADDED (CONSTANT 2010 R$ THOUSAND)</a:t>
            </a:r>
          </a:p>
        </p:txBody>
      </p:sp>
      <p:sp>
        <p:nvSpPr>
          <p:cNvPr id="2" name="outcome-119-title">
            <a:extLst xmlns:a="http://schemas.openxmlformats.org/drawingml/2006/main">
              <a:ext uri="{FF2B5EF4-FFF2-40B4-BE49-F238E27FC236}">
                <a16:creationId xmlns:a16="http://schemas.microsoft.com/office/drawing/2014/main" id="{E39E6C79-1C0A-4BE6-A60A-1628675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90AAB-E567-40C8-971D-722A9AD9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047b691fd4a50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19-table-label">
            <a:extLst xmlns:a="http://schemas.openxmlformats.org/drawingml/2006/main">
              <a:ext uri="{FF2B5EF4-FFF2-40B4-BE49-F238E27FC236}">
                <a16:creationId xmlns:a16="http://schemas.microsoft.com/office/drawing/2014/main" id="{BDCA0B8E-1238-4CB0-AB0B-0EF9DE8C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45.1k (723k)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17.1k (34.2k)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64.2k (1.13m)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19.5k (48.4k)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124k (2.00m)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35.4k (109k)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180k (2.22m)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82.2k (277k)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203k (2.19m)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95.0k (320k)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141k (1.86m)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122k (669k)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116k (1.24m)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115k (406k)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136k (1.04m)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132k (409k)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162k (1.16m)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205k (836k)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19-note">
            <a:extLst xmlns:a="http://schemas.openxmlformats.org/drawingml/2006/main">
              <a:ext uri="{FF2B5EF4-FFF2-40B4-BE49-F238E27FC236}">
                <a16:creationId xmlns:a16="http://schemas.microsoft.com/office/drawing/2014/main" id="{91C664CA-2BC6-40D5-97DB-FA5F852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19">
            <a:extLst xmlns:a="http://schemas.openxmlformats.org/drawingml/2006/main">
              <a:ext uri="{FF2B5EF4-FFF2-40B4-BE49-F238E27FC236}">
                <a16:creationId xmlns:a16="http://schemas.microsoft.com/office/drawing/2014/main" id="{601BA3DB-0045-4E54-8024-88EAAADE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levels</a:t>
            </a:r>
          </a:p>
        </p:txBody>
      </p:sp>
      <p:sp>
        <p:nvSpPr>
          <p:cNvPr id="9" name="footer-number-119">
            <a:extLst xmlns:a="http://schemas.openxmlformats.org/drawingml/2006/main">
              <a:ext uri="{FF2B5EF4-FFF2-40B4-BE49-F238E27FC236}">
                <a16:creationId xmlns:a16="http://schemas.microsoft.com/office/drawing/2014/main" id="{2D3FA10C-ED0B-442C-B7D0-9B81360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102440146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0-eyebrow">
            <a:extLst xmlns:a="http://schemas.openxmlformats.org/drawingml/2006/main">
              <a:ext uri="{FF2B5EF4-FFF2-40B4-BE49-F238E27FC236}">
                <a16:creationId xmlns:a16="http://schemas.microsoft.com/office/drawing/2014/main" id="{BE8D8B0E-02B9-4469-9BB0-CFF83126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LEVELS · PRIVATE-SERVICES VALUE ADDED (CONSTANT 2010 R$ THOUSAND)</a:t>
            </a:r>
          </a:p>
        </p:txBody>
      </p:sp>
      <p:sp>
        <p:nvSpPr>
          <p:cNvPr id="2" name="outcome-120-title">
            <a:extLst xmlns:a="http://schemas.openxmlformats.org/drawingml/2006/main">
              <a:ext uri="{FF2B5EF4-FFF2-40B4-BE49-F238E27FC236}">
                <a16:creationId xmlns:a16="http://schemas.microsoft.com/office/drawing/2014/main" id="{DB82C408-0A0D-42C3-AFDD-8B3EC4C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2F84F-B7EF-4741-A15D-906D0583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511c9a2204f4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20-table-label">
            <a:extLst xmlns:a="http://schemas.openxmlformats.org/drawingml/2006/main">
              <a:ext uri="{FF2B5EF4-FFF2-40B4-BE49-F238E27FC236}">
                <a16:creationId xmlns:a16="http://schemas.microsoft.com/office/drawing/2014/main" id="{6C0176F4-4C99-4232-BC59-8FECFBB5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66.6k (957k)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59.4k (113k)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94.0k (1.56m)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52.8k (138k)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149k (2.29m)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104k (318k)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215k (3.18m)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119k (347k)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223k (2.88m)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172k (556k)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254k (3.74m)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164k (591k)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217k (3.20m)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207k (797k)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238k (3.44m)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233k (808k)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306k (4.31m)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310k (1.12m)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0-note">
            <a:extLst xmlns:a="http://schemas.openxmlformats.org/drawingml/2006/main">
              <a:ext uri="{FF2B5EF4-FFF2-40B4-BE49-F238E27FC236}">
                <a16:creationId xmlns:a16="http://schemas.microsoft.com/office/drawing/2014/main" id="{9DA8F25D-58BC-4886-9DE9-B477B781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0">
            <a:extLst xmlns:a="http://schemas.openxmlformats.org/drawingml/2006/main">
              <a:ext uri="{FF2B5EF4-FFF2-40B4-BE49-F238E27FC236}">
                <a16:creationId xmlns:a16="http://schemas.microsoft.com/office/drawing/2014/main" id="{74F6D63C-C9E7-4BE7-B04D-10B8279B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levels</a:t>
            </a:r>
          </a:p>
        </p:txBody>
      </p:sp>
      <p:sp>
        <p:nvSpPr>
          <p:cNvPr id="9" name="footer-number-120">
            <a:extLst xmlns:a="http://schemas.openxmlformats.org/drawingml/2006/main">
              <a:ext uri="{FF2B5EF4-FFF2-40B4-BE49-F238E27FC236}">
                <a16:creationId xmlns:a16="http://schemas.microsoft.com/office/drawing/2014/main" id="{3A47936E-A92F-4762-BBB3-9DE2853D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004526748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1-eyebrow">
            <a:extLst xmlns:a="http://schemas.openxmlformats.org/drawingml/2006/main">
              <a:ext uri="{FF2B5EF4-FFF2-40B4-BE49-F238E27FC236}">
                <a16:creationId xmlns:a16="http://schemas.microsoft.com/office/drawing/2014/main" id="{F7DA0B8F-1928-4516-AF05-6B5F796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LEVELS · PUBLIC-ADMINISTRATION VALUE ADDED (CONSTANT 2010 R$ THOUSAND)</a:t>
            </a:r>
          </a:p>
        </p:txBody>
      </p:sp>
      <p:sp>
        <p:nvSpPr>
          <p:cNvPr id="2" name="outcome-121-title">
            <a:extLst xmlns:a="http://schemas.openxmlformats.org/drawingml/2006/main">
              <a:ext uri="{FF2B5EF4-FFF2-40B4-BE49-F238E27FC236}">
                <a16:creationId xmlns:a16="http://schemas.microsoft.com/office/drawing/2014/main" id="{74479E73-4A12-4398-916C-F630D1D5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46467-3D6F-4034-B2A1-F446296A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bdb2bd3424ed6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21-table-label">
            <a:extLst xmlns:a="http://schemas.openxmlformats.org/drawingml/2006/main">
              <a:ext uri="{FF2B5EF4-FFF2-40B4-BE49-F238E27FC236}">
                <a16:creationId xmlns:a16="http://schemas.microsoft.com/office/drawing/2014/main" id="{394D082F-E9B6-4165-A7DF-CDFA844D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16.5k (262k)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5.59k (13.0k)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23.0k (337k)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7.99k (17.0k)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28.2k (376k)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10.9k (22.9k)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34.3k (433k)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13.5k (35.3k)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65.2k (718k)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37.7k (98.0k)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62.7k (823k)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46.8k (111k)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76.4k (752k)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68.2k (167k)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96.7k (923k)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86.2k (216k)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21-note">
            <a:extLst xmlns:a="http://schemas.openxmlformats.org/drawingml/2006/main">
              <a:ext uri="{FF2B5EF4-FFF2-40B4-BE49-F238E27FC236}">
                <a16:creationId xmlns:a16="http://schemas.microsoft.com/office/drawing/2014/main" id="{B006D810-DEDA-4BE6-B4D9-348408E3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1">
            <a:extLst xmlns:a="http://schemas.openxmlformats.org/drawingml/2006/main">
              <a:ext uri="{FF2B5EF4-FFF2-40B4-BE49-F238E27FC236}">
                <a16:creationId xmlns:a16="http://schemas.microsoft.com/office/drawing/2014/main" id="{FCA2475E-5820-477A-B49F-E97941D6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levels</a:t>
            </a:r>
          </a:p>
        </p:txBody>
      </p:sp>
      <p:sp>
        <p:nvSpPr>
          <p:cNvPr id="9" name="footer-number-121">
            <a:extLst xmlns:a="http://schemas.openxmlformats.org/drawingml/2006/main">
              <a:ext uri="{FF2B5EF4-FFF2-40B4-BE49-F238E27FC236}">
                <a16:creationId xmlns:a16="http://schemas.microsoft.com/office/drawing/2014/main" id="{734DE680-9D25-4D7A-8764-9F95477D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45429315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2-eyebrow">
            <a:extLst xmlns:a="http://schemas.openxmlformats.org/drawingml/2006/main">
              <a:ext uri="{FF2B5EF4-FFF2-40B4-BE49-F238E27FC236}">
                <a16:creationId xmlns:a16="http://schemas.microsoft.com/office/drawing/2014/main" id="{2EEC4544-FAAB-4FCD-A781-74F54954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LEVELS · AGRICULTURE VALUE ADDED (CONSTANT 2010 R$ THOUSAND)</a:t>
            </a:r>
          </a:p>
        </p:txBody>
      </p:sp>
      <p:sp>
        <p:nvSpPr>
          <p:cNvPr id="2" name="outcome-122-title">
            <a:extLst xmlns:a="http://schemas.openxmlformats.org/drawingml/2006/main">
              <a:ext uri="{FF2B5EF4-FFF2-40B4-BE49-F238E27FC236}">
                <a16:creationId xmlns:a16="http://schemas.microsoft.com/office/drawing/2014/main" id="{39ACBC13-5A93-49B4-8482-000DCEE8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05C0-DC89-47CD-ACB3-6F7A2255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5fe24cce548b9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22-table-label">
            <a:extLst xmlns:a="http://schemas.openxmlformats.org/drawingml/2006/main">
              <a:ext uri="{FF2B5EF4-FFF2-40B4-BE49-F238E27FC236}">
                <a16:creationId xmlns:a16="http://schemas.microsoft.com/office/drawing/2014/main" id="{840A42A5-3189-4897-989C-3C91D52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22.1k (28.1k)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26.4k (24.1k)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20.5k (31.9k)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27.7k (42.0k)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32.6k (51.1k)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41.1k (51.1k)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44.0k (52.7k)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63.2k (71.6k)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52.7k (68.1k)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82.5k (112k)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33.3k (45.7k)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83.4k (127k)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23.0k (34.7k)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75.2k (111k)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25.8k (45.1k)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62.0k (86.9k)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28.2k (41.1k)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84.0k (129k)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2-note">
            <a:extLst xmlns:a="http://schemas.openxmlformats.org/drawingml/2006/main">
              <a:ext uri="{FF2B5EF4-FFF2-40B4-BE49-F238E27FC236}">
                <a16:creationId xmlns:a16="http://schemas.microsoft.com/office/drawing/2014/main" id="{459ACD13-906F-463F-9A84-37230EFC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2">
            <a:extLst xmlns:a="http://schemas.openxmlformats.org/drawingml/2006/main">
              <a:ext uri="{FF2B5EF4-FFF2-40B4-BE49-F238E27FC236}">
                <a16:creationId xmlns:a16="http://schemas.microsoft.com/office/drawing/2014/main" id="{8BA5BB17-8BB5-41ED-BD25-39F74A3A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levels</a:t>
            </a:r>
          </a:p>
        </p:txBody>
      </p:sp>
      <p:sp>
        <p:nvSpPr>
          <p:cNvPr id="9" name="footer-number-122">
            <a:extLst xmlns:a="http://schemas.openxmlformats.org/drawingml/2006/main">
              <a:ext uri="{FF2B5EF4-FFF2-40B4-BE49-F238E27FC236}">
                <a16:creationId xmlns:a16="http://schemas.microsoft.com/office/drawing/2014/main" id="{E0DC5ECF-A2C7-48E0-B540-A28A8C86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130095571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3-eyebrow">
            <a:extLst xmlns:a="http://schemas.openxmlformats.org/drawingml/2006/main">
              <a:ext uri="{FF2B5EF4-FFF2-40B4-BE49-F238E27FC236}">
                <a16:creationId xmlns:a16="http://schemas.microsoft.com/office/drawing/2014/main" id="{BC650473-1013-4B0F-9987-9867F538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LOGS · LOG GDP TOTAL (CONSTANT 2010 R$ THOUSAND)</a:t>
            </a:r>
          </a:p>
        </p:txBody>
      </p:sp>
      <p:sp>
        <p:nvSpPr>
          <p:cNvPr id="2" name="outcome-123-title">
            <a:extLst xmlns:a="http://schemas.openxmlformats.org/drawingml/2006/main">
              <a:ext uri="{FF2B5EF4-FFF2-40B4-BE49-F238E27FC236}">
                <a16:creationId xmlns:a16="http://schemas.microsoft.com/office/drawing/2014/main" id="{6BB01D79-78EE-4C44-8979-3477A073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C1E88-7F1C-44B1-A380-60779AB6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8d544d8504ded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23-table-label">
            <a:extLst xmlns:a="http://schemas.openxmlformats.org/drawingml/2006/main">
              <a:ext uri="{FF2B5EF4-FFF2-40B4-BE49-F238E27FC236}">
                <a16:creationId xmlns:a16="http://schemas.microsoft.com/office/drawing/2014/main" id="{489A544E-148A-4EE4-8FA8-34A7C2E1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10.9 (1.5)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11.2 (1.43)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11.6 (1.34)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(1.39)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11.9 (1.44)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12.2 (1.4)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3-note">
            <a:extLst xmlns:a="http://schemas.openxmlformats.org/drawingml/2006/main">
              <a:ext uri="{FF2B5EF4-FFF2-40B4-BE49-F238E27FC236}">
                <a16:creationId xmlns:a16="http://schemas.microsoft.com/office/drawing/2014/main" id="{CC6BFC78-89F5-4A01-B30D-307FBE4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3">
            <a:extLst xmlns:a="http://schemas.openxmlformats.org/drawingml/2006/main">
              <a:ext uri="{FF2B5EF4-FFF2-40B4-BE49-F238E27FC236}">
                <a16:creationId xmlns:a16="http://schemas.microsoft.com/office/drawing/2014/main" id="{B45CB345-D71B-4976-BE2B-82A88FC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logs</a:t>
            </a:r>
          </a:p>
        </p:txBody>
      </p:sp>
      <p:sp>
        <p:nvSpPr>
          <p:cNvPr id="9" name="footer-number-123">
            <a:extLst xmlns:a="http://schemas.openxmlformats.org/drawingml/2006/main">
              <a:ext uri="{FF2B5EF4-FFF2-40B4-BE49-F238E27FC236}">
                <a16:creationId xmlns:a16="http://schemas.microsoft.com/office/drawing/2014/main" id="{3465B284-FB43-4023-9E55-F8D22BF2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53489436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4-eyebrow">
            <a:extLst xmlns:a="http://schemas.openxmlformats.org/drawingml/2006/main">
              <a:ext uri="{FF2B5EF4-FFF2-40B4-BE49-F238E27FC236}">
                <a16:creationId xmlns:a16="http://schemas.microsoft.com/office/drawing/2014/main" id="{DCC873CF-F04F-4856-B8C8-C09DE364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LOGS · LOG INDUSTRY VALUE ADDED (CONSTANT 2010 R$ THOUSAND)</a:t>
            </a:r>
          </a:p>
        </p:txBody>
      </p:sp>
      <p:sp>
        <p:nvSpPr>
          <p:cNvPr id="2" name="outcome-124-title">
            <a:extLst xmlns:a="http://schemas.openxmlformats.org/drawingml/2006/main">
              <a:ext uri="{FF2B5EF4-FFF2-40B4-BE49-F238E27FC236}">
                <a16:creationId xmlns:a16="http://schemas.microsoft.com/office/drawing/2014/main" id="{8BFD2EB9-F12B-464B-B4D1-D4AEB66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83280-8BFC-4242-A0D3-51B63E9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efd72e94749b3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24-table-label">
            <a:extLst xmlns:a="http://schemas.openxmlformats.org/drawingml/2006/main">
              <a:ext uri="{FF2B5EF4-FFF2-40B4-BE49-F238E27FC236}">
                <a16:creationId xmlns:a16="http://schemas.microsoft.com/office/drawing/2014/main" id="{8BE21982-E842-475F-9134-1FF8034C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7.75 (2.2)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7.98 (2.11)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7.98 (2.13)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8.12 (1.99)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8.6 (2.22)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8.46 (2.01)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9.38 (1.91)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9.39 (2)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7.64 (2.91)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8.36 (2.65)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 (1.84)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9.52 (1.95)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8.87 (2.15)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9.47 (2.03)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9.25 (2.06)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9.95 (1.87)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4-note">
            <a:extLst xmlns:a="http://schemas.openxmlformats.org/drawingml/2006/main">
              <a:ext uri="{FF2B5EF4-FFF2-40B4-BE49-F238E27FC236}">
                <a16:creationId xmlns:a16="http://schemas.microsoft.com/office/drawing/2014/main" id="{E129B45A-7EC0-46DA-95DD-AF9772A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4">
            <a:extLst xmlns:a="http://schemas.openxmlformats.org/drawingml/2006/main">
              <a:ext uri="{FF2B5EF4-FFF2-40B4-BE49-F238E27FC236}">
                <a16:creationId xmlns:a16="http://schemas.microsoft.com/office/drawing/2014/main" id="{4DDFE1DE-6929-4FD5-9304-3A1F0401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logs</a:t>
            </a:r>
          </a:p>
        </p:txBody>
      </p:sp>
      <p:sp>
        <p:nvSpPr>
          <p:cNvPr id="9" name="footer-number-124">
            <a:extLst xmlns:a="http://schemas.openxmlformats.org/drawingml/2006/main">
              <a:ext uri="{FF2B5EF4-FFF2-40B4-BE49-F238E27FC236}">
                <a16:creationId xmlns:a16="http://schemas.microsoft.com/office/drawing/2014/main" id="{26318398-81AD-46D5-BA2C-6268FD30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22447762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5-eyebrow">
            <a:extLst xmlns:a="http://schemas.openxmlformats.org/drawingml/2006/main">
              <a:ext uri="{FF2B5EF4-FFF2-40B4-BE49-F238E27FC236}">
                <a16:creationId xmlns:a16="http://schemas.microsoft.com/office/drawing/2014/main" id="{4E59A049-766E-4D78-BAE3-6295A89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LOGS · LOG PRIVATE-SERVICES VALUE ADDED (CONSTANT 2010 R$ THOUSAND)</a:t>
            </a:r>
          </a:p>
        </p:txBody>
      </p:sp>
      <p:sp>
        <p:nvSpPr>
          <p:cNvPr id="2" name="outcome-125-title">
            <a:extLst xmlns:a="http://schemas.openxmlformats.org/drawingml/2006/main">
              <a:ext uri="{FF2B5EF4-FFF2-40B4-BE49-F238E27FC236}">
                <a16:creationId xmlns:a16="http://schemas.microsoft.com/office/drawing/2014/main" id="{6ACD5BDC-927B-485B-A16A-F84F1AE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17883-5C02-4CF0-B1CD-F2C44BDF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15f0ccc3442fb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25-table-label">
            <a:extLst xmlns:a="http://schemas.openxmlformats.org/drawingml/2006/main">
              <a:ext uri="{FF2B5EF4-FFF2-40B4-BE49-F238E27FC236}">
                <a16:creationId xmlns:a16="http://schemas.microsoft.com/office/drawing/2014/main" id="{FF977955-8577-4C75-86F3-38D0244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 (1.67)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 (1.85)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9.46 (1.59)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9.69 (1.54)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9.97 (1.65)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(1.56)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10.9 (1.61)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5-note">
            <a:extLst xmlns:a="http://schemas.openxmlformats.org/drawingml/2006/main">
              <a:ext uri="{FF2B5EF4-FFF2-40B4-BE49-F238E27FC236}">
                <a16:creationId xmlns:a16="http://schemas.microsoft.com/office/drawing/2014/main" id="{CC78F6A3-2A97-4F29-B8A4-020EA17A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5">
            <a:extLst xmlns:a="http://schemas.openxmlformats.org/drawingml/2006/main">
              <a:ext uri="{FF2B5EF4-FFF2-40B4-BE49-F238E27FC236}">
                <a16:creationId xmlns:a16="http://schemas.microsoft.com/office/drawing/2014/main" id="{E5EE415F-8C9E-4AB0-A31A-55BE706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logs</a:t>
            </a:r>
          </a:p>
        </p:txBody>
      </p:sp>
      <p:sp>
        <p:nvSpPr>
          <p:cNvPr id="9" name="footer-number-125">
            <a:extLst xmlns:a="http://schemas.openxmlformats.org/drawingml/2006/main">
              <a:ext uri="{FF2B5EF4-FFF2-40B4-BE49-F238E27FC236}">
                <a16:creationId xmlns:a16="http://schemas.microsoft.com/office/drawing/2014/main" id="{3117FCEF-0C24-4E53-92DD-2961E46E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853008962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6-eyebrow">
            <a:extLst xmlns:a="http://schemas.openxmlformats.org/drawingml/2006/main">
              <a:ext uri="{FF2B5EF4-FFF2-40B4-BE49-F238E27FC236}">
                <a16:creationId xmlns:a16="http://schemas.microsoft.com/office/drawing/2014/main" id="{07627C54-E2A1-48BE-81A0-782FE9C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LOGS · LOG PUBLIC-ADMINISTRATION VALUE ADDED (CONSTANT 2010 R$ THOUSAND)</a:t>
            </a:r>
          </a:p>
        </p:txBody>
      </p:sp>
      <p:sp>
        <p:nvSpPr>
          <p:cNvPr id="2" name="outcome-126-title">
            <a:extLst xmlns:a="http://schemas.openxmlformats.org/drawingml/2006/main">
              <a:ext uri="{FF2B5EF4-FFF2-40B4-BE49-F238E27FC236}">
                <a16:creationId xmlns:a16="http://schemas.microsoft.com/office/drawing/2014/main" id="{F34CB21E-946F-48DC-A17D-EAC189D7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BF35E-449A-4B4D-B3E9-FEE37357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b2f76418c4e56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26-table-label">
            <a:extLst xmlns:a="http://schemas.openxmlformats.org/drawingml/2006/main">
              <a:ext uri="{FF2B5EF4-FFF2-40B4-BE49-F238E27FC236}">
                <a16:creationId xmlns:a16="http://schemas.microsoft.com/office/drawing/2014/main" id="{19C74ACF-EA2F-43B2-AD18-953CF649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7.27 (1.62)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7.41 (1.52)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7.69 (1.57)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7.83 (1.43)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7.93 (1.61)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8.12 (1.5)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8.19 (1.7)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8.16 (1.5)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9.28 (1.3)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9.42 (1.31)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9.81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9.86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26-note">
            <a:extLst xmlns:a="http://schemas.openxmlformats.org/drawingml/2006/main">
              <a:ext uri="{FF2B5EF4-FFF2-40B4-BE49-F238E27FC236}">
                <a16:creationId xmlns:a16="http://schemas.microsoft.com/office/drawing/2014/main" id="{3573F664-C093-4D55-8595-158BC456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6">
            <a:extLst xmlns:a="http://schemas.openxmlformats.org/drawingml/2006/main">
              <a:ext uri="{FF2B5EF4-FFF2-40B4-BE49-F238E27FC236}">
                <a16:creationId xmlns:a16="http://schemas.microsoft.com/office/drawing/2014/main" id="{F752AD3F-99EE-48E3-A83B-11E707C9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logs</a:t>
            </a:r>
          </a:p>
        </p:txBody>
      </p:sp>
      <p:sp>
        <p:nvSpPr>
          <p:cNvPr id="9" name="footer-number-126">
            <a:extLst xmlns:a="http://schemas.openxmlformats.org/drawingml/2006/main">
              <a:ext uri="{FF2B5EF4-FFF2-40B4-BE49-F238E27FC236}">
                <a16:creationId xmlns:a16="http://schemas.microsoft.com/office/drawing/2014/main" id="{4FEE49C1-1A9E-47B2-9D5A-5558FAF6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23882647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7-eyebrow">
            <a:extLst xmlns:a="http://schemas.openxmlformats.org/drawingml/2006/main">
              <a:ext uri="{FF2B5EF4-FFF2-40B4-BE49-F238E27FC236}">
                <a16:creationId xmlns:a16="http://schemas.microsoft.com/office/drawing/2014/main" id="{017E744A-66C7-4083-A616-99204442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LOGS · LOG AGRICULTURE VALUE ADDED (CONSTANT 2010 R$ THOUSAND)</a:t>
            </a:r>
          </a:p>
        </p:txBody>
      </p:sp>
      <p:sp>
        <p:nvSpPr>
          <p:cNvPr id="2" name="outcome-127-title">
            <a:extLst xmlns:a="http://schemas.openxmlformats.org/drawingml/2006/main">
              <a:ext uri="{FF2B5EF4-FFF2-40B4-BE49-F238E27FC236}">
                <a16:creationId xmlns:a16="http://schemas.microsoft.com/office/drawing/2014/main" id="{2A86FBCB-6D2D-4BCB-A0A7-016E7667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CD5BA-1FAD-4828-88C2-0737A2EF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3f60aa9a247a0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27-table-label">
            <a:extLst xmlns:a="http://schemas.openxmlformats.org/drawingml/2006/main">
              <a:ext uri="{FF2B5EF4-FFF2-40B4-BE49-F238E27FC236}">
                <a16:creationId xmlns:a16="http://schemas.microsoft.com/office/drawing/2014/main" id="{C7A3F21A-1D69-43EC-B14E-9B5A3E9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9.41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9.68 (1.19)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9.34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9.38 (1.38)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9.85 (1.07)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(1.17)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9.83 (1.18)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9.43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(1.42)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9.48 (1.2)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9.57 (1.24)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(1.33)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27-note">
            <a:extLst xmlns:a="http://schemas.openxmlformats.org/drawingml/2006/main">
              <a:ext uri="{FF2B5EF4-FFF2-40B4-BE49-F238E27FC236}">
                <a16:creationId xmlns:a16="http://schemas.microsoft.com/office/drawing/2014/main" id="{F248F5FA-7035-4D2A-A713-BB223532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7">
            <a:extLst xmlns:a="http://schemas.openxmlformats.org/drawingml/2006/main">
              <a:ext uri="{FF2B5EF4-FFF2-40B4-BE49-F238E27FC236}">
                <a16:creationId xmlns:a16="http://schemas.microsoft.com/office/drawing/2014/main" id="{8379E204-C743-45CD-AB31-36DAF2CD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logs</a:t>
            </a:r>
          </a:p>
        </p:txBody>
      </p:sp>
      <p:sp>
        <p:nvSpPr>
          <p:cNvPr id="9" name="footer-number-127">
            <a:extLst xmlns:a="http://schemas.openxmlformats.org/drawingml/2006/main">
              <a:ext uri="{FF2B5EF4-FFF2-40B4-BE49-F238E27FC236}">
                <a16:creationId xmlns:a16="http://schemas.microsoft.com/office/drawing/2014/main" id="{4A54A9E8-B4F5-4ED2-A999-5389300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83312195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8-eyebrow">
            <a:extLst xmlns:a="http://schemas.openxmlformats.org/drawingml/2006/main">
              <a:ext uri="{FF2B5EF4-FFF2-40B4-BE49-F238E27FC236}">
                <a16:creationId xmlns:a16="http://schemas.microsoft.com/office/drawing/2014/main" id="{F7CDA32F-8920-4DEF-B09E-5637E75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GROWTH · ANNUALIZED GDP TOTAL LOG GROWTH (%)</a:t>
            </a:r>
          </a:p>
        </p:txBody>
      </p:sp>
      <p:sp>
        <p:nvSpPr>
          <p:cNvPr id="2" name="outcome-128-title">
            <a:extLst xmlns:a="http://schemas.openxmlformats.org/drawingml/2006/main">
              <a:ext uri="{FF2B5EF4-FFF2-40B4-BE49-F238E27FC236}">
                <a16:creationId xmlns:a16="http://schemas.microsoft.com/office/drawing/2014/main" id="{2BC8EE80-B937-48CB-A060-1523FC75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01151-032E-4F3A-AAB7-01486505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85f9ab84740ef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28-table-label">
            <a:extLst xmlns:a="http://schemas.openxmlformats.org/drawingml/2006/main">
              <a:ext uri="{FF2B5EF4-FFF2-40B4-BE49-F238E27FC236}">
                <a16:creationId xmlns:a16="http://schemas.microsoft.com/office/drawing/2014/main" id="{1B9DDB64-CA82-4C80-9B1C-5CD3A7B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3.57 (6.49)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3.17 (5.41)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(8.79)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(14.1)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7.1 (8.8)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(9.55)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3.76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3.53 (9.94)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-1.91 (5.24)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-0.415 (3.29)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8.58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9.35 (8.86)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 (4.65)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3.64 (2.91)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4.63 (4.38)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5.09 (5.24)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28-note">
            <a:extLst xmlns:a="http://schemas.openxmlformats.org/drawingml/2006/main">
              <a:ext uri="{FF2B5EF4-FFF2-40B4-BE49-F238E27FC236}">
                <a16:creationId xmlns:a16="http://schemas.microsoft.com/office/drawing/2014/main" id="{92D4884C-50DB-43DE-884F-B1F03C79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8">
            <a:extLst xmlns:a="http://schemas.openxmlformats.org/drawingml/2006/main">
              <a:ext uri="{FF2B5EF4-FFF2-40B4-BE49-F238E27FC236}">
                <a16:creationId xmlns:a16="http://schemas.microsoft.com/office/drawing/2014/main" id="{5AE01F8E-0E3B-4242-BD7D-31B80C4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growth</a:t>
            </a:r>
          </a:p>
        </p:txBody>
      </p:sp>
      <p:sp>
        <p:nvSpPr>
          <p:cNvPr id="9" name="footer-number-128">
            <a:extLst xmlns:a="http://schemas.openxmlformats.org/drawingml/2006/main">
              <a:ext uri="{FF2B5EF4-FFF2-40B4-BE49-F238E27FC236}">
                <a16:creationId xmlns:a16="http://schemas.microsoft.com/office/drawing/2014/main" id="{9FD64ADA-1B4D-4826-9D9C-9C06589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356346982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29-eyebrow">
            <a:extLst xmlns:a="http://schemas.openxmlformats.org/drawingml/2006/main">
              <a:ext uri="{FF2B5EF4-FFF2-40B4-BE49-F238E27FC236}">
                <a16:creationId xmlns:a16="http://schemas.microsoft.com/office/drawing/2014/main" id="{EDC4C526-C780-4F8E-8A6D-BECE512C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GROWTH · ANNUALIZED INDUSTRY VALUE ADDED LOG GROWTH (%)</a:t>
            </a:r>
          </a:p>
        </p:txBody>
      </p:sp>
      <p:sp>
        <p:nvSpPr>
          <p:cNvPr id="2" name="outcome-129-title">
            <a:extLst xmlns:a="http://schemas.openxmlformats.org/drawingml/2006/main">
              <a:ext uri="{FF2B5EF4-FFF2-40B4-BE49-F238E27FC236}">
                <a16:creationId xmlns:a16="http://schemas.microsoft.com/office/drawing/2014/main" id="{D2959ADE-B4DD-45DF-BFC1-39906BAF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7C5D4-C007-4319-AF27-94CA6892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31c5c75c94261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29-table-label">
            <a:extLst xmlns:a="http://schemas.openxmlformats.org/drawingml/2006/main">
              <a:ext uri="{FF2B5EF4-FFF2-40B4-BE49-F238E27FC236}">
                <a16:creationId xmlns:a16="http://schemas.microsoft.com/office/drawing/2014/main" id="{E1FAC0A9-AA7F-4E81-8EA8-BACF60B9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7.92 (10.9)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6.89 (10.1)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12.6 (15.7)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6.8 (20)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11.5 (15.9)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18.4 (17.4)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0.341 (15.4)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0.0861 (13.7)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-11.6 (13.8)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-5.77 (8.54)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40.5 (38.6)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30.6 (39.1)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-4.35 (15.1)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-0.871 (10.1)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7.71 (12.2)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9.58 (10.2)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29-note">
            <a:extLst xmlns:a="http://schemas.openxmlformats.org/drawingml/2006/main">
              <a:ext uri="{FF2B5EF4-FFF2-40B4-BE49-F238E27FC236}">
                <a16:creationId xmlns:a16="http://schemas.microsoft.com/office/drawing/2014/main" id="{DDBFD268-AA11-48EA-B200-2CA4382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29">
            <a:extLst xmlns:a="http://schemas.openxmlformats.org/drawingml/2006/main">
              <a:ext uri="{FF2B5EF4-FFF2-40B4-BE49-F238E27FC236}">
                <a16:creationId xmlns:a16="http://schemas.microsoft.com/office/drawing/2014/main" id="{F5BE8C55-EC49-48A7-B5D0-91AE1C3F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growth</a:t>
            </a:r>
          </a:p>
        </p:txBody>
      </p:sp>
      <p:sp>
        <p:nvSpPr>
          <p:cNvPr id="9" name="footer-number-129">
            <a:extLst xmlns:a="http://schemas.openxmlformats.org/drawingml/2006/main">
              <a:ext uri="{FF2B5EF4-FFF2-40B4-BE49-F238E27FC236}">
                <a16:creationId xmlns:a16="http://schemas.microsoft.com/office/drawing/2014/main" id="{0168C83D-6630-4A9B-B22E-37EBE250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446917198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0-eyebrow">
            <a:extLst xmlns:a="http://schemas.openxmlformats.org/drawingml/2006/main">
              <a:ext uri="{FF2B5EF4-FFF2-40B4-BE49-F238E27FC236}">
                <a16:creationId xmlns:a16="http://schemas.microsoft.com/office/drawing/2014/main" id="{6375082E-2A27-42A8-A5D1-68373A3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GROWTH · ANNUALIZED PRIVATE-SERVICES VALUE ADDED LOG GROWTH (%)</a:t>
            </a:r>
          </a:p>
        </p:txBody>
      </p:sp>
      <p:sp>
        <p:nvSpPr>
          <p:cNvPr id="2" name="outcome-130-title">
            <a:extLst xmlns:a="http://schemas.openxmlformats.org/drawingml/2006/main">
              <a:ext uri="{FF2B5EF4-FFF2-40B4-BE49-F238E27FC236}">
                <a16:creationId xmlns:a16="http://schemas.microsoft.com/office/drawing/2014/main" id="{F3ACD8E3-6A36-4397-A88F-43A3EB92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AFFBF-BBFE-4674-B5E7-62DD40C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3029b8fc24e37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30-table-label">
            <a:extLst xmlns:a="http://schemas.openxmlformats.org/drawingml/2006/main">
              <a:ext uri="{FF2B5EF4-FFF2-40B4-BE49-F238E27FC236}">
                <a16:creationId xmlns:a16="http://schemas.microsoft.com/office/drawing/2014/main" id="{6EC0ECB3-E7C5-4F3E-8C3A-BF55448E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6.69 (8.3)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5.29 (7.18)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7.85 (8.24)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(6.9)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6.47 (7.95)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7.35 (8.44)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5.77 (11)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3.99 (6.38)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 (5.61)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0.542 (2.57)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-0.397 (11.3)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2.7 (7.37)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1.8 (6.68)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 (4.61)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4.68 (4.75)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4.16 (4.16)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30-note">
            <a:extLst xmlns:a="http://schemas.openxmlformats.org/drawingml/2006/main">
              <a:ext uri="{FF2B5EF4-FFF2-40B4-BE49-F238E27FC236}">
                <a16:creationId xmlns:a16="http://schemas.microsoft.com/office/drawing/2014/main" id="{6A47991E-7D1A-4230-93B9-9077298F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0">
            <a:extLst xmlns:a="http://schemas.openxmlformats.org/drawingml/2006/main">
              <a:ext uri="{FF2B5EF4-FFF2-40B4-BE49-F238E27FC236}">
                <a16:creationId xmlns:a16="http://schemas.microsoft.com/office/drawing/2014/main" id="{42D76063-5A95-44D4-8331-3526B683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growth</a:t>
            </a:r>
          </a:p>
        </p:txBody>
      </p:sp>
      <p:sp>
        <p:nvSpPr>
          <p:cNvPr id="9" name="footer-number-130">
            <a:extLst xmlns:a="http://schemas.openxmlformats.org/drawingml/2006/main">
              <a:ext uri="{FF2B5EF4-FFF2-40B4-BE49-F238E27FC236}">
                <a16:creationId xmlns:a16="http://schemas.microsoft.com/office/drawing/2014/main" id="{569C4AB0-7C65-465E-A185-5C9C819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1330161161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1-eyebrow">
            <a:extLst xmlns:a="http://schemas.openxmlformats.org/drawingml/2006/main">
              <a:ext uri="{FF2B5EF4-FFF2-40B4-BE49-F238E27FC236}">
                <a16:creationId xmlns:a16="http://schemas.microsoft.com/office/drawing/2014/main" id="{92ACFB83-A36A-41C0-8CF7-8DC07CEF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GROWTH · ANNUALIZED PUBLIC-ADMINISTRATION VALUE ADDED LOG GROWTH (%)</a:t>
            </a:r>
          </a:p>
        </p:txBody>
      </p:sp>
      <p:sp>
        <p:nvSpPr>
          <p:cNvPr id="2" name="outcome-131-title">
            <a:extLst xmlns:a="http://schemas.openxmlformats.org/drawingml/2006/main">
              <a:ext uri="{FF2B5EF4-FFF2-40B4-BE49-F238E27FC236}">
                <a16:creationId xmlns:a16="http://schemas.microsoft.com/office/drawing/2014/main" id="{39A2898B-09BD-46F7-8FD4-2AE9CA52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7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494E7-6F76-48BC-83C1-FE51193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156be9bc54193"/>
          <a:stretch xmlns:a="http://schemas.openxmlformats.org/drawingml/2006/main"/>
        </p:blipFill>
        <p:spPr>
          <a:xfrm xmlns:a="http://schemas.openxmlformats.org/drawingml/2006/main">
            <a:off x="266700" y="1928258"/>
            <a:ext cx="6953250" cy="3839684"/>
          </a:xfrm>
          <a:prstGeom xmlns:a="http://schemas.openxmlformats.org/drawingml/2006/main" prst="rect">
            <a:avLst/>
          </a:prstGeom>
        </p:spPr>
      </p:pic>
      <p:sp>
        <p:nvSpPr>
          <p:cNvPr id="5" name="outcome-131-table-label">
            <a:extLst xmlns:a="http://schemas.openxmlformats.org/drawingml/2006/main">
              <a:ext uri="{FF2B5EF4-FFF2-40B4-BE49-F238E27FC236}">
                <a16:creationId xmlns:a16="http://schemas.microsoft.com/office/drawing/2014/main" id="{44CCEAF7-ED00-40CA-9E5D-06E7CDF3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8.78 (10.3)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8.87 (10.8)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4.71 (9.35)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5.78 (10.5)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6.72 (14)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1.92 (10.9)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11.1 (8.97)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12.6 (7.58)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15.6 (13.9)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11.8 (9.56)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5.98 (3.05)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7.13 (2.26)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5.11 (2.5)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4.39 (1.83)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1-note">
            <a:extLst xmlns:a="http://schemas.openxmlformats.org/drawingml/2006/main">
              <a:ext uri="{FF2B5EF4-FFF2-40B4-BE49-F238E27FC236}">
                <a16:creationId xmlns:a16="http://schemas.microsoft.com/office/drawing/2014/main" id="{026DE515-5434-4D57-A617-693C233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1">
            <a:extLst xmlns:a="http://schemas.openxmlformats.org/drawingml/2006/main">
              <a:ext uri="{FF2B5EF4-FFF2-40B4-BE49-F238E27FC236}">
                <a16:creationId xmlns:a16="http://schemas.microsoft.com/office/drawing/2014/main" id="{B60007AE-347B-4719-B18C-95617DCC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growth</a:t>
            </a:r>
          </a:p>
        </p:txBody>
      </p:sp>
      <p:sp>
        <p:nvSpPr>
          <p:cNvPr id="9" name="footer-number-131">
            <a:extLst xmlns:a="http://schemas.openxmlformats.org/drawingml/2006/main">
              <a:ext uri="{FF2B5EF4-FFF2-40B4-BE49-F238E27FC236}">
                <a16:creationId xmlns:a16="http://schemas.microsoft.com/office/drawing/2014/main" id="{BC0CFCC0-0F7A-4941-A20D-9C4BAF7F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123658149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2-eyebrow">
            <a:extLst xmlns:a="http://schemas.openxmlformats.org/drawingml/2006/main">
              <a:ext uri="{FF2B5EF4-FFF2-40B4-BE49-F238E27FC236}">
                <a16:creationId xmlns:a16="http://schemas.microsoft.com/office/drawing/2014/main" id="{F274EC17-6AFC-4EC2-AF4F-03C3CA0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GROWTH · ANNUALIZED AGRICULTURE VALUE ADDED LOG GROWTH (%)</a:t>
            </a:r>
          </a:p>
        </p:txBody>
      </p:sp>
      <p:sp>
        <p:nvSpPr>
          <p:cNvPr id="2" name="outcome-132-title">
            <a:extLst xmlns:a="http://schemas.openxmlformats.org/drawingml/2006/main">
              <a:ext uri="{FF2B5EF4-FFF2-40B4-BE49-F238E27FC236}">
                <a16:creationId xmlns:a16="http://schemas.microsoft.com/office/drawing/2014/main" id="{ED458BCE-34AE-40D1-9BE2-B7E2852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067B4-F270-4342-B154-D73671A5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8f66464f34e56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32-table-label">
            <a:extLst xmlns:a="http://schemas.openxmlformats.org/drawingml/2006/main">
              <a:ext uri="{FF2B5EF4-FFF2-40B4-BE49-F238E27FC236}">
                <a16:creationId xmlns:a16="http://schemas.microsoft.com/office/drawing/2014/main" id="{9EDD8DAE-325E-4729-9D2C-B9110597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1.28 (8.32)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 (5.95)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(13.5)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(8.79)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5.96 (11.5)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9.13 (11.4)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2.69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5.97 (18.7)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-3.73 (6.73)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0.0624 (5.23)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-8.37 (17.5)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-4.38 (10.7)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1.18 (12.4)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-2.21 (8.5)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1.72 (7.76)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5.29 (8.43)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32-note">
            <a:extLst xmlns:a="http://schemas.openxmlformats.org/drawingml/2006/main">
              <a:ext uri="{FF2B5EF4-FFF2-40B4-BE49-F238E27FC236}">
                <a16:creationId xmlns:a16="http://schemas.microsoft.com/office/drawing/2014/main" id="{1D871C78-5104-4C09-9146-A06A112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2">
            <a:extLst xmlns:a="http://schemas.openxmlformats.org/drawingml/2006/main">
              <a:ext uri="{FF2B5EF4-FFF2-40B4-BE49-F238E27FC236}">
                <a16:creationId xmlns:a16="http://schemas.microsoft.com/office/drawing/2014/main" id="{0EC8189E-FDB9-42F5-B3D2-88F2CF42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growth</a:t>
            </a:r>
          </a:p>
        </p:txBody>
      </p:sp>
      <p:sp>
        <p:nvSpPr>
          <p:cNvPr id="9" name="footer-number-132">
            <a:extLst xmlns:a="http://schemas.openxmlformats.org/drawingml/2006/main">
              <a:ext uri="{FF2B5EF4-FFF2-40B4-BE49-F238E27FC236}">
                <a16:creationId xmlns:a16="http://schemas.microsoft.com/office/drawing/2014/main" id="{6C0957E5-73C3-4343-8BB0-5AB79B1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136990955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3-eyebrow">
            <a:extLst xmlns:a="http://schemas.openxmlformats.org/drawingml/2006/main">
              <a:ext uri="{FF2B5EF4-FFF2-40B4-BE49-F238E27FC236}">
                <a16:creationId xmlns:a16="http://schemas.microsoft.com/office/drawing/2014/main" id="{5437D94A-D7F4-416E-BD07-187D38DF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COMPOSITION · VALUE ADDED INDUSTRY SHARE OF GDP</a:t>
            </a:r>
          </a:p>
        </p:txBody>
      </p:sp>
      <p:sp>
        <p:nvSpPr>
          <p:cNvPr id="2" name="outcome-133-title">
            <a:extLst xmlns:a="http://schemas.openxmlformats.org/drawingml/2006/main">
              <a:ext uri="{FF2B5EF4-FFF2-40B4-BE49-F238E27FC236}">
                <a16:creationId xmlns:a16="http://schemas.microsoft.com/office/drawing/2014/main" id="{F390B9DD-6CF5-46B9-AA05-0F15B67D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D4D53-4351-42F8-9D68-0EBEC5B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f1fa201a642e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33-table-label">
            <a:extLst xmlns:a="http://schemas.openxmlformats.org/drawingml/2006/main">
              <a:ext uri="{FF2B5EF4-FFF2-40B4-BE49-F238E27FC236}">
                <a16:creationId xmlns:a16="http://schemas.microsoft.com/office/drawing/2014/main" id="{47763C6C-4E51-4D6E-8028-AA9844C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(0.173)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(0.158)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0.158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0.166 (0.192)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 (0.182)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 (0.331)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(0.193)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0.188 (0.22)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 (0.169)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0.118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0.122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0.145 (0.122)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0.151 (0.135)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0.138 (0.334)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 (0.144)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(0.245)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0.157 (0.149)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3-note">
            <a:extLst xmlns:a="http://schemas.openxmlformats.org/drawingml/2006/main">
              <a:ext uri="{FF2B5EF4-FFF2-40B4-BE49-F238E27FC236}">
                <a16:creationId xmlns:a16="http://schemas.microsoft.com/office/drawing/2014/main" id="{5FE7D2A3-8D7D-4F81-8A8B-735F5E08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3">
            <a:extLst xmlns:a="http://schemas.openxmlformats.org/drawingml/2006/main">
              <a:ext uri="{FF2B5EF4-FFF2-40B4-BE49-F238E27FC236}">
                <a16:creationId xmlns:a16="http://schemas.microsoft.com/office/drawing/2014/main" id="{066DFB9E-C8D2-43D4-9F68-3CACE632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composition</a:t>
            </a:r>
          </a:p>
        </p:txBody>
      </p:sp>
      <p:sp>
        <p:nvSpPr>
          <p:cNvPr id="9" name="footer-number-133">
            <a:extLst xmlns:a="http://schemas.openxmlformats.org/drawingml/2006/main">
              <a:ext uri="{FF2B5EF4-FFF2-40B4-BE49-F238E27FC236}">
                <a16:creationId xmlns:a16="http://schemas.microsoft.com/office/drawing/2014/main" id="{4A0D6667-5CB9-4D9A-B32B-2B3A532F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597224170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4-eyebrow">
            <a:extLst xmlns:a="http://schemas.openxmlformats.org/drawingml/2006/main">
              <a:ext uri="{FF2B5EF4-FFF2-40B4-BE49-F238E27FC236}">
                <a16:creationId xmlns:a16="http://schemas.microsoft.com/office/drawing/2014/main" id="{9FA3D75F-B177-45D3-8BF6-092AFAC2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COMPOSITION · VALUE ADDED SERVICES PRIVATE SHARE OF GDP</a:t>
            </a:r>
          </a:p>
        </p:txBody>
      </p:sp>
      <p:sp>
        <p:nvSpPr>
          <p:cNvPr id="2" name="outcome-134-title">
            <a:extLst xmlns:a="http://schemas.openxmlformats.org/drawingml/2006/main">
              <a:ext uri="{FF2B5EF4-FFF2-40B4-BE49-F238E27FC236}">
                <a16:creationId xmlns:a16="http://schemas.microsoft.com/office/drawing/2014/main" id="{3024ED4B-406E-477A-95B8-E899A07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93EAF-3D0C-4B5B-A69B-2E0DB88E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d2fd81534b45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34-table-label">
            <a:extLst xmlns:a="http://schemas.openxmlformats.org/drawingml/2006/main">
              <a:ext uri="{FF2B5EF4-FFF2-40B4-BE49-F238E27FC236}">
                <a16:creationId xmlns:a16="http://schemas.microsoft.com/office/drawing/2014/main" id="{D44782DE-C899-4845-B138-6C5B787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(0.194)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 (0.226)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0.399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 (0.139)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0.485 (0.492)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 (0.148)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0.373 (0.176)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0.355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0.365 (0.157)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0.455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0.414 (0.177)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0.298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0.302 (0.105)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0.278 (0.141)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0.315 (0.11)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0.279 (0.13)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0.309 (0.128)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4-note">
            <a:extLst xmlns:a="http://schemas.openxmlformats.org/drawingml/2006/main">
              <a:ext uri="{FF2B5EF4-FFF2-40B4-BE49-F238E27FC236}">
                <a16:creationId xmlns:a16="http://schemas.microsoft.com/office/drawing/2014/main" id="{0EAAAE51-95C0-4EC6-8315-3B89CCB6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4">
            <a:extLst xmlns:a="http://schemas.openxmlformats.org/drawingml/2006/main">
              <a:ext uri="{FF2B5EF4-FFF2-40B4-BE49-F238E27FC236}">
                <a16:creationId xmlns:a16="http://schemas.microsoft.com/office/drawing/2014/main" id="{BD9036C4-1E5C-4752-B94D-ADFBFA03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composition</a:t>
            </a:r>
          </a:p>
        </p:txBody>
      </p:sp>
      <p:sp>
        <p:nvSpPr>
          <p:cNvPr id="9" name="footer-number-134">
            <a:extLst xmlns:a="http://schemas.openxmlformats.org/drawingml/2006/main">
              <a:ext uri="{FF2B5EF4-FFF2-40B4-BE49-F238E27FC236}">
                <a16:creationId xmlns:a16="http://schemas.microsoft.com/office/drawing/2014/main" id="{E058AC00-FFAC-411D-B700-0639BEDE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769177535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5-eyebrow">
            <a:extLst xmlns:a="http://schemas.openxmlformats.org/drawingml/2006/main">
              <a:ext uri="{FF2B5EF4-FFF2-40B4-BE49-F238E27FC236}">
                <a16:creationId xmlns:a16="http://schemas.microsoft.com/office/drawing/2014/main" id="{A24E1B7A-ACA7-4E18-A66E-E3BB56CA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COMPOSITION · VALUE ADDED PUBLIC ADMINISTRATION SHARE OF GDP</a:t>
            </a:r>
          </a:p>
        </p:txBody>
      </p:sp>
      <p:sp>
        <p:nvSpPr>
          <p:cNvPr id="2" name="outcome-135-title">
            <a:extLst xmlns:a="http://schemas.openxmlformats.org/drawingml/2006/main">
              <a:ext uri="{FF2B5EF4-FFF2-40B4-BE49-F238E27FC236}">
                <a16:creationId xmlns:a16="http://schemas.microsoft.com/office/drawing/2014/main" id="{4D03B61E-3E4C-4670-A690-ABB87DF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D9230-B65E-4CA4-90B8-FA000AD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daa79a3624a06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35-table-label">
            <a:extLst xmlns:a="http://schemas.openxmlformats.org/drawingml/2006/main">
              <a:ext uri="{FF2B5EF4-FFF2-40B4-BE49-F238E27FC236}">
                <a16:creationId xmlns:a16="http://schemas.microsoft.com/office/drawing/2014/main" id="{95ECF156-F70C-43B4-A08D-7B03F3C4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0.0621 (0.056)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0.0554 (0.0491)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0.0542 (0.0448)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0.0711 (0.122)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0.0491 (0.0413)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0.0575 (0.099)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0.0609 (0.0563)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0.0436 (0.0365)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(0.107)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0.268 (0.137)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0.177 (0.0849)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0.305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0.211 (0.108)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0.312 (0.167)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35-note">
            <a:extLst xmlns:a="http://schemas.openxmlformats.org/drawingml/2006/main">
              <a:ext uri="{FF2B5EF4-FFF2-40B4-BE49-F238E27FC236}">
                <a16:creationId xmlns:a16="http://schemas.microsoft.com/office/drawing/2014/main" id="{5412370F-B2A5-4338-A367-F137FC1E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5">
            <a:extLst xmlns:a="http://schemas.openxmlformats.org/drawingml/2006/main">
              <a:ext uri="{FF2B5EF4-FFF2-40B4-BE49-F238E27FC236}">
                <a16:creationId xmlns:a16="http://schemas.microsoft.com/office/drawing/2014/main" id="{0E52CAAB-94DE-40CA-9B9A-1C8741DD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composition</a:t>
            </a:r>
          </a:p>
        </p:txBody>
      </p:sp>
      <p:sp>
        <p:nvSpPr>
          <p:cNvPr id="9" name="footer-number-135">
            <a:extLst xmlns:a="http://schemas.openxmlformats.org/drawingml/2006/main">
              <a:ext uri="{FF2B5EF4-FFF2-40B4-BE49-F238E27FC236}">
                <a16:creationId xmlns:a16="http://schemas.microsoft.com/office/drawing/2014/main" id="{8D823072-68F1-4C0E-9C27-B9CE8788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85509976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6-eyebrow">
            <a:extLst xmlns:a="http://schemas.openxmlformats.org/drawingml/2006/main">
              <a:ext uri="{FF2B5EF4-FFF2-40B4-BE49-F238E27FC236}">
                <a16:creationId xmlns:a16="http://schemas.microsoft.com/office/drawing/2014/main" id="{C2339577-EDF2-4EF4-B624-B3E22D0D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MUNICIPALITY · MUNICIPAL GDP COMPOSITION · VALUE ADDED AGRICULTURE SHARE OF GDP</a:t>
            </a:r>
          </a:p>
        </p:txBody>
      </p:sp>
      <p:sp>
        <p:nvSpPr>
          <p:cNvPr id="2" name="outcome-136-title">
            <a:extLst xmlns:a="http://schemas.openxmlformats.org/drawingml/2006/main">
              <a:ext uri="{FF2B5EF4-FFF2-40B4-BE49-F238E27FC236}">
                <a16:creationId xmlns:a16="http://schemas.microsoft.com/office/drawing/2014/main" id="{5CDA272E-BE8B-4797-86D0-6EE454F9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0E0A7-9F75-40EA-B511-78C53C4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03903c96b488f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36-table-label">
            <a:extLst xmlns:a="http://schemas.openxmlformats.org/drawingml/2006/main">
              <a:ext uri="{FF2B5EF4-FFF2-40B4-BE49-F238E27FC236}">
                <a16:creationId xmlns:a16="http://schemas.microsoft.com/office/drawing/2014/main" id="{A68E7E0A-A9BD-452A-9627-5054F36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0.546 (0.263)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(0.279)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 (0.227)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0.435 (0.225)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 (0.232)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(0.759)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0.469 (0.246)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0.427 (0.243)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0.457 (0.245)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0.465 (0.22)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0.427 (0.249)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0.464 (0.232)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0.239 (0.157)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0.312 (0.183)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0.215 (0.168)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0.231 (0.178)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(0.172)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(0.283)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6-note">
            <a:extLst xmlns:a="http://schemas.openxmlformats.org/drawingml/2006/main">
              <a:ext uri="{FF2B5EF4-FFF2-40B4-BE49-F238E27FC236}">
                <a16:creationId xmlns:a16="http://schemas.microsoft.com/office/drawing/2014/main" id="{3506AAAC-4BCD-4F10-9155-5D88557B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6">
            <a:extLst xmlns:a="http://schemas.openxmlformats.org/drawingml/2006/main">
              <a:ext uri="{FF2B5EF4-FFF2-40B4-BE49-F238E27FC236}">
                <a16:creationId xmlns:a16="http://schemas.microsoft.com/office/drawing/2014/main" id="{47B4795B-90B1-40E5-A1CE-B841051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Municipal GDP composition</a:t>
            </a:r>
          </a:p>
        </p:txBody>
      </p:sp>
      <p:sp>
        <p:nvSpPr>
          <p:cNvPr id="9" name="footer-number-136">
            <a:extLst xmlns:a="http://schemas.openxmlformats.org/drawingml/2006/main">
              <a:ext uri="{FF2B5EF4-FFF2-40B4-BE49-F238E27FC236}">
                <a16:creationId xmlns:a16="http://schemas.microsoft.com/office/drawing/2014/main" id="{9A3A30AD-39C6-426D-900C-4AEFD36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701571437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7-eyebrow">
            <a:extLst xmlns:a="http://schemas.openxmlformats.org/drawingml/2006/main">
              <a:ext uri="{FF2B5EF4-FFF2-40B4-BE49-F238E27FC236}">
                <a16:creationId xmlns:a16="http://schemas.microsoft.com/office/drawing/2014/main" id="{550D7FD5-AC23-4687-805B-0DC9D68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NATIVE VEGETATION SHARE OF MAPPED AREA</a:t>
            </a:r>
          </a:p>
        </p:txBody>
      </p:sp>
      <p:sp>
        <p:nvSpPr>
          <p:cNvPr id="2" name="outcome-137-title">
            <a:extLst xmlns:a="http://schemas.openxmlformats.org/drawingml/2006/main">
              <a:ext uri="{FF2B5EF4-FFF2-40B4-BE49-F238E27FC236}">
                <a16:creationId xmlns:a16="http://schemas.microsoft.com/office/drawing/2014/main" id="{1684B3F6-B58F-40B6-B598-57EC0D8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5B7A1-F059-42ED-B25A-EA782BB0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a608908704f02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37-table-label">
            <a:extLst xmlns:a="http://schemas.openxmlformats.org/drawingml/2006/main">
              <a:ext uri="{FF2B5EF4-FFF2-40B4-BE49-F238E27FC236}">
                <a16:creationId xmlns:a16="http://schemas.microsoft.com/office/drawing/2014/main" id="{3BC08882-7FF1-4A58-82D7-FD5403A9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0.465 (0.297)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(0.196)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 (0.297)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0.335 (0.177)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0.423 (0.291)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0.301 (0.157)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0.415 (0.286)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0.291 (0.145)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0.409 (0.28)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0.283 (0.134)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(0.275)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0.277 (0.127)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0.401 (0.268)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0.274 (0.121)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0.394 (0.264)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0.273 (0.121)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0.378 (0.252)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0.262 (0.115)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7-note">
            <a:extLst xmlns:a="http://schemas.openxmlformats.org/drawingml/2006/main">
              <a:ext uri="{FF2B5EF4-FFF2-40B4-BE49-F238E27FC236}">
                <a16:creationId xmlns:a16="http://schemas.microsoft.com/office/drawing/2014/main" id="{AB6C0892-A92E-46D1-A21E-310DE0B1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7">
            <a:extLst xmlns:a="http://schemas.openxmlformats.org/drawingml/2006/main">
              <a:ext uri="{FF2B5EF4-FFF2-40B4-BE49-F238E27FC236}">
                <a16:creationId xmlns:a16="http://schemas.microsoft.com/office/drawing/2014/main" id="{E2627C14-FFAD-4DFE-8A0B-A27BE7F1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37">
            <a:extLst xmlns:a="http://schemas.openxmlformats.org/drawingml/2006/main">
              <a:ext uri="{FF2B5EF4-FFF2-40B4-BE49-F238E27FC236}">
                <a16:creationId xmlns:a16="http://schemas.microsoft.com/office/drawing/2014/main" id="{28DF1075-1230-4AC8-A95A-7F9CD91E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1646453233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8-eyebrow">
            <a:extLst xmlns:a="http://schemas.openxmlformats.org/drawingml/2006/main">
              <a:ext uri="{FF2B5EF4-FFF2-40B4-BE49-F238E27FC236}">
                <a16:creationId xmlns:a16="http://schemas.microsoft.com/office/drawing/2014/main" id="{B241E6F0-1C51-4313-AE02-72EC62A8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ANTHROPIC-USE SHARE OF MAPPED AREA</a:t>
            </a:r>
          </a:p>
        </p:txBody>
      </p:sp>
      <p:sp>
        <p:nvSpPr>
          <p:cNvPr id="2" name="outcome-138-title">
            <a:extLst xmlns:a="http://schemas.openxmlformats.org/drawingml/2006/main">
              <a:ext uri="{FF2B5EF4-FFF2-40B4-BE49-F238E27FC236}">
                <a16:creationId xmlns:a16="http://schemas.microsoft.com/office/drawing/2014/main" id="{B4E0B1D4-8360-4946-B855-C5997E94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FB624-1F11-492E-9D22-6D1D01B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db4d2238c465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38-table-label">
            <a:extLst xmlns:a="http://schemas.openxmlformats.org/drawingml/2006/main">
              <a:ext uri="{FF2B5EF4-FFF2-40B4-BE49-F238E27FC236}">
                <a16:creationId xmlns:a16="http://schemas.microsoft.com/office/drawing/2014/main" id="{5AF9BF4F-61C3-40A3-8D79-907172D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0.514 (0.299)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0.566 (0.189)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 (0.3)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0.641 (0.171)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0.557 (0.294)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0.667 (0.152)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0.566 (0.288)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0.679 (0.14)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0.571 (0.283)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0.684 (0.129)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0.574 (0.278)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0.692 (0.123)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0.581 (0.271)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 (0.115)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0.587 (0.267)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0.699 (0.116)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0.602 (0.255)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0.707 (0.11)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8-note">
            <a:extLst xmlns:a="http://schemas.openxmlformats.org/drawingml/2006/main">
              <a:ext uri="{FF2B5EF4-FFF2-40B4-BE49-F238E27FC236}">
                <a16:creationId xmlns:a16="http://schemas.microsoft.com/office/drawing/2014/main" id="{1DAC3485-5349-4F4E-A5D5-2673725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8">
            <a:extLst xmlns:a="http://schemas.openxmlformats.org/drawingml/2006/main">
              <a:ext uri="{FF2B5EF4-FFF2-40B4-BE49-F238E27FC236}">
                <a16:creationId xmlns:a16="http://schemas.microsoft.com/office/drawing/2014/main" id="{C322111B-6C35-4655-9D09-5F75279D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38">
            <a:extLst xmlns:a="http://schemas.openxmlformats.org/drawingml/2006/main">
              <a:ext uri="{FF2B5EF4-FFF2-40B4-BE49-F238E27FC236}">
                <a16:creationId xmlns:a16="http://schemas.microsoft.com/office/drawing/2014/main" id="{B19A1711-C57B-4746-B248-34FF6E28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497250988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39-eyebrow">
            <a:extLst xmlns:a="http://schemas.openxmlformats.org/drawingml/2006/main">
              <a:ext uri="{FF2B5EF4-FFF2-40B4-BE49-F238E27FC236}">
                <a16:creationId xmlns:a16="http://schemas.microsoft.com/office/drawing/2014/main" id="{640068E9-28C7-4AF4-B37B-2C2BCA3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FARMING SHARE OF MAPPED AREA</a:t>
            </a:r>
          </a:p>
        </p:txBody>
      </p:sp>
      <p:sp>
        <p:nvSpPr>
          <p:cNvPr id="2" name="outcome-139-title">
            <a:extLst xmlns:a="http://schemas.openxmlformats.org/drawingml/2006/main">
              <a:ext uri="{FF2B5EF4-FFF2-40B4-BE49-F238E27FC236}">
                <a16:creationId xmlns:a16="http://schemas.microsoft.com/office/drawing/2014/main" id="{A13B1A60-AB87-4B31-8C4A-1FC2806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434CB-CE0C-45D3-A1B2-E1C2123D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2f316333c4a0f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39-table-label">
            <a:extLst xmlns:a="http://schemas.openxmlformats.org/drawingml/2006/main">
              <a:ext uri="{FF2B5EF4-FFF2-40B4-BE49-F238E27FC236}">
                <a16:creationId xmlns:a16="http://schemas.microsoft.com/office/drawing/2014/main" id="{8BCC03D8-6B55-45E4-AD24-8D71A63F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0.503 (0.299)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0.563 (0.189)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0.527 (0.3)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0.636 (0.171)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0.541 (0.294)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0.662 (0.152)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0.549 (0.29)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0.674 (0.139)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0.551 (0.285)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0.678 (0.129)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0.553 (0.28)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0.685 (0.122)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0.558 (0.273)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0.693 (0.115)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(0.269)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0.691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0.576 (0.259)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0.699 (0.11)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39-note">
            <a:extLst xmlns:a="http://schemas.openxmlformats.org/drawingml/2006/main">
              <a:ext uri="{FF2B5EF4-FFF2-40B4-BE49-F238E27FC236}">
                <a16:creationId xmlns:a16="http://schemas.microsoft.com/office/drawing/2014/main" id="{E1A0B0FD-3CC1-41A0-8F0E-B8548EF1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39">
            <a:extLst xmlns:a="http://schemas.openxmlformats.org/drawingml/2006/main">
              <a:ext uri="{FF2B5EF4-FFF2-40B4-BE49-F238E27FC236}">
                <a16:creationId xmlns:a16="http://schemas.microsoft.com/office/drawing/2014/main" id="{AD334265-E9F1-4129-B8DC-5161FDE6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39">
            <a:extLst xmlns:a="http://schemas.openxmlformats.org/drawingml/2006/main">
              <a:ext uri="{FF2B5EF4-FFF2-40B4-BE49-F238E27FC236}">
                <a16:creationId xmlns:a16="http://schemas.microsoft.com/office/drawing/2014/main" id="{5680A9E3-A7E4-49CC-A115-8CA9451B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139</a:t>
            </a:r>
          </a:p>
        </p:txBody>
      </p:sp>
    </p:spTree>
    <p:extLst>
      <p:ext uri="{BB962C8B-B14F-4D97-AF65-F5344CB8AC3E}">
        <p14:creationId xmlns:p14="http://schemas.microsoft.com/office/powerpoint/2010/main" val="1844434724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0-eyebrow">
            <a:extLst xmlns:a="http://schemas.openxmlformats.org/drawingml/2006/main">
              <a:ext uri="{FF2B5EF4-FFF2-40B4-BE49-F238E27FC236}">
                <a16:creationId xmlns:a16="http://schemas.microsoft.com/office/drawing/2014/main" id="{AD4B4B6D-07BB-4179-8EE5-2EBF19EC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PASTURE SHARE OF MAPPED AREA</a:t>
            </a:r>
          </a:p>
        </p:txBody>
      </p:sp>
      <p:sp>
        <p:nvSpPr>
          <p:cNvPr id="2" name="outcome-140-title">
            <a:extLst xmlns:a="http://schemas.openxmlformats.org/drawingml/2006/main">
              <a:ext uri="{FF2B5EF4-FFF2-40B4-BE49-F238E27FC236}">
                <a16:creationId xmlns:a16="http://schemas.microsoft.com/office/drawing/2014/main" id="{E1196DA9-FE09-42E3-8597-067CEF9F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E4812-7B3E-4A94-94AA-8D7AF96F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8d48727b64fe7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40-table-label">
            <a:extLst xmlns:a="http://schemas.openxmlformats.org/drawingml/2006/main">
              <a:ext uri="{FF2B5EF4-FFF2-40B4-BE49-F238E27FC236}">
                <a16:creationId xmlns:a16="http://schemas.microsoft.com/office/drawing/2014/main" id="{1B5A3210-76C6-40BF-B390-82B63BC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(0.273)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0.448 (0.153)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(0.279)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0.383 (0.276)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0.488 (0.154)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0.383 (0.273)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0.473 (0.145)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 (0.263)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0.437 (0.149)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0.347 (0.254)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0.421 (0.145)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0.335 (0.247)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 (0.143)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0.327 (0.243)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0.367 (0.139)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0.326 (0.24)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0.337 (0.154)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0-note">
            <a:extLst xmlns:a="http://schemas.openxmlformats.org/drawingml/2006/main">
              <a:ext uri="{FF2B5EF4-FFF2-40B4-BE49-F238E27FC236}">
                <a16:creationId xmlns:a16="http://schemas.microsoft.com/office/drawing/2014/main" id="{87EEBB39-578D-4DEA-8632-F53A4947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0">
            <a:extLst xmlns:a="http://schemas.openxmlformats.org/drawingml/2006/main">
              <a:ext uri="{FF2B5EF4-FFF2-40B4-BE49-F238E27FC236}">
                <a16:creationId xmlns:a16="http://schemas.microsoft.com/office/drawing/2014/main" id="{065A47C9-03F7-4D4B-B587-F7D46C6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40">
            <a:extLst xmlns:a="http://schemas.openxmlformats.org/drawingml/2006/main">
              <a:ext uri="{FF2B5EF4-FFF2-40B4-BE49-F238E27FC236}">
                <a16:creationId xmlns:a16="http://schemas.microsoft.com/office/drawing/2014/main" id="{967618AD-EDEF-44E0-B93D-7FECDDA9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1179231851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1-eyebrow">
            <a:extLst xmlns:a="http://schemas.openxmlformats.org/drawingml/2006/main">
              <a:ext uri="{FF2B5EF4-FFF2-40B4-BE49-F238E27FC236}">
                <a16:creationId xmlns:a16="http://schemas.microsoft.com/office/drawing/2014/main" id="{519A5538-24B3-46FF-80ED-9C8F057E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AGRICULTURE SHARE OF MAPPED AREA</a:t>
            </a:r>
          </a:p>
        </p:txBody>
      </p:sp>
      <p:sp>
        <p:nvSpPr>
          <p:cNvPr id="2" name="outcome-141-title">
            <a:extLst xmlns:a="http://schemas.openxmlformats.org/drawingml/2006/main">
              <a:ext uri="{FF2B5EF4-FFF2-40B4-BE49-F238E27FC236}">
                <a16:creationId xmlns:a16="http://schemas.microsoft.com/office/drawing/2014/main" id="{891EAA1A-9023-4C25-B39D-A0DAEA6F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CD902-0555-48AC-BC88-B31D7B5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a17956f944345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41-table-label">
            <a:extLst xmlns:a="http://schemas.openxmlformats.org/drawingml/2006/main">
              <a:ext uri="{FF2B5EF4-FFF2-40B4-BE49-F238E27FC236}">
                <a16:creationId xmlns:a16="http://schemas.microsoft.com/office/drawing/2014/main" id="{350B3E74-F190-4F91-A9CE-6DEDC06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0.0647 (0.144)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0.0573 (0.0816)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0.0846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0.0874 (0.126)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0.0973 (0.179)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(0.153)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0.104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(0.16)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 (0.188)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0.168 (0.184)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0.129 (0.201)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0.181 (0.189)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 (0.208)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(0.191)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0.216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0.149 (0.212)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0.224 (0.201)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1-note">
            <a:extLst xmlns:a="http://schemas.openxmlformats.org/drawingml/2006/main">
              <a:ext uri="{FF2B5EF4-FFF2-40B4-BE49-F238E27FC236}">
                <a16:creationId xmlns:a16="http://schemas.microsoft.com/office/drawing/2014/main" id="{5051EB3E-5FA8-4D81-9DFD-A8B1F90C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1">
            <a:extLst xmlns:a="http://schemas.openxmlformats.org/drawingml/2006/main">
              <a:ext uri="{FF2B5EF4-FFF2-40B4-BE49-F238E27FC236}">
                <a16:creationId xmlns:a16="http://schemas.microsoft.com/office/drawing/2014/main" id="{04F2055E-57A7-44DE-95B7-0D0DF65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41">
            <a:extLst xmlns:a="http://schemas.openxmlformats.org/drawingml/2006/main">
              <a:ext uri="{FF2B5EF4-FFF2-40B4-BE49-F238E27FC236}">
                <a16:creationId xmlns:a16="http://schemas.microsoft.com/office/drawing/2014/main" id="{1FD20805-4703-43A4-A214-34444716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195958854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2-eyebrow">
            <a:extLst xmlns:a="http://schemas.openxmlformats.org/drawingml/2006/main">
              <a:ext uri="{FF2B5EF4-FFF2-40B4-BE49-F238E27FC236}">
                <a16:creationId xmlns:a16="http://schemas.microsoft.com/office/drawing/2014/main" id="{FF43C2B4-25B5-4E7C-9AC4-2B2CBBF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SOYBEAN SHARE OF MAPPED AREA</a:t>
            </a:r>
          </a:p>
        </p:txBody>
      </p:sp>
      <p:sp>
        <p:nvSpPr>
          <p:cNvPr id="2" name="outcome-142-title">
            <a:extLst xmlns:a="http://schemas.openxmlformats.org/drawingml/2006/main">
              <a:ext uri="{FF2B5EF4-FFF2-40B4-BE49-F238E27FC236}">
                <a16:creationId xmlns:a16="http://schemas.microsoft.com/office/drawing/2014/main" id="{5704BF02-D7A7-4558-BCFF-B8727C1D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18852-3AD9-4D8D-A7CF-3C50004B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05f742ec748e2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42-table-label">
            <a:extLst xmlns:a="http://schemas.openxmlformats.org/drawingml/2006/main">
              <a:ext uri="{FF2B5EF4-FFF2-40B4-BE49-F238E27FC236}">
                <a16:creationId xmlns:a16="http://schemas.microsoft.com/office/drawing/2014/main" id="{546DF842-58CD-4416-A2F2-100DF51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0.0106 (0.0438)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0.00309 (0.0129)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0.0229 (0.0778)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0.0195 (0.075)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0.0249 (0.0855)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0.0177 (0.0586)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0.0297 (0.0991)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0.0312 (0.0755)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0.0375 (0.113)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0.0574 (0.0893)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0.0379 (0.114)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0.0702 (0.09)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0.0423 (0.116)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0.0923 (0.108)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0.0538 (0.136)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(0.114)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0.0596 (0.144)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0.141 (0.147)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2-note">
            <a:extLst xmlns:a="http://schemas.openxmlformats.org/drawingml/2006/main">
              <a:ext uri="{FF2B5EF4-FFF2-40B4-BE49-F238E27FC236}">
                <a16:creationId xmlns:a16="http://schemas.microsoft.com/office/drawing/2014/main" id="{94C89A45-298B-47E3-A2EC-90A77DD8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2">
            <a:extLst xmlns:a="http://schemas.openxmlformats.org/drawingml/2006/main">
              <a:ext uri="{FF2B5EF4-FFF2-40B4-BE49-F238E27FC236}">
                <a16:creationId xmlns:a16="http://schemas.microsoft.com/office/drawing/2014/main" id="{F788F68F-DE37-45E9-A0DD-A9A544F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42">
            <a:extLst xmlns:a="http://schemas.openxmlformats.org/drawingml/2006/main">
              <a:ext uri="{FF2B5EF4-FFF2-40B4-BE49-F238E27FC236}">
                <a16:creationId xmlns:a16="http://schemas.microsoft.com/office/drawing/2014/main" id="{6D933050-BD8F-434E-BEF3-49C4B3D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694614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3-eyebrow">
            <a:extLst xmlns:a="http://schemas.openxmlformats.org/drawingml/2006/main">
              <a:ext uri="{FF2B5EF4-FFF2-40B4-BE49-F238E27FC236}">
                <a16:creationId xmlns:a16="http://schemas.microsoft.com/office/drawing/2014/main" id="{C5E5B112-38E8-493C-8151-4067BB5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LAND-COVER SHARES · URBAN-AREA SHARE OF MAPPED AREA</a:t>
            </a:r>
          </a:p>
        </p:txBody>
      </p:sp>
      <p:sp>
        <p:nvSpPr>
          <p:cNvPr id="2" name="outcome-143-title">
            <a:extLst xmlns:a="http://schemas.openxmlformats.org/drawingml/2006/main">
              <a:ext uri="{FF2B5EF4-FFF2-40B4-BE49-F238E27FC236}">
                <a16:creationId xmlns:a16="http://schemas.microsoft.com/office/drawing/2014/main" id="{D40038E5-8400-4F58-9FEF-142C1734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E28E-46CD-4C79-9A33-46BAAB38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b0b74e4cc4f02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43-table-label">
            <a:extLst xmlns:a="http://schemas.openxmlformats.org/drawingml/2006/main">
              <a:ext uri="{FF2B5EF4-FFF2-40B4-BE49-F238E27FC236}">
                <a16:creationId xmlns:a16="http://schemas.microsoft.com/office/drawing/2014/main" id="{FF17DC0B-B398-4A57-8281-248AE824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0.0112 (0.0515)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0.0036 (0.00431)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0.0129 (0.0553)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0.00429 (0.00509)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0.0151 (0.0601)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0.00498 (0.00589)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0.0172 (0.0647)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0.00552 (0.00668)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0.0189 (0.0683)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0.00593 (0.00722)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0.0204 (0.0707)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0.00655 (0.0085)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0.0222 (0.0734)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0.00708 (0.00922)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0.0235 (0.0752)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0.00758 (0.00988)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0.0251 (0.0776)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0.00814 (0.0108)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3-note">
            <a:extLst xmlns:a="http://schemas.openxmlformats.org/drawingml/2006/main">
              <a:ext uri="{FF2B5EF4-FFF2-40B4-BE49-F238E27FC236}">
                <a16:creationId xmlns:a16="http://schemas.microsoft.com/office/drawing/2014/main" id="{BF45B0F3-8322-4CF9-ABE7-D4AAEE13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3">
            <a:extLst xmlns:a="http://schemas.openxmlformats.org/drawingml/2006/main">
              <a:ext uri="{FF2B5EF4-FFF2-40B4-BE49-F238E27FC236}">
                <a16:creationId xmlns:a16="http://schemas.microsoft.com/office/drawing/2014/main" id="{B555839D-B19A-40C8-83EB-F79B4032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land-cover shares</a:t>
            </a:r>
          </a:p>
        </p:txBody>
      </p:sp>
      <p:sp>
        <p:nvSpPr>
          <p:cNvPr id="9" name="footer-number-143">
            <a:extLst xmlns:a="http://schemas.openxmlformats.org/drawingml/2006/main">
              <a:ext uri="{FF2B5EF4-FFF2-40B4-BE49-F238E27FC236}">
                <a16:creationId xmlns:a16="http://schemas.microsoft.com/office/drawing/2014/main" id="{97952BD5-67CD-46E6-B6D1-F87E5F29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968371865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4-eyebrow">
            <a:extLst xmlns:a="http://schemas.openxmlformats.org/drawingml/2006/main">
              <a:ext uri="{FF2B5EF4-FFF2-40B4-BE49-F238E27FC236}">
                <a16:creationId xmlns:a16="http://schemas.microsoft.com/office/drawing/2014/main" id="{A09762D3-217B-4156-A5A7-A11C59A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MAPBIOMAS AMC · MAPBIOMAS CUMULATIVE LAND-COVER CHANGE · NATIVE-VEGETATION NET LOSS RELATIVE TO 1985</a:t>
            </a:r>
          </a:p>
        </p:txBody>
      </p:sp>
      <p:sp>
        <p:nvSpPr>
          <p:cNvPr id="2" name="outcome-144-title">
            <a:extLst xmlns:a="http://schemas.openxmlformats.org/drawingml/2006/main">
              <a:ext uri="{FF2B5EF4-FFF2-40B4-BE49-F238E27FC236}">
                <a16:creationId xmlns:a16="http://schemas.microsoft.com/office/drawing/2014/main" id="{077A59A1-3D7C-40EA-A3C8-E2A9D1E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E422F-F9AF-4210-8658-6DF81A5A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df9e55741457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44-table-label">
            <a:extLst xmlns:a="http://schemas.openxmlformats.org/drawingml/2006/main">
              <a:ext uri="{FF2B5EF4-FFF2-40B4-BE49-F238E27FC236}">
                <a16:creationId xmlns:a16="http://schemas.microsoft.com/office/drawing/2014/main" id="{015A84ED-501B-45C8-B457-5A597829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0.179 (0.0946)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 (0.154)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0.256 (0.102)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0.109 (0.176)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0.275 (0.104)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(0.214)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0.287 (0.121)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0.0966 (0.238)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0.295 (0.134)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0.0872 (0.276)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0.294 (0.145)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0.0886 (0.31)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0.296 (0.155)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0.108 (0.339)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0.321 (0.157)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4-note">
            <a:extLst xmlns:a="http://schemas.openxmlformats.org/drawingml/2006/main">
              <a:ext uri="{FF2B5EF4-FFF2-40B4-BE49-F238E27FC236}">
                <a16:creationId xmlns:a16="http://schemas.microsoft.com/office/drawing/2014/main" id="{858FBF7A-FAD8-4D34-8B1E-75D1AC0E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4">
            <a:extLst xmlns:a="http://schemas.openxmlformats.org/drawingml/2006/main">
              <a:ext uri="{FF2B5EF4-FFF2-40B4-BE49-F238E27FC236}">
                <a16:creationId xmlns:a16="http://schemas.microsoft.com/office/drawing/2014/main" id="{94523970-E772-4BF1-B65F-FA2E978B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MapBiomas cumulative land-cover change</a:t>
            </a:r>
          </a:p>
        </p:txBody>
      </p:sp>
      <p:sp>
        <p:nvSpPr>
          <p:cNvPr id="9" name="footer-number-144">
            <a:extLst xmlns:a="http://schemas.openxmlformats.org/drawingml/2006/main">
              <a:ext uri="{FF2B5EF4-FFF2-40B4-BE49-F238E27FC236}">
                <a16:creationId xmlns:a16="http://schemas.microsoft.com/office/drawing/2014/main" id="{3AB2A426-0C07-4828-82DE-F141A8D4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1337713044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aez-145-eyebrow">
            <a:extLst xmlns:a="http://schemas.openxmlformats.org/drawingml/2006/main">
              <a:ext uri="{FF2B5EF4-FFF2-40B4-BE49-F238E27FC236}">
                <a16:creationId xmlns:a16="http://schemas.microsoft.com/office/drawing/2014/main" id="{FCAD0362-090B-4567-B051-0B92E6B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STATIC FAO/GAEZ SELECTION CONTROLS</a:t>
            </a:r>
          </a:p>
        </p:txBody>
      </p:sp>
      <p:sp>
        <p:nvSpPr>
          <p:cNvPr id="2" name="gaez-145-title">
            <a:extLst xmlns:a="http://schemas.openxmlformats.org/drawingml/2006/main">
              <a:ext uri="{FF2B5EF4-FFF2-40B4-BE49-F238E27FC236}">
                <a16:creationId xmlns:a16="http://schemas.microsoft.com/office/drawing/2014/main" id="{7E344365-1867-4AAF-BA2E-A32614E9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suitability is higher for 8 of 8 crops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0F130-BC8C-479B-AACC-A12CDD77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f6662923b47aa"/>
          <a:stretch xmlns:a="http://schemas.openxmlformats.org/drawingml/2006/main"/>
        </p:blipFill>
        <p:spPr>
          <a:xfrm xmlns:a="http://schemas.openxmlformats.org/drawingml/2006/main">
            <a:off x="247650" y="1942473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gaez-145-table-label">
            <a:extLst xmlns:a="http://schemas.openxmlformats.org/drawingml/2006/main">
              <a:ext uri="{FF2B5EF4-FFF2-40B4-BE49-F238E27FC236}">
                <a16:creationId xmlns:a16="http://schemas.microsoft.com/office/drawing/2014/main" id="{A0852815-89C5-4DF8-BB03-CEC04FC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668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HIGH-INPUT SUITABILITY: MEAN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391400" y="1790700"/>
          <a:ext xmlns:a="http://schemas.openxmlformats.org/drawingml/2006/main" cx="4267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314450"/>
                <a:gridCol w="13144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Soybean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50.4 (17.6)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64.3 (8.82)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38.4 (17.5)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42.6 (12.7)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Dryland 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51.4 (26.5)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76.5 (12.9)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Phaseolus bean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49.7 (17.6)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65.7 (7.1)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21.5 (19.8)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38.9 (11.2)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Cotton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31.1 (16.9)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36.1 (8.06)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Coffee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34.3 (24.7)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51.6 (8.72)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Sugarcane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37.3 (22.8)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 (9.78)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gaez-145-note">
            <a:extLst xmlns:a="http://schemas.openxmlformats.org/drawingml/2006/main">
              <a:ext uri="{FF2B5EF4-FFF2-40B4-BE49-F238E27FC236}">
                <a16:creationId xmlns:a16="http://schemas.microsoft.com/office/drawing/2014/main" id="{48D2D0DE-1C5A-47AA-978B-0D0A43AC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95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Static 1961–1990 climate normal · rainfed · all land · commercial/modern-input management · index 0–100.</a:t>
            </a:r>
          </a:p>
        </p:txBody>
      </p:sp>
      <p:sp>
        <p:nvSpPr>
          <p:cNvPr id="8" name="footer-section-145">
            <a:extLst xmlns:a="http://schemas.openxmlformats.org/drawingml/2006/main">
              <a:ext uri="{FF2B5EF4-FFF2-40B4-BE49-F238E27FC236}">
                <a16:creationId xmlns:a16="http://schemas.microsoft.com/office/drawing/2014/main" id="{7486BEFF-303A-4904-BDC0-1259A1D1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FAO/GAEZ controls</a:t>
            </a:r>
          </a:p>
        </p:txBody>
      </p:sp>
      <p:sp>
        <p:nvSpPr>
          <p:cNvPr id="9" name="footer-number-145">
            <a:extLst xmlns:a="http://schemas.openxmlformats.org/drawingml/2006/main">
              <a:ext uri="{FF2B5EF4-FFF2-40B4-BE49-F238E27FC236}">
                <a16:creationId xmlns:a16="http://schemas.microsoft.com/office/drawing/2014/main" id="{103077D5-9973-4483-85A3-2AF71C7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377265857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sw-146-eyebrow">
            <a:extLst xmlns:a="http://schemas.openxmlformats.org/drawingml/2006/main">
              <a:ext uri="{FF2B5EF4-FFF2-40B4-BE49-F238E27FC236}">
                <a16:creationId xmlns:a16="http://schemas.microsoft.com/office/drawing/2014/main" id="{4EF98416-C253-46E9-8E7C-63131386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MAJORITY OPERATIONAL-AREA OVERLAP · PROPENSITY-SCORE WEIGHTING</a:t>
            </a:r>
          </a:p>
        </p:txBody>
      </p:sp>
      <p:sp>
        <p:nvSpPr>
          <p:cNvPr id="2" name="psw-146-title">
            <a:extLst xmlns:a="http://schemas.openxmlformats.org/drawingml/2006/main">
              <a:ext uri="{FF2B5EF4-FFF2-40B4-BE49-F238E27FC236}">
                <a16:creationId xmlns:a16="http://schemas.microsoft.com/office/drawing/2014/main" id="{A160B92C-AD34-4C27-AF03-DC7DC21B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GAEZ lowers max |SMD| after weighting: 0.229 → 0.163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860EB-6CE7-466B-8D6A-8DFEA334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262df4c744f64"/>
          <a:stretch xmlns:a="http://schemas.openxmlformats.org/drawingml/2006/main"/>
        </p:blipFill>
        <p:spPr>
          <a:xfrm xmlns:a="http://schemas.openxmlformats.org/drawingml/2006/main">
            <a:off x="228600" y="2319555"/>
            <a:ext cx="7962900" cy="2771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8286750" y="1657350"/>
          <a:ext xmlns:a="http://schemas.openxmlformats.org/drawingml/2006/main" cx="33718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990600"/>
                <a:gridCol w="99060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Without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32/38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34/38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Controls retained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1,265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Effective 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0.01–0.135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0.01–0.421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|SMD| after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sw-146-caution">
            <a:extLst xmlns:a="http://schemas.openxmlformats.org/drawingml/2006/main">
              <a:ext uri="{FF2B5EF4-FFF2-40B4-BE49-F238E27FC236}">
                <a16:creationId xmlns:a16="http://schemas.microsoft.com/office/drawing/2014/main" id="{C2987190-BEB2-405E-A284-DC85FAC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71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Both panels show only the zoomed common-support comparison. The GAEZ model adds eight high-input rainfed crop-suitability measures to the same 1970 census and GDP covariates.</a:t>
            </a:r>
          </a:p>
        </p:txBody>
      </p:sp>
      <p:sp>
        <p:nvSpPr>
          <p:cNvPr id="7" name="footer-section-146">
            <a:extLst xmlns:a="http://schemas.openxmlformats.org/drawingml/2006/main">
              <a:ext uri="{FF2B5EF4-FFF2-40B4-BE49-F238E27FC236}">
                <a16:creationId xmlns:a16="http://schemas.microsoft.com/office/drawing/2014/main" id="{8A486C68-1D67-410D-A5BA-C3C37BC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Majority operational-area overlap · PSW diagnostic</a:t>
            </a:r>
          </a:p>
        </p:txBody>
      </p:sp>
      <p:sp>
        <p:nvSpPr>
          <p:cNvPr id="8" name="footer-number-146">
            <a:extLst xmlns:a="http://schemas.openxmlformats.org/drawingml/2006/main">
              <a:ext uri="{FF2B5EF4-FFF2-40B4-BE49-F238E27FC236}">
                <a16:creationId xmlns:a16="http://schemas.microsoft.com/office/drawing/2014/main" id="{6ADB2249-ADCD-4FC9-907E-FFECC74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516225933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3-kicker">
            <a:extLst xmlns:a="http://schemas.openxmlformats.org/drawingml/2006/main">
              <a:ext uri="{FF2B5EF4-FFF2-40B4-BE49-F238E27FC236}">
                <a16:creationId xmlns:a16="http://schemas.microsoft.com/office/drawing/2014/main" id="{9977FA2C-EBE4-4B01-8B46-EB5DB756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TREATMENT DEFINITION 3 OF 4</a:t>
            </a:r>
          </a:p>
        </p:txBody>
      </p:sp>
      <p:sp>
        <p:nvSpPr>
          <p:cNvPr id="2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39904097-F207-414F-9C77-5C12EF55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Municipal seat inside an operational area</a:t>
            </a:r>
          </a:p>
        </p:txBody>
      </p:sp>
      <p:sp>
        <p:nvSpPr>
          <p:cNvPr id="3" name="section-3-description">
            <a:extLst xmlns:a="http://schemas.openxmlformats.org/drawingml/2006/main">
              <a:ext uri="{FF2B5EF4-FFF2-40B4-BE49-F238E27FC236}">
                <a16:creationId xmlns:a16="http://schemas.microsoft.com/office/drawing/2014/main" id="{106357E6-E79C-4ED8-952C-6AABCD2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B6470"/>
                </a:solidFill>
                <a:latin typeface="Arial"/>
                <a:ea typeface="Arial"/>
                <a:cs typeface="Arial"/>
              </a:rPr>
              <a:t>AMC treated when any constituent municipal seat is inside; municipality treated when its own seat is inside.</a:t>
            </a:r>
          </a:p>
        </p:txBody>
      </p:sp>
      <p:sp>
        <p:nvSpPr>
          <p:cNvPr id="4" name="section-3-metric-0">
            <a:extLst xmlns:a="http://schemas.openxmlformats.org/drawingml/2006/main">
              <a:ext uri="{FF2B5EF4-FFF2-40B4-BE49-F238E27FC236}">
                <a16:creationId xmlns:a16="http://schemas.microsoft.com/office/drawing/2014/main" id="{85BA6EDD-EBCD-47A1-A165-BAE3F999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5" name="section-3-metric-label-0">
            <a:extLst xmlns:a="http://schemas.openxmlformats.org/drawingml/2006/main">
              <a:ext uri="{FF2B5EF4-FFF2-40B4-BE49-F238E27FC236}">
                <a16:creationId xmlns:a16="http://schemas.microsoft.com/office/drawing/2014/main" id="{B6A0B039-CBCD-4B4F-8A5C-FB3F4856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AMCs</a:t>
            </a:r>
          </a:p>
        </p:txBody>
      </p:sp>
      <p:sp>
        <p:nvSpPr>
          <p:cNvPr id="6" name="section-3-metric-1">
            <a:extLst xmlns:a="http://schemas.openxmlformats.org/drawingml/2006/main">
              <a:ext uri="{FF2B5EF4-FFF2-40B4-BE49-F238E27FC236}">
                <a16:creationId xmlns:a16="http://schemas.microsoft.com/office/drawing/2014/main" id="{7CA9FDD0-48AB-4A1E-A86D-1099A90E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7" name="section-3-metric-label-1">
            <a:extLst xmlns:a="http://schemas.openxmlformats.org/drawingml/2006/main">
              <a:ext uri="{FF2B5EF4-FFF2-40B4-BE49-F238E27FC236}">
                <a16:creationId xmlns:a16="http://schemas.microsoft.com/office/drawing/2014/main" id="{720B1D8D-3840-4551-BECE-4DC93A54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municipalities</a:t>
            </a:r>
          </a:p>
        </p:txBody>
      </p:sp>
      <p:sp>
        <p:nvSpPr>
          <p:cNvPr id="8" name="section-3-metric-2">
            <a:extLst xmlns:a="http://schemas.openxmlformats.org/drawingml/2006/main">
              <a:ext uri="{FF2B5EF4-FFF2-40B4-BE49-F238E27FC236}">
                <a16:creationId xmlns:a16="http://schemas.microsoft.com/office/drawing/2014/main" id="{956655A7-2AA8-49BA-B534-01EE57EF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9" name="section-3-metric-label-2">
            <a:extLst xmlns:a="http://schemas.openxmlformats.org/drawingml/2006/main">
              <a:ext uri="{FF2B5EF4-FFF2-40B4-BE49-F238E27FC236}">
                <a16:creationId xmlns:a16="http://schemas.microsoft.com/office/drawing/2014/main" id="{9940AC4A-5BF2-4C8D-BD70-C926E5C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time-varying outcomes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559B1-421E-4704-80E9-CD80B542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section-147">
            <a:extLst xmlns:a="http://schemas.openxmlformats.org/drawingml/2006/main">
              <a:ext uri="{FF2B5EF4-FFF2-40B4-BE49-F238E27FC236}">
                <a16:creationId xmlns:a16="http://schemas.microsoft.com/office/drawing/2014/main" id="{310C99EA-6854-4545-BB6D-F95823FD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</a:t>
            </a:r>
          </a:p>
        </p:txBody>
      </p:sp>
      <p:sp>
        <p:nvSpPr>
          <p:cNvPr id="12" name="footer-number-147">
            <a:extLst xmlns:a="http://schemas.openxmlformats.org/drawingml/2006/main">
              <a:ext uri="{FF2B5EF4-FFF2-40B4-BE49-F238E27FC236}">
                <a16:creationId xmlns:a16="http://schemas.microsoft.com/office/drawing/2014/main" id="{CDAA045A-40DF-4812-9D0F-A4B0887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148050524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8-eyebrow">
            <a:extLst xmlns:a="http://schemas.openxmlformats.org/drawingml/2006/main">
              <a:ext uri="{FF2B5EF4-FFF2-40B4-BE49-F238E27FC236}">
                <a16:creationId xmlns:a16="http://schemas.microsoft.com/office/drawing/2014/main" id="{1A92406C-4D10-44AF-B36F-91245635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MIGRATION · WEIGHTED INTERSTATE MIGRANTS</a:t>
            </a:r>
          </a:p>
        </p:txBody>
      </p:sp>
      <p:sp>
        <p:nvSpPr>
          <p:cNvPr id="2" name="outcome-148-title">
            <a:extLst xmlns:a="http://schemas.openxmlformats.org/drawingml/2006/main">
              <a:ext uri="{FF2B5EF4-FFF2-40B4-BE49-F238E27FC236}">
                <a16:creationId xmlns:a16="http://schemas.microsoft.com/office/drawing/2014/main" id="{C3B23008-7CC5-4F19-9098-92217E9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80A7-5CC2-4EEE-865F-8C358AD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de4f6a7e5488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48-table-label">
            <a:extLst xmlns:a="http://schemas.openxmlformats.org/drawingml/2006/main">
              <a:ext uri="{FF2B5EF4-FFF2-40B4-BE49-F238E27FC236}">
                <a16:creationId xmlns:a16="http://schemas.microsoft.com/office/drawing/2014/main" id="{FA11C817-AA74-4DEF-8AFF-978CB51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617 (7.23k)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659 (1.45k)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1.18k (12.8k)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1.55k (4.05k)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1.30k (9.71k)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2.48k (6.37k)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1.35k (9.21k)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2.36k (6.00k)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1.20k (7.29k)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2.44k (5.71k)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8-note">
            <a:extLst xmlns:a="http://schemas.openxmlformats.org/drawingml/2006/main">
              <a:ext uri="{FF2B5EF4-FFF2-40B4-BE49-F238E27FC236}">
                <a16:creationId xmlns:a16="http://schemas.microsoft.com/office/drawing/2014/main" id="{A9B0C1A8-7619-4B89-A196-3797543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8">
            <a:extLst xmlns:a="http://schemas.openxmlformats.org/drawingml/2006/main">
              <a:ext uri="{FF2B5EF4-FFF2-40B4-BE49-F238E27FC236}">
                <a16:creationId xmlns:a16="http://schemas.microsoft.com/office/drawing/2014/main" id="{349378F5-86B9-4151-8FBD-E7583C12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Migration</a:t>
            </a:r>
          </a:p>
        </p:txBody>
      </p:sp>
      <p:sp>
        <p:nvSpPr>
          <p:cNvPr id="9" name="footer-number-148">
            <a:extLst xmlns:a="http://schemas.openxmlformats.org/drawingml/2006/main">
              <a:ext uri="{FF2B5EF4-FFF2-40B4-BE49-F238E27FC236}">
                <a16:creationId xmlns:a16="http://schemas.microsoft.com/office/drawing/2014/main" id="{D0BA88BE-C831-4ACE-A3D9-2A2395E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1549694516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49-eyebrow">
            <a:extLst xmlns:a="http://schemas.openxmlformats.org/drawingml/2006/main">
              <a:ext uri="{FF2B5EF4-FFF2-40B4-BE49-F238E27FC236}">
                <a16:creationId xmlns:a16="http://schemas.microsoft.com/office/drawing/2014/main" id="{8CC44147-71E2-4EF5-81E3-F8ABB376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MIGRATION · INTERSTATE MIGRANT SHARE OF DESTINATION AGE 5+</a:t>
            </a:r>
          </a:p>
        </p:txBody>
      </p:sp>
      <p:sp>
        <p:nvSpPr>
          <p:cNvPr id="2" name="outcome-149-title">
            <a:extLst xmlns:a="http://schemas.openxmlformats.org/drawingml/2006/main">
              <a:ext uri="{FF2B5EF4-FFF2-40B4-BE49-F238E27FC236}">
                <a16:creationId xmlns:a16="http://schemas.microsoft.com/office/drawing/2014/main" id="{47C83EB4-249E-4C05-9FEB-C83725DF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637DC-8985-4767-B498-82C5346E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ca8e75f8d46c6"/>
          <a:stretch xmlns:a="http://schemas.openxmlformats.org/drawingml/2006/main"/>
        </p:blipFill>
        <p:spPr>
          <a:xfrm xmlns:a="http://schemas.openxmlformats.org/drawingml/2006/main">
            <a:off x="522819" y="1600200"/>
            <a:ext cx="6441012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49-table-label">
            <a:extLst xmlns:a="http://schemas.openxmlformats.org/drawingml/2006/main">
              <a:ext uri="{FF2B5EF4-FFF2-40B4-BE49-F238E27FC236}">
                <a16:creationId xmlns:a16="http://schemas.microsoft.com/office/drawing/2014/main" id="{F66785CA-D18C-47F2-A986-11D8351A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0.0181 (0.0352)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0.029 (0.0377)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0.0249 (0.0362)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0.0429 (0.0406)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0.0276 (0.0271)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0.0579 (0.0564)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0.0262 (0.0225)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0.0463 (0.0306)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0.0228 (0.0205)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0.0398 (0.0298)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49-note">
            <a:extLst xmlns:a="http://schemas.openxmlformats.org/drawingml/2006/main">
              <a:ext uri="{FF2B5EF4-FFF2-40B4-BE49-F238E27FC236}">
                <a16:creationId xmlns:a16="http://schemas.microsoft.com/office/drawing/2014/main" id="{6F719217-99AB-40FD-B760-95DEC06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49">
            <a:extLst xmlns:a="http://schemas.openxmlformats.org/drawingml/2006/main">
              <a:ext uri="{FF2B5EF4-FFF2-40B4-BE49-F238E27FC236}">
                <a16:creationId xmlns:a16="http://schemas.microsoft.com/office/drawing/2014/main" id="{7C20B519-FE41-4F68-8899-ED937E64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Migration</a:t>
            </a:r>
          </a:p>
        </p:txBody>
      </p:sp>
      <p:sp>
        <p:nvSpPr>
          <p:cNvPr id="9" name="footer-number-149">
            <a:extLst xmlns:a="http://schemas.openxmlformats.org/drawingml/2006/main">
              <a:ext uri="{FF2B5EF4-FFF2-40B4-BE49-F238E27FC236}">
                <a16:creationId xmlns:a16="http://schemas.microsoft.com/office/drawing/2014/main" id="{1C1E5CCA-ECCA-410B-9527-A6D6326E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988139132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0-eyebrow">
            <a:extLst xmlns:a="http://schemas.openxmlformats.org/drawingml/2006/main">
              <a:ext uri="{FF2B5EF4-FFF2-40B4-BE49-F238E27FC236}">
                <a16:creationId xmlns:a16="http://schemas.microsoft.com/office/drawing/2014/main" id="{592E5509-34AB-4C47-AF3F-BB30BB6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EDUCATION · EDUCATION FUNDAMENTAL SHARE AGE 25+</a:t>
            </a:r>
          </a:p>
        </p:txBody>
      </p:sp>
      <p:sp>
        <p:nvSpPr>
          <p:cNvPr id="2" name="outcome-150-title">
            <a:extLst xmlns:a="http://schemas.openxmlformats.org/drawingml/2006/main">
              <a:ext uri="{FF2B5EF4-FFF2-40B4-BE49-F238E27FC236}">
                <a16:creationId xmlns:a16="http://schemas.microsoft.com/office/drawing/2014/main" id="{C35AED15-2645-4042-B8FD-C373A233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DC38D-F781-447C-9E0B-5A35333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a77be31a54432"/>
          <a:stretch xmlns:a="http://schemas.openxmlformats.org/drawingml/2006/main"/>
        </p:blipFill>
        <p:spPr>
          <a:xfrm xmlns:a="http://schemas.openxmlformats.org/drawingml/2006/main">
            <a:off x="807701" y="1600200"/>
            <a:ext cx="58712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0-table-label">
            <a:extLst xmlns:a="http://schemas.openxmlformats.org/drawingml/2006/main">
              <a:ext uri="{FF2B5EF4-FFF2-40B4-BE49-F238E27FC236}">
                <a16:creationId xmlns:a16="http://schemas.microsoft.com/office/drawing/2014/main" id="{4A2039C5-749D-4639-BE8C-47142233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0.0547 (0.032)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0.0714 (0.0235)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0.0829 (0.0379)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0.101 (0.0256)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 (0.0346)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0.137 (0.019)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0-note">
            <a:extLst xmlns:a="http://schemas.openxmlformats.org/drawingml/2006/main">
              <a:ext uri="{FF2B5EF4-FFF2-40B4-BE49-F238E27FC236}">
                <a16:creationId xmlns:a16="http://schemas.microsoft.com/office/drawing/2014/main" id="{4AB70435-981D-4CEB-BCE1-68F185A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0">
            <a:extLst xmlns:a="http://schemas.openxmlformats.org/drawingml/2006/main">
              <a:ext uri="{FF2B5EF4-FFF2-40B4-BE49-F238E27FC236}">
                <a16:creationId xmlns:a16="http://schemas.microsoft.com/office/drawing/2014/main" id="{FD782E6A-2785-44C1-A4C9-B0B5CA99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Education</a:t>
            </a:r>
          </a:p>
        </p:txBody>
      </p:sp>
      <p:sp>
        <p:nvSpPr>
          <p:cNvPr id="9" name="footer-number-150">
            <a:extLst xmlns:a="http://schemas.openxmlformats.org/drawingml/2006/main">
              <a:ext uri="{FF2B5EF4-FFF2-40B4-BE49-F238E27FC236}">
                <a16:creationId xmlns:a16="http://schemas.microsoft.com/office/drawing/2014/main" id="{3CDCB761-16C9-4838-A8C5-28B7D47B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881795236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1-eyebrow">
            <a:extLst xmlns:a="http://schemas.openxmlformats.org/drawingml/2006/main">
              <a:ext uri="{FF2B5EF4-FFF2-40B4-BE49-F238E27FC236}">
                <a16:creationId xmlns:a16="http://schemas.microsoft.com/office/drawing/2014/main" id="{7C4847FA-A7EE-40F8-9B05-5F556890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EDUCATION · EDUCATION LESS FUNDAMENTAL SHARE AGE 25+</a:t>
            </a:r>
          </a:p>
        </p:txBody>
      </p:sp>
      <p:sp>
        <p:nvSpPr>
          <p:cNvPr id="2" name="outcome-151-title">
            <a:extLst xmlns:a="http://schemas.openxmlformats.org/drawingml/2006/main">
              <a:ext uri="{FF2B5EF4-FFF2-40B4-BE49-F238E27FC236}">
                <a16:creationId xmlns:a16="http://schemas.microsoft.com/office/drawing/2014/main" id="{88DC205D-506F-4308-AFEA-BD97E66A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C1855-6B80-428C-BE18-50CCB5C2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e794b15e344db"/>
          <a:stretch xmlns:a="http://schemas.openxmlformats.org/drawingml/2006/main"/>
        </p:blipFill>
        <p:spPr>
          <a:xfrm xmlns:a="http://schemas.openxmlformats.org/drawingml/2006/main">
            <a:off x="749834" y="1600200"/>
            <a:ext cx="598698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1-table-label">
            <a:extLst xmlns:a="http://schemas.openxmlformats.org/drawingml/2006/main">
              <a:ext uri="{FF2B5EF4-FFF2-40B4-BE49-F238E27FC236}">
                <a16:creationId xmlns:a16="http://schemas.microsoft.com/office/drawing/2014/main" id="{543617D6-3152-4F82-9DA3-4FCE33B1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0.852 (0.0776)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0.82 (0.0649)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0.775 (0.0916)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0.744 (0.0695)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0.652 (0.113)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0.609 (0.0807)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1-note">
            <a:extLst xmlns:a="http://schemas.openxmlformats.org/drawingml/2006/main">
              <a:ext uri="{FF2B5EF4-FFF2-40B4-BE49-F238E27FC236}">
                <a16:creationId xmlns:a16="http://schemas.microsoft.com/office/drawing/2014/main" id="{CAAE4C13-A0A3-4BBE-A3DE-88DD2C8B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1">
            <a:extLst xmlns:a="http://schemas.openxmlformats.org/drawingml/2006/main">
              <a:ext uri="{FF2B5EF4-FFF2-40B4-BE49-F238E27FC236}">
                <a16:creationId xmlns:a16="http://schemas.microsoft.com/office/drawing/2014/main" id="{58B04000-15D2-4071-9268-15CF5F3D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Education</a:t>
            </a:r>
          </a:p>
        </p:txBody>
      </p:sp>
      <p:sp>
        <p:nvSpPr>
          <p:cNvPr id="9" name="footer-number-151">
            <a:extLst xmlns:a="http://schemas.openxmlformats.org/drawingml/2006/main">
              <a:ext uri="{FF2B5EF4-FFF2-40B4-BE49-F238E27FC236}">
                <a16:creationId xmlns:a16="http://schemas.microsoft.com/office/drawing/2014/main" id="{50F50C81-4C07-4457-8004-7D04EED9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78781895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2-eyebrow">
            <a:extLst xmlns:a="http://schemas.openxmlformats.org/drawingml/2006/main">
              <a:ext uri="{FF2B5EF4-FFF2-40B4-BE49-F238E27FC236}">
                <a16:creationId xmlns:a16="http://schemas.microsoft.com/office/drawing/2014/main" id="{F33B2337-E4C6-4ADE-8995-D450F0F8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EDUCATION · EDUCATION SECONDARY SHARE AGE 25+</a:t>
            </a:r>
          </a:p>
        </p:txBody>
      </p:sp>
      <p:sp>
        <p:nvSpPr>
          <p:cNvPr id="2" name="outcome-152-title">
            <a:extLst xmlns:a="http://schemas.openxmlformats.org/drawingml/2006/main">
              <a:ext uri="{FF2B5EF4-FFF2-40B4-BE49-F238E27FC236}">
                <a16:creationId xmlns:a16="http://schemas.microsoft.com/office/drawing/2014/main" id="{E4D1B63A-9CE1-4BE3-BADE-7E9A3FD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49CB5-CF3D-41D4-89EB-67A260A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5314c48024577"/>
          <a:stretch xmlns:a="http://schemas.openxmlformats.org/drawingml/2006/main"/>
        </p:blipFill>
        <p:spPr>
          <a:xfrm xmlns:a="http://schemas.openxmlformats.org/drawingml/2006/main">
            <a:off x="845537" y="1600200"/>
            <a:ext cx="5795576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2-table-label">
            <a:extLst xmlns:a="http://schemas.openxmlformats.org/drawingml/2006/main">
              <a:ext uri="{FF2B5EF4-FFF2-40B4-BE49-F238E27FC236}">
                <a16:creationId xmlns:a16="http://schemas.microsoft.com/office/drawing/2014/main" id="{318EDAE4-A1DB-4CA5-8B51-2B710B4C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0.0657 (0.0364)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0.0815 (0.0325)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(0.0467)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(0.0328)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0.181 (0.0455)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2-note">
            <a:extLst xmlns:a="http://schemas.openxmlformats.org/drawingml/2006/main">
              <a:ext uri="{FF2B5EF4-FFF2-40B4-BE49-F238E27FC236}">
                <a16:creationId xmlns:a16="http://schemas.microsoft.com/office/drawing/2014/main" id="{7E987311-827A-4C0D-9804-A17AADD4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2">
            <a:extLst xmlns:a="http://schemas.openxmlformats.org/drawingml/2006/main">
              <a:ext uri="{FF2B5EF4-FFF2-40B4-BE49-F238E27FC236}">
                <a16:creationId xmlns:a16="http://schemas.microsoft.com/office/drawing/2014/main" id="{6F2AD78D-8D1B-482E-8BCB-6691C9B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Education</a:t>
            </a:r>
          </a:p>
        </p:txBody>
      </p:sp>
      <p:sp>
        <p:nvSpPr>
          <p:cNvPr id="9" name="footer-number-152">
            <a:extLst xmlns:a="http://schemas.openxmlformats.org/drawingml/2006/main">
              <a:ext uri="{FF2B5EF4-FFF2-40B4-BE49-F238E27FC236}">
                <a16:creationId xmlns:a16="http://schemas.microsoft.com/office/drawing/2014/main" id="{373018F5-5F17-4D5A-85CE-F2E877A9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2099473989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3-eyebrow">
            <a:extLst xmlns:a="http://schemas.openxmlformats.org/drawingml/2006/main">
              <a:ext uri="{FF2B5EF4-FFF2-40B4-BE49-F238E27FC236}">
                <a16:creationId xmlns:a16="http://schemas.microsoft.com/office/drawing/2014/main" id="{0DF128E1-3956-40CB-8BF5-FBBE54B3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EDUCATION · EDUCATION TERTIARY SHARE AGE 25+</a:t>
            </a:r>
          </a:p>
        </p:txBody>
      </p:sp>
      <p:sp>
        <p:nvSpPr>
          <p:cNvPr id="2" name="outcome-153-title">
            <a:extLst xmlns:a="http://schemas.openxmlformats.org/drawingml/2006/main">
              <a:ext uri="{FF2B5EF4-FFF2-40B4-BE49-F238E27FC236}">
                <a16:creationId xmlns:a16="http://schemas.microsoft.com/office/drawing/2014/main" id="{2ADEFB3D-D671-4E17-80E5-C305136A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01113-3934-41FC-9009-44A3782D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56560d2d74553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3-table-label">
            <a:extLst xmlns:a="http://schemas.openxmlformats.org/drawingml/2006/main">
              <a:ext uri="{FF2B5EF4-FFF2-40B4-BE49-F238E27FC236}">
                <a16:creationId xmlns:a16="http://schemas.microsoft.com/office/drawing/2014/main" id="{28C3FB59-4EAD-4ECE-AC30-AB6B8F02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0.0277 (0.0199)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0.0275 (0.0177)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0.0405 (0.0239)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0.0359 (0.0213)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0.0586 (0.0346)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0.0729 (0.0288)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3-note">
            <a:extLst xmlns:a="http://schemas.openxmlformats.org/drawingml/2006/main">
              <a:ext uri="{FF2B5EF4-FFF2-40B4-BE49-F238E27FC236}">
                <a16:creationId xmlns:a16="http://schemas.microsoft.com/office/drawing/2014/main" id="{9E2EFE67-5404-4F2A-800F-2F8E61B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3">
            <a:extLst xmlns:a="http://schemas.openxmlformats.org/drawingml/2006/main">
              <a:ext uri="{FF2B5EF4-FFF2-40B4-BE49-F238E27FC236}">
                <a16:creationId xmlns:a16="http://schemas.microsoft.com/office/drawing/2014/main" id="{C9775396-13CB-421D-AD27-5206B83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Education</a:t>
            </a:r>
          </a:p>
        </p:txBody>
      </p:sp>
      <p:sp>
        <p:nvSpPr>
          <p:cNvPr id="9" name="footer-number-153">
            <a:extLst xmlns:a="http://schemas.openxmlformats.org/drawingml/2006/main">
              <a:ext uri="{FF2B5EF4-FFF2-40B4-BE49-F238E27FC236}">
                <a16:creationId xmlns:a16="http://schemas.microsoft.com/office/drawing/2014/main" id="{51795676-A08F-44F4-A65E-54FFB96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229728820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4-eyebrow">
            <a:extLst xmlns:a="http://schemas.openxmlformats.org/drawingml/2006/main">
              <a:ext uri="{FF2B5EF4-FFF2-40B4-BE49-F238E27FC236}">
                <a16:creationId xmlns:a16="http://schemas.microsoft.com/office/drawing/2014/main" id="{07DA4280-8750-46E7-B6DD-C7D1FF4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EDUCATION · LITERACY SHARE AGE 15+</a:t>
            </a:r>
          </a:p>
        </p:txBody>
      </p:sp>
      <p:sp>
        <p:nvSpPr>
          <p:cNvPr id="2" name="outcome-154-title">
            <a:extLst xmlns:a="http://schemas.openxmlformats.org/drawingml/2006/main">
              <a:ext uri="{FF2B5EF4-FFF2-40B4-BE49-F238E27FC236}">
                <a16:creationId xmlns:a16="http://schemas.microsoft.com/office/drawing/2014/main" id="{F698403C-7F75-42CD-B81C-437B3D5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8A0D9-FF78-4469-9483-109CDC94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e491bbb8c42d0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4-table-label">
            <a:extLst xmlns:a="http://schemas.openxmlformats.org/drawingml/2006/main">
              <a:ext uri="{FF2B5EF4-FFF2-40B4-BE49-F238E27FC236}">
                <a16:creationId xmlns:a16="http://schemas.microsoft.com/office/drawing/2014/main" id="{C920D717-D625-4241-9B04-FEEAB0F6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(0.181)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0.661 (0.103)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0.632 (0.181)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0.729 (0.103)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0.702 (0.165)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0.802 (0.0665)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0.793 (0.121)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0.867 (0.0469)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0.842 (0.0978)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0.898 (0.0331)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4-note">
            <a:extLst xmlns:a="http://schemas.openxmlformats.org/drawingml/2006/main">
              <a:ext uri="{FF2B5EF4-FFF2-40B4-BE49-F238E27FC236}">
                <a16:creationId xmlns:a16="http://schemas.microsoft.com/office/drawing/2014/main" id="{EF8ED750-C3DB-4788-BE9E-7E59CEDA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4">
            <a:extLst xmlns:a="http://schemas.openxmlformats.org/drawingml/2006/main">
              <a:ext uri="{FF2B5EF4-FFF2-40B4-BE49-F238E27FC236}">
                <a16:creationId xmlns:a16="http://schemas.microsoft.com/office/drawing/2014/main" id="{C67D7AD3-AC81-4FE9-8DE9-3FE7687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Education</a:t>
            </a:r>
          </a:p>
        </p:txBody>
      </p:sp>
      <p:sp>
        <p:nvSpPr>
          <p:cNvPr id="9" name="footer-number-154">
            <a:extLst xmlns:a="http://schemas.openxmlformats.org/drawingml/2006/main">
              <a:ext uri="{FF2B5EF4-FFF2-40B4-BE49-F238E27FC236}">
                <a16:creationId xmlns:a16="http://schemas.microsoft.com/office/drawing/2014/main" id="{6F771E76-5D44-471F-AC43-DFA8AE7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1866698814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5-eyebrow">
            <a:extLst xmlns:a="http://schemas.openxmlformats.org/drawingml/2006/main">
              <a:ext uri="{FF2B5EF4-FFF2-40B4-BE49-F238E27FC236}">
                <a16:creationId xmlns:a16="http://schemas.microsoft.com/office/drawing/2014/main" id="{E22CFE76-2AA7-423D-A26B-A2F40FB1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EDUCATION · MEAN EDUCATION YEARS AGE 25+</a:t>
            </a:r>
          </a:p>
        </p:txBody>
      </p:sp>
      <p:sp>
        <p:nvSpPr>
          <p:cNvPr id="2" name="outcome-155-title">
            <a:extLst xmlns:a="http://schemas.openxmlformats.org/drawingml/2006/main">
              <a:ext uri="{FF2B5EF4-FFF2-40B4-BE49-F238E27FC236}">
                <a16:creationId xmlns:a16="http://schemas.microsoft.com/office/drawing/2014/main" id="{3233EC76-AFC5-4609-8791-DC745689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5D170-E00F-42F6-B88B-85F2822A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82cb4b3ad484e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5-table-label">
            <a:extLst xmlns:a="http://schemas.openxmlformats.org/drawingml/2006/main">
              <a:ext uri="{FF2B5EF4-FFF2-40B4-BE49-F238E27FC236}">
                <a16:creationId xmlns:a16="http://schemas.microsoft.com/office/drawing/2014/main" id="{20EE0C71-35FE-43BB-B1E5-28FE114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3.46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4.06 (0.818)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4.48 (1.16)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4.97 (0.78)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55-note">
            <a:extLst xmlns:a="http://schemas.openxmlformats.org/drawingml/2006/main">
              <a:ext uri="{FF2B5EF4-FFF2-40B4-BE49-F238E27FC236}">
                <a16:creationId xmlns:a16="http://schemas.microsoft.com/office/drawing/2014/main" id="{F3402BC7-CFC2-4174-B585-401B0912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5">
            <a:extLst xmlns:a="http://schemas.openxmlformats.org/drawingml/2006/main">
              <a:ext uri="{FF2B5EF4-FFF2-40B4-BE49-F238E27FC236}">
                <a16:creationId xmlns:a16="http://schemas.microsoft.com/office/drawing/2014/main" id="{E1E94A0E-9D14-4589-9804-353B0F5D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Education</a:t>
            </a:r>
          </a:p>
        </p:txBody>
      </p:sp>
      <p:sp>
        <p:nvSpPr>
          <p:cNvPr id="9" name="footer-number-155">
            <a:extLst xmlns:a="http://schemas.openxmlformats.org/drawingml/2006/main">
              <a:ext uri="{FF2B5EF4-FFF2-40B4-BE49-F238E27FC236}">
                <a16:creationId xmlns:a16="http://schemas.microsoft.com/office/drawing/2014/main" id="{6C9BB6BE-1E2A-43AA-80BB-25C5E4DE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1244429137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6-eyebrow">
            <a:extLst xmlns:a="http://schemas.openxmlformats.org/drawingml/2006/main">
              <a:ext uri="{FF2B5EF4-FFF2-40B4-BE49-F238E27FC236}">
                <a16:creationId xmlns:a16="http://schemas.microsoft.com/office/drawing/2014/main" id="{6BF58381-6F9B-4727-BC43-A1BB1C8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LABOR MARKET · EMPLOYMENT SHARE AGE 15+</a:t>
            </a:r>
          </a:p>
        </p:txBody>
      </p:sp>
      <p:sp>
        <p:nvSpPr>
          <p:cNvPr id="2" name="outcome-156-title">
            <a:extLst xmlns:a="http://schemas.openxmlformats.org/drawingml/2006/main">
              <a:ext uri="{FF2B5EF4-FFF2-40B4-BE49-F238E27FC236}">
                <a16:creationId xmlns:a16="http://schemas.microsoft.com/office/drawing/2014/main" id="{811CBE0E-602A-44AD-AF66-446D8E1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676C4-C591-47E1-B625-8AE81AC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928c9db48446a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6-table-label">
            <a:extLst xmlns:a="http://schemas.openxmlformats.org/drawingml/2006/main">
              <a:ext uri="{FF2B5EF4-FFF2-40B4-BE49-F238E27FC236}">
                <a16:creationId xmlns:a16="http://schemas.microsoft.com/office/drawing/2014/main" id="{F9B4893D-DA02-47E0-9B3A-CF669FD7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0.644 (0.273)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0.691 (0.22)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0.781 (0.18)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0.798 (0.2)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0.933 (0.0348)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0.937 (0.0207)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6-note">
            <a:extLst xmlns:a="http://schemas.openxmlformats.org/drawingml/2006/main">
              <a:ext uri="{FF2B5EF4-FFF2-40B4-BE49-F238E27FC236}">
                <a16:creationId xmlns:a16="http://schemas.microsoft.com/office/drawing/2014/main" id="{0B92BBBD-C962-4AB1-8D64-400C6E5D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6">
            <a:extLst xmlns:a="http://schemas.openxmlformats.org/drawingml/2006/main">
              <a:ext uri="{FF2B5EF4-FFF2-40B4-BE49-F238E27FC236}">
                <a16:creationId xmlns:a16="http://schemas.microsoft.com/office/drawing/2014/main" id="{A9C31198-64E8-4323-B87B-AA99F21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Labor market</a:t>
            </a:r>
          </a:p>
        </p:txBody>
      </p:sp>
      <p:sp>
        <p:nvSpPr>
          <p:cNvPr id="9" name="footer-number-156">
            <a:extLst xmlns:a="http://schemas.openxmlformats.org/drawingml/2006/main">
              <a:ext uri="{FF2B5EF4-FFF2-40B4-BE49-F238E27FC236}">
                <a16:creationId xmlns:a16="http://schemas.microsoft.com/office/drawing/2014/main" id="{64F9A7D9-6B71-417B-B40D-D1F7E246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156</a:t>
            </a:r>
          </a:p>
        </p:txBody>
      </p:sp>
    </p:spTree>
    <p:extLst>
      <p:ext uri="{BB962C8B-B14F-4D97-AF65-F5344CB8AC3E}">
        <p14:creationId xmlns:p14="http://schemas.microsoft.com/office/powerpoint/2010/main" val="124131396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7-eyebrow">
            <a:extLst xmlns:a="http://schemas.openxmlformats.org/drawingml/2006/main">
              <a:ext uri="{FF2B5EF4-FFF2-40B4-BE49-F238E27FC236}">
                <a16:creationId xmlns:a16="http://schemas.microsoft.com/office/drawing/2014/main" id="{9E05443B-59D1-4660-B12F-EA9AE395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LABOR MARKET · LABOR FORCE SHARE AGE 15+</a:t>
            </a:r>
          </a:p>
        </p:txBody>
      </p:sp>
      <p:sp>
        <p:nvSpPr>
          <p:cNvPr id="2" name="outcome-157-title">
            <a:extLst xmlns:a="http://schemas.openxmlformats.org/drawingml/2006/main">
              <a:ext uri="{FF2B5EF4-FFF2-40B4-BE49-F238E27FC236}">
                <a16:creationId xmlns:a16="http://schemas.microsoft.com/office/drawing/2014/main" id="{D2CE1D1F-0722-4775-B246-2E99FE4E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1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F38D4-B7E0-4774-AF74-83A92F38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e92c9ccb946d9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7-table-label">
            <a:extLst xmlns:a="http://schemas.openxmlformats.org/drawingml/2006/main">
              <a:ext uri="{FF2B5EF4-FFF2-40B4-BE49-F238E27FC236}">
                <a16:creationId xmlns:a16="http://schemas.microsoft.com/office/drawing/2014/main" id="{1559FE71-87CF-4999-B92E-2474D71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83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0.604 (0.0858)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0.646 (0.0514)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7-note">
            <a:extLst xmlns:a="http://schemas.openxmlformats.org/drawingml/2006/main">
              <a:ext uri="{FF2B5EF4-FFF2-40B4-BE49-F238E27FC236}">
                <a16:creationId xmlns:a16="http://schemas.microsoft.com/office/drawing/2014/main" id="{AA68F53F-4124-4416-9552-6B14FD0A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7">
            <a:extLst xmlns:a="http://schemas.openxmlformats.org/drawingml/2006/main">
              <a:ext uri="{FF2B5EF4-FFF2-40B4-BE49-F238E27FC236}">
                <a16:creationId xmlns:a16="http://schemas.microsoft.com/office/drawing/2014/main" id="{0F112043-7004-45F4-BC7F-1CEC811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Labor market</a:t>
            </a:r>
          </a:p>
        </p:txBody>
      </p:sp>
      <p:sp>
        <p:nvSpPr>
          <p:cNvPr id="9" name="footer-number-157">
            <a:extLst xmlns:a="http://schemas.openxmlformats.org/drawingml/2006/main">
              <a:ext uri="{FF2B5EF4-FFF2-40B4-BE49-F238E27FC236}">
                <a16:creationId xmlns:a16="http://schemas.microsoft.com/office/drawing/2014/main" id="{23D8C1B9-F7FD-4233-80B1-C2728AB7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157</a:t>
            </a:r>
          </a:p>
        </p:txBody>
      </p:sp>
    </p:spTree>
    <p:extLst>
      <p:ext uri="{BB962C8B-B14F-4D97-AF65-F5344CB8AC3E}">
        <p14:creationId xmlns:p14="http://schemas.microsoft.com/office/powerpoint/2010/main" val="1626043226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8-eyebrow">
            <a:extLst xmlns:a="http://schemas.openxmlformats.org/drawingml/2006/main">
              <a:ext uri="{FF2B5EF4-FFF2-40B4-BE49-F238E27FC236}">
                <a16:creationId xmlns:a16="http://schemas.microsoft.com/office/drawing/2014/main" id="{8CD796F8-E916-4BDD-88F3-41488108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HOUSING AND AMENITIES · ELECTRICITY SHARE</a:t>
            </a:r>
          </a:p>
        </p:txBody>
      </p:sp>
      <p:sp>
        <p:nvSpPr>
          <p:cNvPr id="2" name="outcome-158-title">
            <a:extLst xmlns:a="http://schemas.openxmlformats.org/drawingml/2006/main">
              <a:ext uri="{FF2B5EF4-FFF2-40B4-BE49-F238E27FC236}">
                <a16:creationId xmlns:a16="http://schemas.microsoft.com/office/drawing/2014/main" id="{D4AA1F89-6201-45C9-8899-F680EDF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AC2FC-13FF-4388-A57F-7395972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4055a281f43fa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8-table-label">
            <a:extLst xmlns:a="http://schemas.openxmlformats.org/drawingml/2006/main">
              <a:ext uri="{FF2B5EF4-FFF2-40B4-BE49-F238E27FC236}">
                <a16:creationId xmlns:a16="http://schemas.microsoft.com/office/drawing/2014/main" id="{FC62678A-F498-44F1-9AC3-E2ED5C5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(0.227)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0.258 (0.177)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0.363 (0.237)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(0.204)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0.738 (0.234)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0.827 (0.132)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0.853 (0.162)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0.926 (0.0761)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0.971 (0.0567)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0.986 (0.0175)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8-note">
            <a:extLst xmlns:a="http://schemas.openxmlformats.org/drawingml/2006/main">
              <a:ext uri="{FF2B5EF4-FFF2-40B4-BE49-F238E27FC236}">
                <a16:creationId xmlns:a16="http://schemas.microsoft.com/office/drawing/2014/main" id="{C3D1793C-2C7B-4AA0-A4A0-10CD689C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8">
            <a:extLst xmlns:a="http://schemas.openxmlformats.org/drawingml/2006/main">
              <a:ext uri="{FF2B5EF4-FFF2-40B4-BE49-F238E27FC236}">
                <a16:creationId xmlns:a16="http://schemas.microsoft.com/office/drawing/2014/main" id="{DABB10B4-F8BC-4A2F-A0E1-A191C04C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Housing and amenities</a:t>
            </a:r>
          </a:p>
        </p:txBody>
      </p:sp>
      <p:sp>
        <p:nvSpPr>
          <p:cNvPr id="9" name="footer-number-158">
            <a:extLst xmlns:a="http://schemas.openxmlformats.org/drawingml/2006/main">
              <a:ext uri="{FF2B5EF4-FFF2-40B4-BE49-F238E27FC236}">
                <a16:creationId xmlns:a16="http://schemas.microsoft.com/office/drawing/2014/main" id="{BA227C16-9624-4CA1-AAF5-8D205131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158</a:t>
            </a:r>
          </a:p>
        </p:txBody>
      </p:sp>
    </p:spTree>
    <p:extLst>
      <p:ext uri="{BB962C8B-B14F-4D97-AF65-F5344CB8AC3E}">
        <p14:creationId xmlns:p14="http://schemas.microsoft.com/office/powerpoint/2010/main" val="948859325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59-eyebrow">
            <a:extLst xmlns:a="http://schemas.openxmlformats.org/drawingml/2006/main">
              <a:ext uri="{FF2B5EF4-FFF2-40B4-BE49-F238E27FC236}">
                <a16:creationId xmlns:a16="http://schemas.microsoft.com/office/drawing/2014/main" id="{26CAC74C-C369-40A5-888B-EC38F88C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HOUSING AND AMENITIES · AUTOMOBILE SHARE</a:t>
            </a:r>
          </a:p>
        </p:txBody>
      </p:sp>
      <p:sp>
        <p:nvSpPr>
          <p:cNvPr id="2" name="outcome-159-title">
            <a:extLst xmlns:a="http://schemas.openxmlformats.org/drawingml/2006/main">
              <a:ext uri="{FF2B5EF4-FFF2-40B4-BE49-F238E27FC236}">
                <a16:creationId xmlns:a16="http://schemas.microsoft.com/office/drawing/2014/main" id="{CE1F507D-44E3-454C-9A44-C297FCE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C3F1F-66CE-49B1-8791-C9D95425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ec1ddcc55420b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59-table-label">
            <a:extLst xmlns:a="http://schemas.openxmlformats.org/drawingml/2006/main">
              <a:ext uri="{FF2B5EF4-FFF2-40B4-BE49-F238E27FC236}">
                <a16:creationId xmlns:a16="http://schemas.microsoft.com/office/drawing/2014/main" id="{891E933A-2252-4B37-8548-E9564C9A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0.0466 (0.0439)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0.0508 (0.0317)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0.156 (0.113)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0.185 (0.0581)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0.284 (0.205)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0.377 (0.0845)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59-note">
            <a:extLst xmlns:a="http://schemas.openxmlformats.org/drawingml/2006/main">
              <a:ext uri="{FF2B5EF4-FFF2-40B4-BE49-F238E27FC236}">
                <a16:creationId xmlns:a16="http://schemas.microsoft.com/office/drawing/2014/main" id="{A0BEBFB1-0536-4440-B164-9F503FC0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59">
            <a:extLst xmlns:a="http://schemas.openxmlformats.org/drawingml/2006/main">
              <a:ext uri="{FF2B5EF4-FFF2-40B4-BE49-F238E27FC236}">
                <a16:creationId xmlns:a16="http://schemas.microsoft.com/office/drawing/2014/main" id="{48A74B4D-D602-43BC-AC88-238D159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Housing and amenities</a:t>
            </a:r>
          </a:p>
        </p:txBody>
      </p:sp>
      <p:sp>
        <p:nvSpPr>
          <p:cNvPr id="9" name="footer-number-159">
            <a:extLst xmlns:a="http://schemas.openxmlformats.org/drawingml/2006/main">
              <a:ext uri="{FF2B5EF4-FFF2-40B4-BE49-F238E27FC236}">
                <a16:creationId xmlns:a16="http://schemas.microsoft.com/office/drawing/2014/main" id="{09B2C106-0768-41DF-9FE7-1FEC481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</p:spTree>
    <p:extLst>
      <p:ext uri="{BB962C8B-B14F-4D97-AF65-F5344CB8AC3E}">
        <p14:creationId xmlns:p14="http://schemas.microsoft.com/office/powerpoint/2010/main" val="1536141575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0-eyebrow">
            <a:extLst xmlns:a="http://schemas.openxmlformats.org/drawingml/2006/main">
              <a:ext uri="{FF2B5EF4-FFF2-40B4-BE49-F238E27FC236}">
                <a16:creationId xmlns:a16="http://schemas.microsoft.com/office/drawing/2014/main" id="{24BE3E39-35A1-4DB9-A41E-B3427FD0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HOUSING AND AMENITIES · MEAN BATHROOMS</a:t>
            </a:r>
          </a:p>
        </p:txBody>
      </p:sp>
      <p:sp>
        <p:nvSpPr>
          <p:cNvPr id="2" name="outcome-160-title">
            <a:extLst xmlns:a="http://schemas.openxmlformats.org/drawingml/2006/main">
              <a:ext uri="{FF2B5EF4-FFF2-40B4-BE49-F238E27FC236}">
                <a16:creationId xmlns:a16="http://schemas.microsoft.com/office/drawing/2014/main" id="{09C9B531-FE2A-463C-BF9E-2941034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BAEAE-D5D1-4451-9FC4-34B0D66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021cdea5e4e33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0-table-label">
            <a:extLst xmlns:a="http://schemas.openxmlformats.org/drawingml/2006/main">
              <a:ext uri="{FF2B5EF4-FFF2-40B4-BE49-F238E27FC236}">
                <a16:creationId xmlns:a16="http://schemas.microsoft.com/office/drawing/2014/main" id="{0D429F79-D5DE-4ABB-80BB-D47403C2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0.728 (0.359)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1.02 (0.211)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1.05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1.27 (0.117)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60-note">
            <a:extLst xmlns:a="http://schemas.openxmlformats.org/drawingml/2006/main">
              <a:ext uri="{FF2B5EF4-FFF2-40B4-BE49-F238E27FC236}">
                <a16:creationId xmlns:a16="http://schemas.microsoft.com/office/drawing/2014/main" id="{74F1628A-52E5-439F-B7EE-70254BE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0">
            <a:extLst xmlns:a="http://schemas.openxmlformats.org/drawingml/2006/main">
              <a:ext uri="{FF2B5EF4-FFF2-40B4-BE49-F238E27FC236}">
                <a16:creationId xmlns:a16="http://schemas.microsoft.com/office/drawing/2014/main" id="{46F8E3A9-2D9C-4EA9-90F0-AB3CFF9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Housing and amenities</a:t>
            </a:r>
          </a:p>
        </p:txBody>
      </p:sp>
      <p:sp>
        <p:nvSpPr>
          <p:cNvPr id="9" name="footer-number-160">
            <a:extLst xmlns:a="http://schemas.openxmlformats.org/drawingml/2006/main">
              <a:ext uri="{FF2B5EF4-FFF2-40B4-BE49-F238E27FC236}">
                <a16:creationId xmlns:a16="http://schemas.microsoft.com/office/drawing/2014/main" id="{64D8537F-924D-48C2-9E6E-923EF9FD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1290336607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1-eyebrow">
            <a:extLst xmlns:a="http://schemas.openxmlformats.org/drawingml/2006/main">
              <a:ext uri="{FF2B5EF4-FFF2-40B4-BE49-F238E27FC236}">
                <a16:creationId xmlns:a16="http://schemas.microsoft.com/office/drawing/2014/main" id="{21389467-FF0C-4789-AC84-1A49878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HOUSING AND AMENITIES · MEAN BEDROOMS</a:t>
            </a:r>
          </a:p>
        </p:txBody>
      </p:sp>
      <p:sp>
        <p:nvSpPr>
          <p:cNvPr id="2" name="outcome-161-title">
            <a:extLst xmlns:a="http://schemas.openxmlformats.org/drawingml/2006/main">
              <a:ext uri="{FF2B5EF4-FFF2-40B4-BE49-F238E27FC236}">
                <a16:creationId xmlns:a16="http://schemas.microsoft.com/office/drawing/2014/main" id="{5E7BE090-C14A-40D0-8EED-426C0848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2F763-F4D2-4201-B171-B819A39E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23dba0864387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1-table-label">
            <a:extLst xmlns:a="http://schemas.openxmlformats.org/drawingml/2006/main">
              <a:ext uri="{FF2B5EF4-FFF2-40B4-BE49-F238E27FC236}">
                <a16:creationId xmlns:a16="http://schemas.microsoft.com/office/drawing/2014/main" id="{26D2562F-AEA4-4F8C-B42E-D82825A5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(0.36)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2.41 (0.264)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(0.286)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2.39 (0.222)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2.26 (0.106)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2.23 (0.137)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 (0.122)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1-note">
            <a:extLst xmlns:a="http://schemas.openxmlformats.org/drawingml/2006/main">
              <a:ext uri="{FF2B5EF4-FFF2-40B4-BE49-F238E27FC236}">
                <a16:creationId xmlns:a16="http://schemas.microsoft.com/office/drawing/2014/main" id="{AD797FC6-1520-4981-9DDD-5E7A2D15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1">
            <a:extLst xmlns:a="http://schemas.openxmlformats.org/drawingml/2006/main">
              <a:ext uri="{FF2B5EF4-FFF2-40B4-BE49-F238E27FC236}">
                <a16:creationId xmlns:a16="http://schemas.microsoft.com/office/drawing/2014/main" id="{36A6C090-99B2-4715-8262-DAF5E343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Housing and amenities</a:t>
            </a:r>
          </a:p>
        </p:txBody>
      </p:sp>
      <p:sp>
        <p:nvSpPr>
          <p:cNvPr id="9" name="footer-number-161">
            <a:extLst xmlns:a="http://schemas.openxmlformats.org/drawingml/2006/main">
              <a:ext uri="{FF2B5EF4-FFF2-40B4-BE49-F238E27FC236}">
                <a16:creationId xmlns:a16="http://schemas.microsoft.com/office/drawing/2014/main" id="{82445C26-4F76-4058-B7BD-48751D97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161</a:t>
            </a:r>
          </a:p>
        </p:txBody>
      </p:sp>
    </p:spTree>
    <p:extLst>
      <p:ext uri="{BB962C8B-B14F-4D97-AF65-F5344CB8AC3E}">
        <p14:creationId xmlns:p14="http://schemas.microsoft.com/office/powerpoint/2010/main" val="1003900248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2-eyebrow">
            <a:extLst xmlns:a="http://schemas.openxmlformats.org/drawingml/2006/main">
              <a:ext uri="{FF2B5EF4-FFF2-40B4-BE49-F238E27FC236}">
                <a16:creationId xmlns:a16="http://schemas.microsoft.com/office/drawing/2014/main" id="{2FA82EC9-DDEA-4ADA-AB31-B55DACE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HOUSING AND AMENITIES · MEAN ROOMS</a:t>
            </a:r>
          </a:p>
        </p:txBody>
      </p:sp>
      <p:sp>
        <p:nvSpPr>
          <p:cNvPr id="2" name="outcome-162-title">
            <a:extLst xmlns:a="http://schemas.openxmlformats.org/drawingml/2006/main">
              <a:ext uri="{FF2B5EF4-FFF2-40B4-BE49-F238E27FC236}">
                <a16:creationId xmlns:a16="http://schemas.microsoft.com/office/drawing/2014/main" id="{511370EB-A70D-484A-AB32-5E38B61C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4108E-5AFC-44F2-97A2-7015A951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7bea6c20e47c8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2-table-label">
            <a:extLst xmlns:a="http://schemas.openxmlformats.org/drawingml/2006/main">
              <a:ext uri="{FF2B5EF4-FFF2-40B4-BE49-F238E27FC236}">
                <a16:creationId xmlns:a16="http://schemas.microsoft.com/office/drawing/2014/main" id="{798B76C3-9E4F-4EC2-A8CD-7898DA7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5.33 (0.6)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5.55 (1.7)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6.76 (4.19)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5.68 (0.684)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5.92 (0.466)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5.65 (0.721)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 (0.404)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5.82 (0.623)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5.99 (0.37)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2-note">
            <a:extLst xmlns:a="http://schemas.openxmlformats.org/drawingml/2006/main">
              <a:ext uri="{FF2B5EF4-FFF2-40B4-BE49-F238E27FC236}">
                <a16:creationId xmlns:a16="http://schemas.microsoft.com/office/drawing/2014/main" id="{75636DA5-21A7-4CDE-8ECA-2ABF019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2">
            <a:extLst xmlns:a="http://schemas.openxmlformats.org/drawingml/2006/main">
              <a:ext uri="{FF2B5EF4-FFF2-40B4-BE49-F238E27FC236}">
                <a16:creationId xmlns:a16="http://schemas.microsoft.com/office/drawing/2014/main" id="{FA75DABF-7D42-4655-9B1B-8C43BBDC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Housing and amenities</a:t>
            </a:r>
          </a:p>
        </p:txBody>
      </p:sp>
      <p:sp>
        <p:nvSpPr>
          <p:cNvPr id="9" name="footer-number-162">
            <a:extLst xmlns:a="http://schemas.openxmlformats.org/drawingml/2006/main">
              <a:ext uri="{FF2B5EF4-FFF2-40B4-BE49-F238E27FC236}">
                <a16:creationId xmlns:a16="http://schemas.microsoft.com/office/drawing/2014/main" id="{F943CEC3-3F8F-4261-B77A-8774398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</p:spTree>
    <p:extLst>
      <p:ext uri="{BB962C8B-B14F-4D97-AF65-F5344CB8AC3E}">
        <p14:creationId xmlns:p14="http://schemas.microsoft.com/office/powerpoint/2010/main" val="1636910380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3-eyebrow">
            <a:extLst xmlns:a="http://schemas.openxmlformats.org/drawingml/2006/main">
              <a:ext uri="{FF2B5EF4-FFF2-40B4-BE49-F238E27FC236}">
                <a16:creationId xmlns:a16="http://schemas.microsoft.com/office/drawing/2014/main" id="{076B6234-A983-4836-932F-75EB6BC9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HOUSING AND AMENITIES · REFRIGERATOR SHARE</a:t>
            </a:r>
          </a:p>
        </p:txBody>
      </p:sp>
      <p:sp>
        <p:nvSpPr>
          <p:cNvPr id="2" name="outcome-163-title">
            <a:extLst xmlns:a="http://schemas.openxmlformats.org/drawingml/2006/main">
              <a:ext uri="{FF2B5EF4-FFF2-40B4-BE49-F238E27FC236}">
                <a16:creationId xmlns:a16="http://schemas.microsoft.com/office/drawing/2014/main" id="{5C39A78C-D75D-42C1-A689-2893E58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A3D8E-C8C1-433F-8FC2-4FD62F51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717336b5d412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3-table-label">
            <a:extLst xmlns:a="http://schemas.openxmlformats.org/drawingml/2006/main">
              <a:ext uri="{FF2B5EF4-FFF2-40B4-BE49-F238E27FC236}">
                <a16:creationId xmlns:a16="http://schemas.microsoft.com/office/drawing/2014/main" id="{43A9DE45-DFA9-4178-A89A-51B18079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0.0951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0.0907 (0.0767)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0.277 (0.225)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0.266 (0.139)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0.617 (0.211)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0.692 (0.0985)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0.634 (0.233)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0.791 (0.122)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0.881 (0.118)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0.948 (0.032)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3-note">
            <a:extLst xmlns:a="http://schemas.openxmlformats.org/drawingml/2006/main">
              <a:ext uri="{FF2B5EF4-FFF2-40B4-BE49-F238E27FC236}">
                <a16:creationId xmlns:a16="http://schemas.microsoft.com/office/drawing/2014/main" id="{B6F1EAD0-88EB-438E-83CC-0728812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3">
            <a:extLst xmlns:a="http://schemas.openxmlformats.org/drawingml/2006/main">
              <a:ext uri="{FF2B5EF4-FFF2-40B4-BE49-F238E27FC236}">
                <a16:creationId xmlns:a16="http://schemas.microsoft.com/office/drawing/2014/main" id="{A6181033-D6BB-433A-9A22-9BF1538A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Housing and amenities</a:t>
            </a:r>
          </a:p>
        </p:txBody>
      </p:sp>
      <p:sp>
        <p:nvSpPr>
          <p:cNvPr id="9" name="footer-number-163">
            <a:extLst xmlns:a="http://schemas.openxmlformats.org/drawingml/2006/main">
              <a:ext uri="{FF2B5EF4-FFF2-40B4-BE49-F238E27FC236}">
                <a16:creationId xmlns:a16="http://schemas.microsoft.com/office/drawing/2014/main" id="{C00A0ED6-BF36-4A34-BB80-3722D1DD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163</a:t>
            </a:r>
          </a:p>
        </p:txBody>
      </p:sp>
    </p:spTree>
    <p:extLst>
      <p:ext uri="{BB962C8B-B14F-4D97-AF65-F5344CB8AC3E}">
        <p14:creationId xmlns:p14="http://schemas.microsoft.com/office/powerpoint/2010/main" val="1539908098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4-eyebrow">
            <a:extLst xmlns:a="http://schemas.openxmlformats.org/drawingml/2006/main">
              <a:ext uri="{FF2B5EF4-FFF2-40B4-BE49-F238E27FC236}">
                <a16:creationId xmlns:a16="http://schemas.microsoft.com/office/drawing/2014/main" id="{F0D9C914-800B-49F2-800B-63B75E5A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INCOME DISTRIBUTION · ZERO INCOME SHARE AGE 15+</a:t>
            </a:r>
          </a:p>
        </p:txBody>
      </p:sp>
      <p:sp>
        <p:nvSpPr>
          <p:cNvPr id="2" name="outcome-164-title">
            <a:extLst xmlns:a="http://schemas.openxmlformats.org/drawingml/2006/main">
              <a:ext uri="{FF2B5EF4-FFF2-40B4-BE49-F238E27FC236}">
                <a16:creationId xmlns:a16="http://schemas.microsoft.com/office/drawing/2014/main" id="{2B7F722E-C3DD-4878-AA04-BEC43EB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D2D4F-F2D1-40E8-B236-4AA8F856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59ebc6e3f48c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4-table-label">
            <a:extLst xmlns:a="http://schemas.openxmlformats.org/drawingml/2006/main">
              <a:ext uri="{FF2B5EF4-FFF2-40B4-BE49-F238E27FC236}">
                <a16:creationId xmlns:a16="http://schemas.microsoft.com/office/drawing/2014/main" id="{BE3F5913-734A-4F83-8181-0B6C5DF6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0.0229 (0.0471)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0.0134 (0.0111)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0.532 (0.0854)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0.482 (0.0607)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0.387 (0.0695)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0.348 (0.0437)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0.369 (0.0873)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 (0.0475)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(0.0768)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 (0.0378)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4-note">
            <a:extLst xmlns:a="http://schemas.openxmlformats.org/drawingml/2006/main">
              <a:ext uri="{FF2B5EF4-FFF2-40B4-BE49-F238E27FC236}">
                <a16:creationId xmlns:a16="http://schemas.microsoft.com/office/drawing/2014/main" id="{4844606A-C452-4F9C-9AA3-39D3660B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4">
            <a:extLst xmlns:a="http://schemas.openxmlformats.org/drawingml/2006/main">
              <a:ext uri="{FF2B5EF4-FFF2-40B4-BE49-F238E27FC236}">
                <a16:creationId xmlns:a16="http://schemas.microsoft.com/office/drawing/2014/main" id="{EE462D97-0504-48AE-A9E8-BD1DED4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Income distribution</a:t>
            </a:r>
          </a:p>
        </p:txBody>
      </p:sp>
      <p:sp>
        <p:nvSpPr>
          <p:cNvPr id="9" name="footer-number-164">
            <a:extLst xmlns:a="http://schemas.openxmlformats.org/drawingml/2006/main">
              <a:ext uri="{FF2B5EF4-FFF2-40B4-BE49-F238E27FC236}">
                <a16:creationId xmlns:a16="http://schemas.microsoft.com/office/drawing/2014/main" id="{A037CD3D-9946-45C7-9658-68E3EA6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164</a:t>
            </a:r>
          </a:p>
        </p:txBody>
      </p:sp>
    </p:spTree>
    <p:extLst>
      <p:ext uri="{BB962C8B-B14F-4D97-AF65-F5344CB8AC3E}">
        <p14:creationId xmlns:p14="http://schemas.microsoft.com/office/powerpoint/2010/main" val="2062661248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5-eyebrow">
            <a:extLst xmlns:a="http://schemas.openxmlformats.org/drawingml/2006/main">
              <a:ext uri="{FF2B5EF4-FFF2-40B4-BE49-F238E27FC236}">
                <a16:creationId xmlns:a16="http://schemas.microsoft.com/office/drawing/2014/main" id="{D4EB1675-6821-4C2B-B002-2A2A67C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INCOME DISTRIBUTION · POSITIVE INCOME Q1 SHARE AGE 15+</a:t>
            </a:r>
          </a:p>
        </p:txBody>
      </p:sp>
      <p:sp>
        <p:nvSpPr>
          <p:cNvPr id="2" name="outcome-165-title">
            <a:extLst xmlns:a="http://schemas.openxmlformats.org/drawingml/2006/main">
              <a:ext uri="{FF2B5EF4-FFF2-40B4-BE49-F238E27FC236}">
                <a16:creationId xmlns:a16="http://schemas.microsoft.com/office/drawing/2014/main" id="{00AA3294-D946-43A0-9D49-36926DC2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5FF4D-0D0E-450E-8CDF-810AEDF6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b2b79a0264ad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5-table-label">
            <a:extLst xmlns:a="http://schemas.openxmlformats.org/drawingml/2006/main">
              <a:ext uri="{FF2B5EF4-FFF2-40B4-BE49-F238E27FC236}">
                <a16:creationId xmlns:a16="http://schemas.microsoft.com/office/drawing/2014/main" id="{BF12B5C6-A5C5-4041-81CC-CE1D5E15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0.371 (0.253)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0.242 (0.155)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0.363 (0.218)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0.219 (0.0754)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0.348 (0.188)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(0.0795)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0.476 (0.187)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(0.0968)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0.296 (0.157)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 (0.0573)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5-note">
            <a:extLst xmlns:a="http://schemas.openxmlformats.org/drawingml/2006/main">
              <a:ext uri="{FF2B5EF4-FFF2-40B4-BE49-F238E27FC236}">
                <a16:creationId xmlns:a16="http://schemas.microsoft.com/office/drawing/2014/main" id="{7CD457C3-941B-43A0-9297-5FAE354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5">
            <a:extLst xmlns:a="http://schemas.openxmlformats.org/drawingml/2006/main">
              <a:ext uri="{FF2B5EF4-FFF2-40B4-BE49-F238E27FC236}">
                <a16:creationId xmlns:a16="http://schemas.microsoft.com/office/drawing/2014/main" id="{F6937FF1-7C74-42AD-BA14-4E916D51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Income distribution</a:t>
            </a:r>
          </a:p>
        </p:txBody>
      </p:sp>
      <p:sp>
        <p:nvSpPr>
          <p:cNvPr id="9" name="footer-number-165">
            <a:extLst xmlns:a="http://schemas.openxmlformats.org/drawingml/2006/main">
              <a:ext uri="{FF2B5EF4-FFF2-40B4-BE49-F238E27FC236}">
                <a16:creationId xmlns:a16="http://schemas.microsoft.com/office/drawing/2014/main" id="{0CCED4A2-900E-4723-AF9B-87F4E23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165</a:t>
            </a:r>
          </a:p>
        </p:txBody>
      </p:sp>
    </p:spTree>
    <p:extLst>
      <p:ext uri="{BB962C8B-B14F-4D97-AF65-F5344CB8AC3E}">
        <p14:creationId xmlns:p14="http://schemas.microsoft.com/office/powerpoint/2010/main" val="869144869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6-eyebrow">
            <a:extLst xmlns:a="http://schemas.openxmlformats.org/drawingml/2006/main">
              <a:ext uri="{FF2B5EF4-FFF2-40B4-BE49-F238E27FC236}">
                <a16:creationId xmlns:a16="http://schemas.microsoft.com/office/drawing/2014/main" id="{B13271ED-F1CB-498B-99E4-51BA41A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INCOME DISTRIBUTION · POSITIVE INCOME Q2 SHARE AGE 15+</a:t>
            </a:r>
          </a:p>
        </p:txBody>
      </p:sp>
      <p:sp>
        <p:nvSpPr>
          <p:cNvPr id="2" name="outcome-166-title">
            <a:extLst xmlns:a="http://schemas.openxmlformats.org/drawingml/2006/main">
              <a:ext uri="{FF2B5EF4-FFF2-40B4-BE49-F238E27FC236}">
                <a16:creationId xmlns:a16="http://schemas.microsoft.com/office/drawing/2014/main" id="{8A313995-6ADF-4ECC-8A9A-CED37BE9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2721B-2F80-4023-A326-6D03D064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1c56ea8b64a1f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6-table-label">
            <a:extLst xmlns:a="http://schemas.openxmlformats.org/drawingml/2006/main">
              <a:ext uri="{FF2B5EF4-FFF2-40B4-BE49-F238E27FC236}">
                <a16:creationId xmlns:a16="http://schemas.microsoft.com/office/drawing/2014/main" id="{70A19542-BE5C-4CAB-B46F-DE101806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0.219 (0.103)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0.251 (0.0801)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0.217 (0.0859)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0.242 (0.066)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0.264 (0.0731)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 (0.059)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(0.0296)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 (0.0206)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 (0.0783)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0.297 (0.07)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6-note">
            <a:extLst xmlns:a="http://schemas.openxmlformats.org/drawingml/2006/main">
              <a:ext uri="{FF2B5EF4-FFF2-40B4-BE49-F238E27FC236}">
                <a16:creationId xmlns:a16="http://schemas.microsoft.com/office/drawing/2014/main" id="{21780F02-8691-4264-8B75-F5A119E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6">
            <a:extLst xmlns:a="http://schemas.openxmlformats.org/drawingml/2006/main">
              <a:ext uri="{FF2B5EF4-FFF2-40B4-BE49-F238E27FC236}">
                <a16:creationId xmlns:a16="http://schemas.microsoft.com/office/drawing/2014/main" id="{7084D681-CCA1-43FC-9A1A-72B37246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Income distribution</a:t>
            </a:r>
          </a:p>
        </p:txBody>
      </p:sp>
      <p:sp>
        <p:nvSpPr>
          <p:cNvPr id="9" name="footer-number-166">
            <a:extLst xmlns:a="http://schemas.openxmlformats.org/drawingml/2006/main">
              <a:ext uri="{FF2B5EF4-FFF2-40B4-BE49-F238E27FC236}">
                <a16:creationId xmlns:a16="http://schemas.microsoft.com/office/drawing/2014/main" id="{980721A6-4712-4634-8AB9-7581FD6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166</a:t>
            </a:r>
          </a:p>
        </p:txBody>
      </p:sp>
    </p:spTree>
    <p:extLst>
      <p:ext uri="{BB962C8B-B14F-4D97-AF65-F5344CB8AC3E}">
        <p14:creationId xmlns:p14="http://schemas.microsoft.com/office/powerpoint/2010/main" val="1777538112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7-eyebrow">
            <a:extLst xmlns:a="http://schemas.openxmlformats.org/drawingml/2006/main">
              <a:ext uri="{FF2B5EF4-FFF2-40B4-BE49-F238E27FC236}">
                <a16:creationId xmlns:a16="http://schemas.microsoft.com/office/drawing/2014/main" id="{9F1133DD-BE75-44CD-B747-7517174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INCOME DISTRIBUTION · POSITIVE INCOME Q3 SHARE AGE 15+</a:t>
            </a:r>
          </a:p>
        </p:txBody>
      </p:sp>
      <p:sp>
        <p:nvSpPr>
          <p:cNvPr id="2" name="outcome-167-title">
            <a:extLst xmlns:a="http://schemas.openxmlformats.org/drawingml/2006/main">
              <a:ext uri="{FF2B5EF4-FFF2-40B4-BE49-F238E27FC236}">
                <a16:creationId xmlns:a16="http://schemas.microsoft.com/office/drawing/2014/main" id="{BC862C23-6711-4D3E-823A-2C0CEB2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EFCE4-FBE5-40D2-8E50-C9A64445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e7f0701134a75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7-table-label">
            <a:extLst xmlns:a="http://schemas.openxmlformats.org/drawingml/2006/main">
              <a:ext uri="{FF2B5EF4-FFF2-40B4-BE49-F238E27FC236}">
                <a16:creationId xmlns:a16="http://schemas.microsoft.com/office/drawing/2014/main" id="{C132433B-166A-4468-BDDF-C7CE157F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(0.141)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0.308 (0.116)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0.184 (0.0767)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0.235 (0.0456)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(0.0675)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0.224 (0.0504)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0.184 (0.0648)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0.227 (0.0445)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(0.0671)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0.198 (0.0354)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7-note">
            <a:extLst xmlns:a="http://schemas.openxmlformats.org/drawingml/2006/main">
              <a:ext uri="{FF2B5EF4-FFF2-40B4-BE49-F238E27FC236}">
                <a16:creationId xmlns:a16="http://schemas.microsoft.com/office/drawing/2014/main" id="{ABBFC2E5-5954-40C1-952D-FABD494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7">
            <a:extLst xmlns:a="http://schemas.openxmlformats.org/drawingml/2006/main">
              <a:ext uri="{FF2B5EF4-FFF2-40B4-BE49-F238E27FC236}">
                <a16:creationId xmlns:a16="http://schemas.microsoft.com/office/drawing/2014/main" id="{38C87265-CED1-4847-B4D5-7B0CEFEC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Income distribution</a:t>
            </a:r>
          </a:p>
        </p:txBody>
      </p:sp>
      <p:sp>
        <p:nvSpPr>
          <p:cNvPr id="9" name="footer-number-167">
            <a:extLst xmlns:a="http://schemas.openxmlformats.org/drawingml/2006/main">
              <a:ext uri="{FF2B5EF4-FFF2-40B4-BE49-F238E27FC236}">
                <a16:creationId xmlns:a16="http://schemas.microsoft.com/office/drawing/2014/main" id="{3415A22A-289F-4010-BCE8-180F0B9D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167</a:t>
            </a:r>
          </a:p>
        </p:txBody>
      </p:sp>
    </p:spTree>
    <p:extLst>
      <p:ext uri="{BB962C8B-B14F-4D97-AF65-F5344CB8AC3E}">
        <p14:creationId xmlns:p14="http://schemas.microsoft.com/office/powerpoint/2010/main" val="349198493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8-eyebrow">
            <a:extLst xmlns:a="http://schemas.openxmlformats.org/drawingml/2006/main">
              <a:ext uri="{FF2B5EF4-FFF2-40B4-BE49-F238E27FC236}">
                <a16:creationId xmlns:a16="http://schemas.microsoft.com/office/drawing/2014/main" id="{0BC970BD-E044-41C9-8BF4-DB6A378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INCOME DISTRIBUTION · POSITIVE INCOME Q4 SHARE AGE 15+</a:t>
            </a:r>
          </a:p>
        </p:txBody>
      </p:sp>
      <p:sp>
        <p:nvSpPr>
          <p:cNvPr id="2" name="outcome-168-title">
            <a:extLst xmlns:a="http://schemas.openxmlformats.org/drawingml/2006/main">
              <a:ext uri="{FF2B5EF4-FFF2-40B4-BE49-F238E27FC236}">
                <a16:creationId xmlns:a16="http://schemas.microsoft.com/office/drawing/2014/main" id="{9761EE64-55C7-4118-9009-F89F0149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7118-0C1F-4295-8AA2-2403C30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08edc38da49e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8-table-label">
            <a:extLst xmlns:a="http://schemas.openxmlformats.org/drawingml/2006/main">
              <a:ext uri="{FF2B5EF4-FFF2-40B4-BE49-F238E27FC236}">
                <a16:creationId xmlns:a16="http://schemas.microsoft.com/office/drawing/2014/main" id="{2998E7EB-BCDE-4A1C-B37D-499EE76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 (0.0654)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(0.0429)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0.139 (0.0775)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0.168 (0.0379)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0.131 (0.0783)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 (0.0438)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(0.0712)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 (0.0361)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(0.0796)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0.191 (0.0441)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8-note">
            <a:extLst xmlns:a="http://schemas.openxmlformats.org/drawingml/2006/main">
              <a:ext uri="{FF2B5EF4-FFF2-40B4-BE49-F238E27FC236}">
                <a16:creationId xmlns:a16="http://schemas.microsoft.com/office/drawing/2014/main" id="{43BCE3C3-E79C-4AB6-AD5B-7F8E9358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8">
            <a:extLst xmlns:a="http://schemas.openxmlformats.org/drawingml/2006/main">
              <a:ext uri="{FF2B5EF4-FFF2-40B4-BE49-F238E27FC236}">
                <a16:creationId xmlns:a16="http://schemas.microsoft.com/office/drawing/2014/main" id="{9CD3E4DA-BA7C-4425-93AB-5DA958A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Income distribution</a:t>
            </a:r>
          </a:p>
        </p:txBody>
      </p:sp>
      <p:sp>
        <p:nvSpPr>
          <p:cNvPr id="9" name="footer-number-168">
            <a:extLst xmlns:a="http://schemas.openxmlformats.org/drawingml/2006/main">
              <a:ext uri="{FF2B5EF4-FFF2-40B4-BE49-F238E27FC236}">
                <a16:creationId xmlns:a16="http://schemas.microsoft.com/office/drawing/2014/main" id="{C50AC9D9-E8C7-4140-9DAE-42CF6F94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217042147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69-eyebrow">
            <a:extLst xmlns:a="http://schemas.openxmlformats.org/drawingml/2006/main">
              <a:ext uri="{FF2B5EF4-FFF2-40B4-BE49-F238E27FC236}">
                <a16:creationId xmlns:a16="http://schemas.microsoft.com/office/drawing/2014/main" id="{51C1244D-A187-4FFF-A789-754DB2C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INCOME DISTRIBUTION · POSITIVE INCOME Q5 SHARE AGE 15+</a:t>
            </a:r>
          </a:p>
        </p:txBody>
      </p:sp>
      <p:sp>
        <p:nvSpPr>
          <p:cNvPr id="2" name="outcome-169-title">
            <a:extLst xmlns:a="http://schemas.openxmlformats.org/drawingml/2006/main">
              <a:ext uri="{FF2B5EF4-FFF2-40B4-BE49-F238E27FC236}">
                <a16:creationId xmlns:a16="http://schemas.microsoft.com/office/drawing/2014/main" id="{DC26FEC3-5CA5-4828-B46A-27F2AE70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C0FDE-5D9E-4D5F-B94E-C18356B7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1173e52c9483c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69-table-label">
            <a:extLst xmlns:a="http://schemas.openxmlformats.org/drawingml/2006/main">
              <a:ext uri="{FF2B5EF4-FFF2-40B4-BE49-F238E27FC236}">
                <a16:creationId xmlns:a16="http://schemas.microsoft.com/office/drawing/2014/main" id="{C3C010DB-074A-452D-BDC4-BA5D4326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0.0772 (0.0701)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0.0955 (0.0559)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0.0986 (0.071)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0.136 (0.0457)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0.0891 (0.0683)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0.108 (0.0442)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0.0934 (0.0663)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0.111 (0.0414)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0.0975 (0.0642)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0.125 (0.0439)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69-note">
            <a:extLst xmlns:a="http://schemas.openxmlformats.org/drawingml/2006/main">
              <a:ext uri="{FF2B5EF4-FFF2-40B4-BE49-F238E27FC236}">
                <a16:creationId xmlns:a16="http://schemas.microsoft.com/office/drawing/2014/main" id="{173BFCC2-8658-417C-AB74-030FE1DE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69">
            <a:extLst xmlns:a="http://schemas.openxmlformats.org/drawingml/2006/main">
              <a:ext uri="{FF2B5EF4-FFF2-40B4-BE49-F238E27FC236}">
                <a16:creationId xmlns:a16="http://schemas.microsoft.com/office/drawing/2014/main" id="{EDED2983-4964-46BD-958C-05C140D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Income distribution</a:t>
            </a:r>
          </a:p>
        </p:txBody>
      </p:sp>
      <p:sp>
        <p:nvSpPr>
          <p:cNvPr id="9" name="footer-number-169">
            <a:extLst xmlns:a="http://schemas.openxmlformats.org/drawingml/2006/main">
              <a:ext uri="{FF2B5EF4-FFF2-40B4-BE49-F238E27FC236}">
                <a16:creationId xmlns:a16="http://schemas.microsoft.com/office/drawing/2014/main" id="{10A4D615-E3AC-4B2A-9DEA-F45CD003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169</a:t>
            </a:r>
          </a:p>
        </p:txBody>
      </p:sp>
    </p:spTree>
    <p:extLst>
      <p:ext uri="{BB962C8B-B14F-4D97-AF65-F5344CB8AC3E}">
        <p14:creationId xmlns:p14="http://schemas.microsoft.com/office/powerpoint/2010/main" val="45083827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0-eyebrow">
            <a:extLst xmlns:a="http://schemas.openxmlformats.org/drawingml/2006/main">
              <a:ext uri="{FF2B5EF4-FFF2-40B4-BE49-F238E27FC236}">
                <a16:creationId xmlns:a16="http://schemas.microsoft.com/office/drawing/2014/main" id="{FE808B1D-E4CC-4B05-8EF2-9660D06B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POPULATION · WEIGHTED POPULATION</a:t>
            </a:r>
          </a:p>
        </p:txBody>
      </p:sp>
      <p:sp>
        <p:nvSpPr>
          <p:cNvPr id="2" name="outcome-170-title">
            <a:extLst xmlns:a="http://schemas.openxmlformats.org/drawingml/2006/main">
              <a:ext uri="{FF2B5EF4-FFF2-40B4-BE49-F238E27FC236}">
                <a16:creationId xmlns:a16="http://schemas.microsoft.com/office/drawing/2014/main" id="{1BD0605B-833F-4291-A4FD-12EC755A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B29E5-FA5D-4BEB-A8F5-B760512D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4c2cbf9c7433c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0-table-label">
            <a:extLst xmlns:a="http://schemas.openxmlformats.org/drawingml/2006/main">
              <a:ext uri="{FF2B5EF4-FFF2-40B4-BE49-F238E27FC236}">
                <a16:creationId xmlns:a16="http://schemas.microsoft.com/office/drawing/2014/main" id="{6F98FFD7-CF7D-4D1C-94D5-5FEB94C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24.6k (130k)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21.0k (27.2k)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31.4k (179k)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29.6k (50.2k)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38.6k (207k)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40.8k (83.6k)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44.6k (229k)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48.8k (108k)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50.1k (251k)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57.1k (130k)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70-note">
            <a:extLst xmlns:a="http://schemas.openxmlformats.org/drawingml/2006/main">
              <a:ext uri="{FF2B5EF4-FFF2-40B4-BE49-F238E27FC236}">
                <a16:creationId xmlns:a16="http://schemas.microsoft.com/office/drawing/2014/main" id="{4854A910-BC09-45CB-9FCB-FEC8AC48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0">
            <a:extLst xmlns:a="http://schemas.openxmlformats.org/drawingml/2006/main">
              <a:ext uri="{FF2B5EF4-FFF2-40B4-BE49-F238E27FC236}">
                <a16:creationId xmlns:a16="http://schemas.microsoft.com/office/drawing/2014/main" id="{7880C23E-87AA-48E1-B35D-1C864664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Population</a:t>
            </a:r>
          </a:p>
        </p:txBody>
      </p:sp>
      <p:sp>
        <p:nvSpPr>
          <p:cNvPr id="9" name="footer-number-170">
            <a:extLst xmlns:a="http://schemas.openxmlformats.org/drawingml/2006/main">
              <a:ext uri="{FF2B5EF4-FFF2-40B4-BE49-F238E27FC236}">
                <a16:creationId xmlns:a16="http://schemas.microsoft.com/office/drawing/2014/main" id="{EE65FA7A-52CA-4CB2-8590-11CFC734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</p:spTree>
    <p:extLst>
      <p:ext uri="{BB962C8B-B14F-4D97-AF65-F5344CB8AC3E}">
        <p14:creationId xmlns:p14="http://schemas.microsoft.com/office/powerpoint/2010/main" val="1849981168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1-eyebrow">
            <a:extLst xmlns:a="http://schemas.openxmlformats.org/drawingml/2006/main">
              <a:ext uri="{FF2B5EF4-FFF2-40B4-BE49-F238E27FC236}">
                <a16:creationId xmlns:a16="http://schemas.microsoft.com/office/drawing/2014/main" id="{4CA59D6D-253F-46E6-B480-1CD7A81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FEMALE SHARE</a:t>
            </a:r>
          </a:p>
        </p:txBody>
      </p:sp>
      <p:sp>
        <p:nvSpPr>
          <p:cNvPr id="2" name="outcome-171-title">
            <a:extLst xmlns:a="http://schemas.openxmlformats.org/drawingml/2006/main">
              <a:ext uri="{FF2B5EF4-FFF2-40B4-BE49-F238E27FC236}">
                <a16:creationId xmlns:a16="http://schemas.microsoft.com/office/drawing/2014/main" id="{3BC1198E-10F5-42EF-80EE-FFF92D9D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A9678-A236-4E19-88D2-4B9AC72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c5704dc584888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1-table-label">
            <a:extLst xmlns:a="http://schemas.openxmlformats.org/drawingml/2006/main">
              <a:ext uri="{FF2B5EF4-FFF2-40B4-BE49-F238E27FC236}">
                <a16:creationId xmlns:a16="http://schemas.microsoft.com/office/drawing/2014/main" id="{98A382F3-419E-4C10-A35C-5D9DCE4A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0.488 (0.016)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(0.0149)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0.487 (0.0136)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(0.0133)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0.489 (0.0159)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0.491 (0.0137)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0.498 (0.0147)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(0.0111)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71-note">
            <a:extLst xmlns:a="http://schemas.openxmlformats.org/drawingml/2006/main">
              <a:ext uri="{FF2B5EF4-FFF2-40B4-BE49-F238E27FC236}">
                <a16:creationId xmlns:a16="http://schemas.microsoft.com/office/drawing/2014/main" id="{204C9BBF-9C15-44EA-AB22-FC0968CE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1">
            <a:extLst xmlns:a="http://schemas.openxmlformats.org/drawingml/2006/main">
              <a:ext uri="{FF2B5EF4-FFF2-40B4-BE49-F238E27FC236}">
                <a16:creationId xmlns:a16="http://schemas.microsoft.com/office/drawing/2014/main" id="{63F2DF27-31E5-450A-B1AE-2278DADE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1">
            <a:extLst xmlns:a="http://schemas.openxmlformats.org/drawingml/2006/main">
              <a:ext uri="{FF2B5EF4-FFF2-40B4-BE49-F238E27FC236}">
                <a16:creationId xmlns:a16="http://schemas.microsoft.com/office/drawing/2014/main" id="{1027C98E-99B2-4465-AECE-44C1482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171</a:t>
            </a:r>
          </a:p>
        </p:txBody>
      </p:sp>
    </p:spTree>
    <p:extLst>
      <p:ext uri="{BB962C8B-B14F-4D97-AF65-F5344CB8AC3E}">
        <p14:creationId xmlns:p14="http://schemas.microsoft.com/office/powerpoint/2010/main" val="2103565586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2-eyebrow">
            <a:extLst xmlns:a="http://schemas.openxmlformats.org/drawingml/2006/main">
              <a:ext uri="{FF2B5EF4-FFF2-40B4-BE49-F238E27FC236}">
                <a16:creationId xmlns:a16="http://schemas.microsoft.com/office/drawing/2014/main" id="{475D456E-550C-4073-8EAB-55FEAD3D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RACE ASIAN SHARE</a:t>
            </a:r>
          </a:p>
        </p:txBody>
      </p:sp>
      <p:sp>
        <p:nvSpPr>
          <p:cNvPr id="2" name="outcome-172-title">
            <a:extLst xmlns:a="http://schemas.openxmlformats.org/drawingml/2006/main">
              <a:ext uri="{FF2B5EF4-FFF2-40B4-BE49-F238E27FC236}">
                <a16:creationId xmlns:a16="http://schemas.microsoft.com/office/drawing/2014/main" id="{F205007C-0CA0-43B7-95A0-07CFF1F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8024-6A83-4F56-B3BC-8D8C47C2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a9cea6d6848c8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2-table-label">
            <a:extLst xmlns:a="http://schemas.openxmlformats.org/drawingml/2006/main">
              <a:ext uri="{FF2B5EF4-FFF2-40B4-BE49-F238E27FC236}">
                <a16:creationId xmlns:a16="http://schemas.microsoft.com/office/drawing/2014/main" id="{22F4B9B6-A39D-4A35-9735-82A71892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0.00232 (0.00735)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0.00179 (0.00288)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0.00262 (0.00621)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0.00226 (0.00282)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0.00931 (0.00837)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0.0115 (0.00649)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2-note">
            <a:extLst xmlns:a="http://schemas.openxmlformats.org/drawingml/2006/main">
              <a:ext uri="{FF2B5EF4-FFF2-40B4-BE49-F238E27FC236}">
                <a16:creationId xmlns:a16="http://schemas.microsoft.com/office/drawing/2014/main" id="{A2C09671-4E01-4C7A-BA9B-E0EC571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2">
            <a:extLst xmlns:a="http://schemas.openxmlformats.org/drawingml/2006/main">
              <a:ext uri="{FF2B5EF4-FFF2-40B4-BE49-F238E27FC236}">
                <a16:creationId xmlns:a16="http://schemas.microsoft.com/office/drawing/2014/main" id="{2AB1AABB-07A8-4BBE-8635-83518902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2">
            <a:extLst xmlns:a="http://schemas.openxmlformats.org/drawingml/2006/main">
              <a:ext uri="{FF2B5EF4-FFF2-40B4-BE49-F238E27FC236}">
                <a16:creationId xmlns:a16="http://schemas.microsoft.com/office/drawing/2014/main" id="{AD2332C5-EE06-4663-A443-AD5C33A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172</a:t>
            </a:r>
          </a:p>
        </p:txBody>
      </p:sp>
    </p:spTree>
    <p:extLst>
      <p:ext uri="{BB962C8B-B14F-4D97-AF65-F5344CB8AC3E}">
        <p14:creationId xmlns:p14="http://schemas.microsoft.com/office/powerpoint/2010/main" val="2069359823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3-eyebrow">
            <a:extLst xmlns:a="http://schemas.openxmlformats.org/drawingml/2006/main">
              <a:ext uri="{FF2B5EF4-FFF2-40B4-BE49-F238E27FC236}">
                <a16:creationId xmlns:a16="http://schemas.microsoft.com/office/drawing/2014/main" id="{9DCA0639-0952-4243-8125-5EE8252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RACE BLACK SHARE</a:t>
            </a:r>
          </a:p>
        </p:txBody>
      </p:sp>
      <p:sp>
        <p:nvSpPr>
          <p:cNvPr id="2" name="outcome-173-title">
            <a:extLst xmlns:a="http://schemas.openxmlformats.org/drawingml/2006/main">
              <a:ext uri="{FF2B5EF4-FFF2-40B4-BE49-F238E27FC236}">
                <a16:creationId xmlns:a16="http://schemas.microsoft.com/office/drawing/2014/main" id="{17572B88-AC7F-414C-8930-2216E829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5AAEF-4AC3-4E2C-B81F-031525EB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b97d8d14488e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3-table-label">
            <a:extLst xmlns:a="http://schemas.openxmlformats.org/drawingml/2006/main">
              <a:ext uri="{FF2B5EF4-FFF2-40B4-BE49-F238E27FC236}">
                <a16:creationId xmlns:a16="http://schemas.microsoft.com/office/drawing/2014/main" id="{BC16D3EE-FD9C-4EB8-A0BD-A555526D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0.853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0.878 (0.122)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0.0493 (0.045)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0.0483 (0.0289)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0.0592 (0.0465)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0.0566 (0.0243)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0.0654 (0.0507)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0.075 (0.0273)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3-note">
            <a:extLst xmlns:a="http://schemas.openxmlformats.org/drawingml/2006/main">
              <a:ext uri="{FF2B5EF4-FFF2-40B4-BE49-F238E27FC236}">
                <a16:creationId xmlns:a16="http://schemas.microsoft.com/office/drawing/2014/main" id="{235CC84D-E19B-4362-9199-8B620EE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3">
            <a:extLst xmlns:a="http://schemas.openxmlformats.org/drawingml/2006/main">
              <a:ext uri="{FF2B5EF4-FFF2-40B4-BE49-F238E27FC236}">
                <a16:creationId xmlns:a16="http://schemas.microsoft.com/office/drawing/2014/main" id="{69B3A44A-BD8C-45EB-B61F-34A2BA19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3">
            <a:extLst xmlns:a="http://schemas.openxmlformats.org/drawingml/2006/main">
              <a:ext uri="{FF2B5EF4-FFF2-40B4-BE49-F238E27FC236}">
                <a16:creationId xmlns:a16="http://schemas.microsoft.com/office/drawing/2014/main" id="{21613713-D9BC-4B1C-ACE1-4795B5A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173</a:t>
            </a:r>
          </a:p>
        </p:txBody>
      </p:sp>
    </p:spTree>
    <p:extLst>
      <p:ext uri="{BB962C8B-B14F-4D97-AF65-F5344CB8AC3E}">
        <p14:creationId xmlns:p14="http://schemas.microsoft.com/office/powerpoint/2010/main" val="1958739684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4-eyebrow">
            <a:extLst xmlns:a="http://schemas.openxmlformats.org/drawingml/2006/main">
              <a:ext uri="{FF2B5EF4-FFF2-40B4-BE49-F238E27FC236}">
                <a16:creationId xmlns:a16="http://schemas.microsoft.com/office/drawing/2014/main" id="{6350A1FA-34A9-432C-9800-AC24B634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RACE INDIGENOUS SHARE</a:t>
            </a:r>
          </a:p>
        </p:txBody>
      </p:sp>
      <p:sp>
        <p:nvSpPr>
          <p:cNvPr id="2" name="outcome-174-title">
            <a:extLst xmlns:a="http://schemas.openxmlformats.org/drawingml/2006/main">
              <a:ext uri="{FF2B5EF4-FFF2-40B4-BE49-F238E27FC236}">
                <a16:creationId xmlns:a16="http://schemas.microsoft.com/office/drawing/2014/main" id="{2677695B-0EB6-44E4-A228-DA51B3A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FA3CC-6141-4E33-BA02-795D490B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e2aa115e346b5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4-table-label">
            <a:extLst xmlns:a="http://schemas.openxmlformats.org/drawingml/2006/main">
              <a:ext uri="{FF2B5EF4-FFF2-40B4-BE49-F238E27FC236}">
                <a16:creationId xmlns:a16="http://schemas.microsoft.com/office/drawing/2014/main" id="{082CD2A1-4EC9-461E-B37D-7CF2D39D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 (0.021)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0.00621 (0.026)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0.00419 (0.0232)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0.00852 (0.0318)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0.00454 (0.0295)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0.00793 (0.031)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4-note">
            <a:extLst xmlns:a="http://schemas.openxmlformats.org/drawingml/2006/main">
              <a:ext uri="{FF2B5EF4-FFF2-40B4-BE49-F238E27FC236}">
                <a16:creationId xmlns:a16="http://schemas.microsoft.com/office/drawing/2014/main" id="{7FF57223-3A56-49EE-A1DE-26420FCA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4">
            <a:extLst xmlns:a="http://schemas.openxmlformats.org/drawingml/2006/main">
              <a:ext uri="{FF2B5EF4-FFF2-40B4-BE49-F238E27FC236}">
                <a16:creationId xmlns:a16="http://schemas.microsoft.com/office/drawing/2014/main" id="{7854BA5A-5442-4F82-9793-C9C9CE7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4">
            <a:extLst xmlns:a="http://schemas.openxmlformats.org/drawingml/2006/main">
              <a:ext uri="{FF2B5EF4-FFF2-40B4-BE49-F238E27FC236}">
                <a16:creationId xmlns:a16="http://schemas.microsoft.com/office/drawing/2014/main" id="{D0FD6E9B-F5F8-46E2-B09D-CB82260A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174</a:t>
            </a:r>
          </a:p>
        </p:txBody>
      </p:sp>
    </p:spTree>
    <p:extLst>
      <p:ext uri="{BB962C8B-B14F-4D97-AF65-F5344CB8AC3E}">
        <p14:creationId xmlns:p14="http://schemas.microsoft.com/office/powerpoint/2010/main" val="1531777448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5-eyebrow">
            <a:extLst xmlns:a="http://schemas.openxmlformats.org/drawingml/2006/main">
              <a:ext uri="{FF2B5EF4-FFF2-40B4-BE49-F238E27FC236}">
                <a16:creationId xmlns:a16="http://schemas.microsoft.com/office/drawing/2014/main" id="{E6A70B86-D5C8-4795-9B0E-4C505DB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RACE PARDO SHARE</a:t>
            </a:r>
          </a:p>
        </p:txBody>
      </p:sp>
      <p:sp>
        <p:nvSpPr>
          <p:cNvPr id="2" name="outcome-175-title">
            <a:extLst xmlns:a="http://schemas.openxmlformats.org/drawingml/2006/main">
              <a:ext uri="{FF2B5EF4-FFF2-40B4-BE49-F238E27FC236}">
                <a16:creationId xmlns:a16="http://schemas.microsoft.com/office/drawing/2014/main" id="{426A175E-E67A-42B9-8C6D-86174554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01EF4-E781-439B-8727-3815DE99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86e2450ec4875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5-table-label">
            <a:extLst xmlns:a="http://schemas.openxmlformats.org/drawingml/2006/main">
              <a:ext uri="{FF2B5EF4-FFF2-40B4-BE49-F238E27FC236}">
                <a16:creationId xmlns:a16="http://schemas.microsoft.com/office/drawing/2014/main" id="{6FD8EE6F-2ACC-4D2F-92E3-DF4523A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0.147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0.122 (0.122)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 (0.215)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0.398 (0.23)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 (0.172)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0.448 (0.205)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0.504 (0.127)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5-note">
            <a:extLst xmlns:a="http://schemas.openxmlformats.org/drawingml/2006/main">
              <a:ext uri="{FF2B5EF4-FFF2-40B4-BE49-F238E27FC236}">
                <a16:creationId xmlns:a16="http://schemas.microsoft.com/office/drawing/2014/main" id="{4DE0AD59-1525-4CD5-BAAB-07465EB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5">
            <a:extLst xmlns:a="http://schemas.openxmlformats.org/drawingml/2006/main">
              <a:ext uri="{FF2B5EF4-FFF2-40B4-BE49-F238E27FC236}">
                <a16:creationId xmlns:a16="http://schemas.microsoft.com/office/drawing/2014/main" id="{4CA09EFB-FC2D-4A1D-95B1-1B36B1AB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5">
            <a:extLst xmlns:a="http://schemas.openxmlformats.org/drawingml/2006/main">
              <a:ext uri="{FF2B5EF4-FFF2-40B4-BE49-F238E27FC236}">
                <a16:creationId xmlns:a16="http://schemas.microsoft.com/office/drawing/2014/main" id="{CBA10B61-16E7-414C-AD07-355E088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</p:spTree>
    <p:extLst>
      <p:ext uri="{BB962C8B-B14F-4D97-AF65-F5344CB8AC3E}">
        <p14:creationId xmlns:p14="http://schemas.microsoft.com/office/powerpoint/2010/main" val="828824124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6-eyebrow">
            <a:extLst xmlns:a="http://schemas.openxmlformats.org/drawingml/2006/main">
              <a:ext uri="{FF2B5EF4-FFF2-40B4-BE49-F238E27FC236}">
                <a16:creationId xmlns:a16="http://schemas.microsoft.com/office/drawing/2014/main" id="{467D49EF-9AE0-4267-BDC2-9C7A89F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RACE WHITE SHARE</a:t>
            </a:r>
          </a:p>
        </p:txBody>
      </p:sp>
      <p:sp>
        <p:nvSpPr>
          <p:cNvPr id="2" name="outcome-176-title">
            <a:extLst xmlns:a="http://schemas.openxmlformats.org/drawingml/2006/main">
              <a:ext uri="{FF2B5EF4-FFF2-40B4-BE49-F238E27FC236}">
                <a16:creationId xmlns:a16="http://schemas.microsoft.com/office/drawing/2014/main" id="{182C9B75-CE63-4376-83CE-BC4A870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1057-A0C6-4D3A-BFE9-11355FED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7683c35e84637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6-table-label">
            <a:extLst xmlns:a="http://schemas.openxmlformats.org/drawingml/2006/main">
              <a:ext uri="{FF2B5EF4-FFF2-40B4-BE49-F238E27FC236}">
                <a16:creationId xmlns:a16="http://schemas.microsoft.com/office/drawing/2014/main" id="{7B1E7507-1CA2-4B28-A650-A8C00F0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0.506 (0.278)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0.453 (0.211)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0.536 (0.247)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0.502 (0.174)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0.473 (0.23)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0.402 (0.139)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6-note">
            <a:extLst xmlns:a="http://schemas.openxmlformats.org/drawingml/2006/main">
              <a:ext uri="{FF2B5EF4-FFF2-40B4-BE49-F238E27FC236}">
                <a16:creationId xmlns:a16="http://schemas.microsoft.com/office/drawing/2014/main" id="{9077E774-1BED-4F90-BFFE-5159FF0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6">
            <a:extLst xmlns:a="http://schemas.openxmlformats.org/drawingml/2006/main">
              <a:ext uri="{FF2B5EF4-FFF2-40B4-BE49-F238E27FC236}">
                <a16:creationId xmlns:a16="http://schemas.microsoft.com/office/drawing/2014/main" id="{186D2D32-77AC-4E3B-9863-DF6DC15F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6">
            <a:extLst xmlns:a="http://schemas.openxmlformats.org/drawingml/2006/main">
              <a:ext uri="{FF2B5EF4-FFF2-40B4-BE49-F238E27FC236}">
                <a16:creationId xmlns:a16="http://schemas.microsoft.com/office/drawing/2014/main" id="{3227A577-4F79-416D-80D2-F2E13F31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176</a:t>
            </a:r>
          </a:p>
        </p:txBody>
      </p:sp>
    </p:spTree>
    <p:extLst>
      <p:ext uri="{BB962C8B-B14F-4D97-AF65-F5344CB8AC3E}">
        <p14:creationId xmlns:p14="http://schemas.microsoft.com/office/powerpoint/2010/main" val="1110433871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7-eyebrow">
            <a:extLst xmlns:a="http://schemas.openxmlformats.org/drawingml/2006/main">
              <a:ext uri="{FF2B5EF4-FFF2-40B4-BE49-F238E27FC236}">
                <a16:creationId xmlns:a16="http://schemas.microsoft.com/office/drawing/2014/main" id="{42515E74-B090-419C-AA85-1324275F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MEAN HOUSEHOLD SIZE</a:t>
            </a:r>
          </a:p>
        </p:txBody>
      </p:sp>
      <p:sp>
        <p:nvSpPr>
          <p:cNvPr id="2" name="outcome-177-title">
            <a:extLst xmlns:a="http://schemas.openxmlformats.org/drawingml/2006/main">
              <a:ext uri="{FF2B5EF4-FFF2-40B4-BE49-F238E27FC236}">
                <a16:creationId xmlns:a16="http://schemas.microsoft.com/office/drawing/2014/main" id="{BD75A309-1606-4FB3-854C-AC8C1AF4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0C927-ED3E-4DF1-9026-E48A18E6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1e250e14e4052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7-table-label">
            <a:extLst xmlns:a="http://schemas.openxmlformats.org/drawingml/2006/main">
              <a:ext uri="{FF2B5EF4-FFF2-40B4-BE49-F238E27FC236}">
                <a16:creationId xmlns:a16="http://schemas.microsoft.com/office/drawing/2014/main" id="{2BD58B21-8B9D-4139-B872-CAFC75F8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6.56 (0.581)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6.61 (0.444)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0.00207 (0.12)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(0.791)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4.54 (0.333)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4.32 (0.654)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3.98 (0.26)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7-note">
            <a:extLst xmlns:a="http://schemas.openxmlformats.org/drawingml/2006/main">
              <a:ext uri="{FF2B5EF4-FFF2-40B4-BE49-F238E27FC236}">
                <a16:creationId xmlns:a16="http://schemas.microsoft.com/office/drawing/2014/main" id="{EE0E1329-F9B6-4C5C-BAC2-CE46CBE1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7">
            <a:extLst xmlns:a="http://schemas.openxmlformats.org/drawingml/2006/main">
              <a:ext uri="{FF2B5EF4-FFF2-40B4-BE49-F238E27FC236}">
                <a16:creationId xmlns:a16="http://schemas.microsoft.com/office/drawing/2014/main" id="{19DA39D9-ECC0-451B-BB90-DB29615E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7">
            <a:extLst xmlns:a="http://schemas.openxmlformats.org/drawingml/2006/main">
              <a:ext uri="{FF2B5EF4-FFF2-40B4-BE49-F238E27FC236}">
                <a16:creationId xmlns:a16="http://schemas.microsoft.com/office/drawing/2014/main" id="{63AF5CA5-50AF-45F5-B8DC-8EB0189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177</a:t>
            </a:r>
          </a:p>
        </p:txBody>
      </p:sp>
    </p:spTree>
    <p:extLst>
      <p:ext uri="{BB962C8B-B14F-4D97-AF65-F5344CB8AC3E}">
        <p14:creationId xmlns:p14="http://schemas.microsoft.com/office/powerpoint/2010/main" val="504894938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8-eyebrow">
            <a:extLst xmlns:a="http://schemas.openxmlformats.org/drawingml/2006/main">
              <a:ext uri="{FF2B5EF4-FFF2-40B4-BE49-F238E27FC236}">
                <a16:creationId xmlns:a16="http://schemas.microsoft.com/office/drawing/2014/main" id="{6D9C1CC2-968E-4601-8404-1B83223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DEMOGRAPHICS · URBAN SHARE</a:t>
            </a:r>
          </a:p>
        </p:txBody>
      </p:sp>
      <p:sp>
        <p:nvSpPr>
          <p:cNvPr id="2" name="outcome-178-title">
            <a:extLst xmlns:a="http://schemas.openxmlformats.org/drawingml/2006/main">
              <a:ext uri="{FF2B5EF4-FFF2-40B4-BE49-F238E27FC236}">
                <a16:creationId xmlns:a16="http://schemas.microsoft.com/office/drawing/2014/main" id="{6E817F05-33BA-494C-8BDF-7BE9E99F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FA956-CCE7-4D38-8874-C8D8F271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42e3425b54949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8-table-label">
            <a:extLst xmlns:a="http://schemas.openxmlformats.org/drawingml/2006/main">
              <a:ext uri="{FF2B5EF4-FFF2-40B4-BE49-F238E27FC236}">
                <a16:creationId xmlns:a16="http://schemas.microsoft.com/office/drawing/2014/main" id="{BAAAE3D6-89DB-4842-85EA-C36A80A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0.311 (0.206)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 (0.191)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0.546 (0.228)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0.69 (0.171)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0.626 (0.214)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0.781 (0.137)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0.676 (0.201)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0.806 (0.123)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78-note">
            <a:extLst xmlns:a="http://schemas.openxmlformats.org/drawingml/2006/main">
              <a:ext uri="{FF2B5EF4-FFF2-40B4-BE49-F238E27FC236}">
                <a16:creationId xmlns:a16="http://schemas.microsoft.com/office/drawing/2014/main" id="{80040626-F79A-48CB-BB31-565E238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8">
            <a:extLst xmlns:a="http://schemas.openxmlformats.org/drawingml/2006/main">
              <a:ext uri="{FF2B5EF4-FFF2-40B4-BE49-F238E27FC236}">
                <a16:creationId xmlns:a16="http://schemas.microsoft.com/office/drawing/2014/main" id="{E0E8BFB7-6BF2-415F-8610-2326A835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Demographics</a:t>
            </a:r>
          </a:p>
        </p:txBody>
      </p:sp>
      <p:sp>
        <p:nvSpPr>
          <p:cNvPr id="9" name="footer-number-178">
            <a:extLst xmlns:a="http://schemas.openxmlformats.org/drawingml/2006/main">
              <a:ext uri="{FF2B5EF4-FFF2-40B4-BE49-F238E27FC236}">
                <a16:creationId xmlns:a16="http://schemas.microsoft.com/office/drawing/2014/main" id="{8D102BBC-97D7-49B5-8A70-42A195B1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178</a:t>
            </a:r>
          </a:p>
        </p:txBody>
      </p:sp>
    </p:spTree>
    <p:extLst>
      <p:ext uri="{BB962C8B-B14F-4D97-AF65-F5344CB8AC3E}">
        <p14:creationId xmlns:p14="http://schemas.microsoft.com/office/powerpoint/2010/main" val="2112132162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79-eyebrow">
            <a:extLst xmlns:a="http://schemas.openxmlformats.org/drawingml/2006/main">
              <a:ext uri="{FF2B5EF4-FFF2-40B4-BE49-F238E27FC236}">
                <a16:creationId xmlns:a16="http://schemas.microsoft.com/office/drawing/2014/main" id="{3B2829A7-C36A-4816-B6A6-16573163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AGE COMPOSITION · MEAN AGE</a:t>
            </a:r>
          </a:p>
        </p:txBody>
      </p:sp>
      <p:sp>
        <p:nvSpPr>
          <p:cNvPr id="2" name="outcome-179-title">
            <a:extLst xmlns:a="http://schemas.openxmlformats.org/drawingml/2006/main">
              <a:ext uri="{FF2B5EF4-FFF2-40B4-BE49-F238E27FC236}">
                <a16:creationId xmlns:a16="http://schemas.microsoft.com/office/drawing/2014/main" id="{9A0280EE-2B15-41C6-92EB-CADCD7A8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395AE-7172-42C3-890F-5D67536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568a711d2479b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79-table-label">
            <a:extLst xmlns:a="http://schemas.openxmlformats.org/drawingml/2006/main">
              <a:ext uri="{FF2B5EF4-FFF2-40B4-BE49-F238E27FC236}">
                <a16:creationId xmlns:a16="http://schemas.microsoft.com/office/drawing/2014/main" id="{B7428B8E-C413-4341-8725-33D1F7DB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21.9 (1.66)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21.5 (1.22)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23.6 (1.95)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23.2 (1.63)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25.8 (2.29)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25.5 (1.68)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28.4 (2.58)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28.2 (1.76)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 (2.89)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31.9 (2)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79-note">
            <a:extLst xmlns:a="http://schemas.openxmlformats.org/drawingml/2006/main">
              <a:ext uri="{FF2B5EF4-FFF2-40B4-BE49-F238E27FC236}">
                <a16:creationId xmlns:a16="http://schemas.microsoft.com/office/drawing/2014/main" id="{285E3F2F-9D17-45E5-A988-2D1C124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79">
            <a:extLst xmlns:a="http://schemas.openxmlformats.org/drawingml/2006/main">
              <a:ext uri="{FF2B5EF4-FFF2-40B4-BE49-F238E27FC236}">
                <a16:creationId xmlns:a16="http://schemas.microsoft.com/office/drawing/2014/main" id="{0861E5AE-A2CA-4400-BC45-00C3D0FB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Age composition</a:t>
            </a:r>
          </a:p>
        </p:txBody>
      </p:sp>
      <p:sp>
        <p:nvSpPr>
          <p:cNvPr id="9" name="footer-number-179">
            <a:extLst xmlns:a="http://schemas.openxmlformats.org/drawingml/2006/main">
              <a:ext uri="{FF2B5EF4-FFF2-40B4-BE49-F238E27FC236}">
                <a16:creationId xmlns:a16="http://schemas.microsoft.com/office/drawing/2014/main" id="{80BF7239-144F-4DB4-9478-E6F5BB6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1947649326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0-eyebrow">
            <a:extLst xmlns:a="http://schemas.openxmlformats.org/drawingml/2006/main">
              <a:ext uri="{FF2B5EF4-FFF2-40B4-BE49-F238E27FC236}">
                <a16:creationId xmlns:a16="http://schemas.microsoft.com/office/drawing/2014/main" id="{267CAC82-46E4-470E-ACA8-C517C704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AGE COMPOSITION · SHARE AGE 0 4</a:t>
            </a:r>
          </a:p>
        </p:txBody>
      </p:sp>
      <p:sp>
        <p:nvSpPr>
          <p:cNvPr id="2" name="outcome-180-title">
            <a:extLst xmlns:a="http://schemas.openxmlformats.org/drawingml/2006/main">
              <a:ext uri="{FF2B5EF4-FFF2-40B4-BE49-F238E27FC236}">
                <a16:creationId xmlns:a16="http://schemas.microsoft.com/office/drawing/2014/main" id="{FD16C7AD-5EB6-4EC1-9D9D-0C5FEC95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9026C-0FF8-4131-A5D1-C076C54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40a914a174b5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0-table-label">
            <a:extLst xmlns:a="http://schemas.openxmlformats.org/drawingml/2006/main">
              <a:ext uri="{FF2B5EF4-FFF2-40B4-BE49-F238E27FC236}">
                <a16:creationId xmlns:a16="http://schemas.microsoft.com/office/drawing/2014/main" id="{220EA78C-5DEB-4050-A36B-21A0DEFF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 (0.023)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0.161 (0.0201)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 (0.026)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0.139 (0.0209)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(0.0215)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(0.0135)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 (0.0198)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0.0952 (0.011)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0.0727 (0.0158)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0.0716 (0.00894)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80-note">
            <a:extLst xmlns:a="http://schemas.openxmlformats.org/drawingml/2006/main">
              <a:ext uri="{FF2B5EF4-FFF2-40B4-BE49-F238E27FC236}">
                <a16:creationId xmlns:a16="http://schemas.microsoft.com/office/drawing/2014/main" id="{1D6D117D-B611-4592-9E43-5B696B4C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0">
            <a:extLst xmlns:a="http://schemas.openxmlformats.org/drawingml/2006/main">
              <a:ext uri="{FF2B5EF4-FFF2-40B4-BE49-F238E27FC236}">
                <a16:creationId xmlns:a16="http://schemas.microsoft.com/office/drawing/2014/main" id="{209B88A5-E129-4ABC-A27B-DA2ADCA8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Age composition</a:t>
            </a:r>
          </a:p>
        </p:txBody>
      </p:sp>
      <p:sp>
        <p:nvSpPr>
          <p:cNvPr id="9" name="footer-number-180">
            <a:extLst xmlns:a="http://schemas.openxmlformats.org/drawingml/2006/main">
              <a:ext uri="{FF2B5EF4-FFF2-40B4-BE49-F238E27FC236}">
                <a16:creationId xmlns:a16="http://schemas.microsoft.com/office/drawing/2014/main" id="{2024B92F-42E6-45FA-A36F-8CFBA7CB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</p:spTree>
    <p:extLst>
      <p:ext uri="{BB962C8B-B14F-4D97-AF65-F5344CB8AC3E}">
        <p14:creationId xmlns:p14="http://schemas.microsoft.com/office/powerpoint/2010/main" val="1439339959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1-eyebrow">
            <a:extLst xmlns:a="http://schemas.openxmlformats.org/drawingml/2006/main">
              <a:ext uri="{FF2B5EF4-FFF2-40B4-BE49-F238E27FC236}">
                <a16:creationId xmlns:a16="http://schemas.microsoft.com/office/drawing/2014/main" id="{393963FF-853C-469C-A2CA-A485FD72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AGE COMPOSITION · SHARE AGE 15 24</a:t>
            </a:r>
          </a:p>
        </p:txBody>
      </p:sp>
      <p:sp>
        <p:nvSpPr>
          <p:cNvPr id="2" name="outcome-181-title">
            <a:extLst xmlns:a="http://schemas.openxmlformats.org/drawingml/2006/main">
              <a:ext uri="{FF2B5EF4-FFF2-40B4-BE49-F238E27FC236}">
                <a16:creationId xmlns:a16="http://schemas.microsoft.com/office/drawing/2014/main" id="{76DCEC5E-18B0-497F-A668-545C6B82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718CC-12D9-40A2-B32C-1DE095EB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a8ede118746e1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1-table-label">
            <a:extLst xmlns:a="http://schemas.openxmlformats.org/drawingml/2006/main">
              <a:ext uri="{FF2B5EF4-FFF2-40B4-BE49-F238E27FC236}">
                <a16:creationId xmlns:a16="http://schemas.microsoft.com/office/drawing/2014/main" id="{9C246163-08AC-4539-B898-728546B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 (0.0129)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0.203 (0.0182)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0.212 (0.0145)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0.193 (0.0137)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(0.011)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(0.0179)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(0.0132)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0.179 (0.0178)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0.175 (0.0132)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81-note">
            <a:extLst xmlns:a="http://schemas.openxmlformats.org/drawingml/2006/main">
              <a:ext uri="{FF2B5EF4-FFF2-40B4-BE49-F238E27FC236}">
                <a16:creationId xmlns:a16="http://schemas.microsoft.com/office/drawing/2014/main" id="{84DA7B0B-CF82-4790-94BA-5C5A049B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1">
            <a:extLst xmlns:a="http://schemas.openxmlformats.org/drawingml/2006/main">
              <a:ext uri="{FF2B5EF4-FFF2-40B4-BE49-F238E27FC236}">
                <a16:creationId xmlns:a16="http://schemas.microsoft.com/office/drawing/2014/main" id="{C9CB0219-3E7B-4C9D-B094-28F83E9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Age composition</a:t>
            </a:r>
          </a:p>
        </p:txBody>
      </p:sp>
      <p:sp>
        <p:nvSpPr>
          <p:cNvPr id="9" name="footer-number-181">
            <a:extLst xmlns:a="http://schemas.openxmlformats.org/drawingml/2006/main">
              <a:ext uri="{FF2B5EF4-FFF2-40B4-BE49-F238E27FC236}">
                <a16:creationId xmlns:a16="http://schemas.microsoft.com/office/drawing/2014/main" id="{0B5FB84C-D1AE-4BD0-B4E2-D34B0F46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</p:spTree>
    <p:extLst>
      <p:ext uri="{BB962C8B-B14F-4D97-AF65-F5344CB8AC3E}">
        <p14:creationId xmlns:p14="http://schemas.microsoft.com/office/powerpoint/2010/main" val="1630633089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2-eyebrow">
            <a:extLst xmlns:a="http://schemas.openxmlformats.org/drawingml/2006/main">
              <a:ext uri="{FF2B5EF4-FFF2-40B4-BE49-F238E27FC236}">
                <a16:creationId xmlns:a16="http://schemas.microsoft.com/office/drawing/2014/main" id="{CF4F6005-63B8-4903-AD97-792AC40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AGE COMPOSITION · SHARE AGE 25 64</a:t>
            </a:r>
          </a:p>
        </p:txBody>
      </p:sp>
      <p:sp>
        <p:nvSpPr>
          <p:cNvPr id="2" name="outcome-182-title">
            <a:extLst xmlns:a="http://schemas.openxmlformats.org/drawingml/2006/main">
              <a:ext uri="{FF2B5EF4-FFF2-40B4-BE49-F238E27FC236}">
                <a16:creationId xmlns:a16="http://schemas.microsoft.com/office/drawing/2014/main" id="{4D1F5EC1-50DC-4385-8C4D-36E8C7D3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2C264-418B-422A-A18B-1787BB92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02a720f984a91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2-table-label">
            <a:extLst xmlns:a="http://schemas.openxmlformats.org/drawingml/2006/main">
              <a:ext uri="{FF2B5EF4-FFF2-40B4-BE49-F238E27FC236}">
                <a16:creationId xmlns:a16="http://schemas.microsoft.com/office/drawing/2014/main" id="{4FD50640-451C-4C44-8A60-491B350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0.323 (0.0291)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0.328 (0.0207)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0.341 (0.0382)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 (0.0261)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0.386 (0.0534)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0.407 (0.0344)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0.426 (0.0547)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0.448 (0.0308)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0.487 (0.0478)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0.506 (0.0219)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82-note">
            <a:extLst xmlns:a="http://schemas.openxmlformats.org/drawingml/2006/main">
              <a:ext uri="{FF2B5EF4-FFF2-40B4-BE49-F238E27FC236}">
                <a16:creationId xmlns:a16="http://schemas.microsoft.com/office/drawing/2014/main" id="{CC1DB499-2D1B-49D8-85A6-EC4E6B46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2">
            <a:extLst xmlns:a="http://schemas.openxmlformats.org/drawingml/2006/main">
              <a:ext uri="{FF2B5EF4-FFF2-40B4-BE49-F238E27FC236}">
                <a16:creationId xmlns:a16="http://schemas.microsoft.com/office/drawing/2014/main" id="{9CE570D4-1D33-466E-AB65-8E7BC84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Age composition</a:t>
            </a:r>
          </a:p>
        </p:txBody>
      </p:sp>
      <p:sp>
        <p:nvSpPr>
          <p:cNvPr id="9" name="footer-number-182">
            <a:extLst xmlns:a="http://schemas.openxmlformats.org/drawingml/2006/main">
              <a:ext uri="{FF2B5EF4-FFF2-40B4-BE49-F238E27FC236}">
                <a16:creationId xmlns:a16="http://schemas.microsoft.com/office/drawing/2014/main" id="{2532091C-9CFC-4EA2-BD2B-6244D14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182</a:t>
            </a:r>
          </a:p>
        </p:txBody>
      </p:sp>
    </p:spTree>
    <p:extLst>
      <p:ext uri="{BB962C8B-B14F-4D97-AF65-F5344CB8AC3E}">
        <p14:creationId xmlns:p14="http://schemas.microsoft.com/office/powerpoint/2010/main" val="1068029718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3-eyebrow">
            <a:extLst xmlns:a="http://schemas.openxmlformats.org/drawingml/2006/main">
              <a:ext uri="{FF2B5EF4-FFF2-40B4-BE49-F238E27FC236}">
                <a16:creationId xmlns:a16="http://schemas.microsoft.com/office/drawing/2014/main" id="{EEEB0265-8BDC-4EDF-9909-AD363BCD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AGE COMPOSITION · SHARE AGE 5 14</a:t>
            </a:r>
          </a:p>
        </p:txBody>
      </p:sp>
      <p:sp>
        <p:nvSpPr>
          <p:cNvPr id="2" name="outcome-183-title">
            <a:extLst xmlns:a="http://schemas.openxmlformats.org/drawingml/2006/main">
              <a:ext uri="{FF2B5EF4-FFF2-40B4-BE49-F238E27FC236}">
                <a16:creationId xmlns:a16="http://schemas.microsoft.com/office/drawing/2014/main" id="{CCF30392-28A9-4BEE-9C8E-219383A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5B2F2-DBF3-4E08-A833-E28645DB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182bbf4124c4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3-table-label">
            <a:extLst xmlns:a="http://schemas.openxmlformats.org/drawingml/2006/main">
              <a:ext uri="{FF2B5EF4-FFF2-40B4-BE49-F238E27FC236}">
                <a16:creationId xmlns:a16="http://schemas.microsoft.com/office/drawing/2014/main" id="{FD1BD864-B395-4F0A-8BED-A9B06E0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0.286 (0.0199)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0.287 (0.0164)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(0.0288)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0.264 (0.0205)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(0.0357)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0.238 (0.0286)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0.213 (0.0321)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0.204 (0.0204)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0.176 (0.0308)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 (0.0187)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83-note">
            <a:extLst xmlns:a="http://schemas.openxmlformats.org/drawingml/2006/main">
              <a:ext uri="{FF2B5EF4-FFF2-40B4-BE49-F238E27FC236}">
                <a16:creationId xmlns:a16="http://schemas.microsoft.com/office/drawing/2014/main" id="{B7CDD6C7-AA7D-4911-AF52-8B08338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3">
            <a:extLst xmlns:a="http://schemas.openxmlformats.org/drawingml/2006/main">
              <a:ext uri="{FF2B5EF4-FFF2-40B4-BE49-F238E27FC236}">
                <a16:creationId xmlns:a16="http://schemas.microsoft.com/office/drawing/2014/main" id="{7FD44D03-BFAB-4C5E-8622-2AB1CCDC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Age composition</a:t>
            </a:r>
          </a:p>
        </p:txBody>
      </p:sp>
      <p:sp>
        <p:nvSpPr>
          <p:cNvPr id="9" name="footer-number-183">
            <a:extLst xmlns:a="http://schemas.openxmlformats.org/drawingml/2006/main">
              <a:ext uri="{FF2B5EF4-FFF2-40B4-BE49-F238E27FC236}">
                <a16:creationId xmlns:a16="http://schemas.microsoft.com/office/drawing/2014/main" id="{F76EFC7C-D7BC-4EE9-ACD7-3D82D411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480179075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4-eyebrow">
            <a:extLst xmlns:a="http://schemas.openxmlformats.org/drawingml/2006/main">
              <a:ext uri="{FF2B5EF4-FFF2-40B4-BE49-F238E27FC236}">
                <a16:creationId xmlns:a16="http://schemas.microsoft.com/office/drawing/2014/main" id="{2492801F-F2D7-46DA-BA42-CE4F6DB5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AGE COMPOSITION · SHARE AGE 65PLUS</a:t>
            </a:r>
          </a:p>
        </p:txBody>
      </p:sp>
      <p:sp>
        <p:nvSpPr>
          <p:cNvPr id="2" name="outcome-184-title">
            <a:extLst xmlns:a="http://schemas.openxmlformats.org/drawingml/2006/main">
              <a:ext uri="{FF2B5EF4-FFF2-40B4-BE49-F238E27FC236}">
                <a16:creationId xmlns:a16="http://schemas.microsoft.com/office/drawing/2014/main" id="{C4CCA21E-8BDC-43CF-9BF1-F19E36FB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D84D6-7475-4B3A-96E0-08D4B8E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b62a387704aa5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4-table-label">
            <a:extLst xmlns:a="http://schemas.openxmlformats.org/drawingml/2006/main">
              <a:ext uri="{FF2B5EF4-FFF2-40B4-BE49-F238E27FC236}">
                <a16:creationId xmlns:a16="http://schemas.microsoft.com/office/drawing/2014/main" id="{98479BB2-5D5E-4D99-A9DE-FA39CA2C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0.0312 (0.0105)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0.0247 (0.0071)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0.0444 (0.0131)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0.0345 (0.00931)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0.0545 (0.0153)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0.0405 (0.0104)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0.0676 (0.0174)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0.0566 (0.0133)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0.0864 (0.0219)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0.0771 (0.0185)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84-note">
            <a:extLst xmlns:a="http://schemas.openxmlformats.org/drawingml/2006/main">
              <a:ext uri="{FF2B5EF4-FFF2-40B4-BE49-F238E27FC236}">
                <a16:creationId xmlns:a16="http://schemas.microsoft.com/office/drawing/2014/main" id="{094B3A5E-77C5-4A65-B3FE-D037896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4">
            <a:extLst xmlns:a="http://schemas.openxmlformats.org/drawingml/2006/main">
              <a:ext uri="{FF2B5EF4-FFF2-40B4-BE49-F238E27FC236}">
                <a16:creationId xmlns:a16="http://schemas.microsoft.com/office/drawing/2014/main" id="{F1D23579-51BB-4CAD-8266-5C00CEFC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Age composition</a:t>
            </a:r>
          </a:p>
        </p:txBody>
      </p:sp>
      <p:sp>
        <p:nvSpPr>
          <p:cNvPr id="9" name="footer-number-184">
            <a:extLst xmlns:a="http://schemas.openxmlformats.org/drawingml/2006/main">
              <a:ext uri="{FF2B5EF4-FFF2-40B4-BE49-F238E27FC236}">
                <a16:creationId xmlns:a16="http://schemas.microsoft.com/office/drawing/2014/main" id="{989C36B7-BE51-4AF0-BB7F-9A3EC2D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184</a:t>
            </a:r>
          </a:p>
        </p:txBody>
      </p:sp>
    </p:spTree>
    <p:extLst>
      <p:ext uri="{BB962C8B-B14F-4D97-AF65-F5344CB8AC3E}">
        <p14:creationId xmlns:p14="http://schemas.microsoft.com/office/powerpoint/2010/main" val="1140775873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5-eyebrow">
            <a:extLst xmlns:a="http://schemas.openxmlformats.org/drawingml/2006/main">
              <a:ext uri="{FF2B5EF4-FFF2-40B4-BE49-F238E27FC236}">
                <a16:creationId xmlns:a16="http://schemas.microsoft.com/office/drawing/2014/main" id="{B07E0AA2-A4FB-495E-ADDE-DFE97ED1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AMC GDP PER CAPITA · GDP TOTAL PER CAPITA (CONSTANT 2010 R$)</a:t>
            </a:r>
          </a:p>
        </p:txBody>
      </p:sp>
      <p:sp>
        <p:nvSpPr>
          <p:cNvPr id="2" name="outcome-185-title">
            <a:extLst xmlns:a="http://schemas.openxmlformats.org/drawingml/2006/main">
              <a:ext uri="{FF2B5EF4-FFF2-40B4-BE49-F238E27FC236}">
                <a16:creationId xmlns:a16="http://schemas.microsoft.com/office/drawing/2014/main" id="{ADF4C0A5-0AEC-4317-B77F-AC503DE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BB93C-5C86-4EC9-BB5E-A6B56D40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9fb1277c74db4"/>
          <a:stretch xmlns:a="http://schemas.openxmlformats.org/drawingml/2006/main"/>
        </p:blipFill>
        <p:spPr>
          <a:xfrm xmlns:a="http://schemas.openxmlformats.org/drawingml/2006/main">
            <a:off x="754286" y="1600200"/>
            <a:ext cx="5978079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5-table-label">
            <a:extLst xmlns:a="http://schemas.openxmlformats.org/drawingml/2006/main">
              <a:ext uri="{FF2B5EF4-FFF2-40B4-BE49-F238E27FC236}">
                <a16:creationId xmlns:a16="http://schemas.microsoft.com/office/drawing/2014/main" id="{086EB792-13B0-4475-AE95-0D6FE224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4.01k (22.3k)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4.10k (2.37k)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8.07k (19.0k)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9.40k (3.96k)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9.23k (10.9k)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12.9k (9.64k)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12.6k (13.7k)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17.1k (8.77k)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85-note">
            <a:extLst xmlns:a="http://schemas.openxmlformats.org/drawingml/2006/main">
              <a:ext uri="{FF2B5EF4-FFF2-40B4-BE49-F238E27FC236}">
                <a16:creationId xmlns:a16="http://schemas.microsoft.com/office/drawing/2014/main" id="{3B0BC274-47B3-4DC7-B798-C197FAB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5">
            <a:extLst xmlns:a="http://schemas.openxmlformats.org/drawingml/2006/main">
              <a:ext uri="{FF2B5EF4-FFF2-40B4-BE49-F238E27FC236}">
                <a16:creationId xmlns:a16="http://schemas.microsoft.com/office/drawing/2014/main" id="{6A67EA33-7C7E-4C5C-8ABB-49BDC03B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AMC GDP per capita</a:t>
            </a:r>
          </a:p>
        </p:txBody>
      </p:sp>
      <p:sp>
        <p:nvSpPr>
          <p:cNvPr id="9" name="footer-number-185">
            <a:extLst xmlns:a="http://schemas.openxmlformats.org/drawingml/2006/main">
              <a:ext uri="{FF2B5EF4-FFF2-40B4-BE49-F238E27FC236}">
                <a16:creationId xmlns:a16="http://schemas.microsoft.com/office/drawing/2014/main" id="{211EFF0C-8630-48D3-BCB0-81D791D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185</a:t>
            </a:r>
          </a:p>
        </p:txBody>
      </p:sp>
    </p:spTree>
    <p:extLst>
      <p:ext uri="{BB962C8B-B14F-4D97-AF65-F5344CB8AC3E}">
        <p14:creationId xmlns:p14="http://schemas.microsoft.com/office/powerpoint/2010/main" val="1913207897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6-eyebrow">
            <a:extLst xmlns:a="http://schemas.openxmlformats.org/drawingml/2006/main">
              <a:ext uri="{FF2B5EF4-FFF2-40B4-BE49-F238E27FC236}">
                <a16:creationId xmlns:a16="http://schemas.microsoft.com/office/drawing/2014/main" id="{006C8FD9-2DBA-4B69-BEAF-7DCA4F3B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AMC GDP PER CAPITA · INDUSTRY VALUE ADDED PER CAPITA (CONSTANT 2010 R$)</a:t>
            </a:r>
          </a:p>
        </p:txBody>
      </p:sp>
      <p:sp>
        <p:nvSpPr>
          <p:cNvPr id="2" name="outcome-186-title">
            <a:extLst xmlns:a="http://schemas.openxmlformats.org/drawingml/2006/main">
              <a:ext uri="{FF2B5EF4-FFF2-40B4-BE49-F238E27FC236}">
                <a16:creationId xmlns:a16="http://schemas.microsoft.com/office/drawing/2014/main" id="{028E479E-6E63-458D-9A0B-337ADC0D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AD57C-6793-4A6B-8710-F59FA542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984954bea444f"/>
          <a:stretch xmlns:a="http://schemas.openxmlformats.org/drawingml/2006/main"/>
        </p:blipFill>
        <p:spPr>
          <a:xfrm xmlns:a="http://schemas.openxmlformats.org/drawingml/2006/main">
            <a:off x="516142" y="1600200"/>
            <a:ext cx="6454366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6-table-label">
            <a:extLst xmlns:a="http://schemas.openxmlformats.org/drawingml/2006/main">
              <a:ext uri="{FF2B5EF4-FFF2-40B4-BE49-F238E27FC236}">
                <a16:creationId xmlns:a16="http://schemas.microsoft.com/office/drawing/2014/main" id="{7629363A-276B-43B0-A7D0-D756FB7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1.27k (20.8k)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844 (1.52k)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2.53k (9.77k)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1.95k (2.53k)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2.14k (5.69k)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3.17k (6.45k)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2.93k (8.21k)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4.37k (7.03k)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86-note">
            <a:extLst xmlns:a="http://schemas.openxmlformats.org/drawingml/2006/main">
              <a:ext uri="{FF2B5EF4-FFF2-40B4-BE49-F238E27FC236}">
                <a16:creationId xmlns:a16="http://schemas.microsoft.com/office/drawing/2014/main" id="{56FBD304-59B8-4872-83F4-ADAD04B6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6">
            <a:extLst xmlns:a="http://schemas.openxmlformats.org/drawingml/2006/main">
              <a:ext uri="{FF2B5EF4-FFF2-40B4-BE49-F238E27FC236}">
                <a16:creationId xmlns:a16="http://schemas.microsoft.com/office/drawing/2014/main" id="{2D4319A3-4174-4075-9D36-81E36BD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AMC GDP per capita</a:t>
            </a:r>
          </a:p>
        </p:txBody>
      </p:sp>
      <p:sp>
        <p:nvSpPr>
          <p:cNvPr id="9" name="footer-number-186">
            <a:extLst xmlns:a="http://schemas.openxmlformats.org/drawingml/2006/main">
              <a:ext uri="{FF2B5EF4-FFF2-40B4-BE49-F238E27FC236}">
                <a16:creationId xmlns:a16="http://schemas.microsoft.com/office/drawing/2014/main" id="{F0175267-CCA8-4843-BFB7-FCB0377E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186</a:t>
            </a:r>
          </a:p>
        </p:txBody>
      </p:sp>
    </p:spTree>
    <p:extLst>
      <p:ext uri="{BB962C8B-B14F-4D97-AF65-F5344CB8AC3E}">
        <p14:creationId xmlns:p14="http://schemas.microsoft.com/office/powerpoint/2010/main" val="1976840839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7-eyebrow">
            <a:extLst xmlns:a="http://schemas.openxmlformats.org/drawingml/2006/main">
              <a:ext uri="{FF2B5EF4-FFF2-40B4-BE49-F238E27FC236}">
                <a16:creationId xmlns:a16="http://schemas.microsoft.com/office/drawing/2014/main" id="{DA114CBC-CE3C-40F7-A4CB-A7A2C730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AMC GDP PER CAPITA · PRIVATE-SERVICES VALUE ADDED PER CAPITA (CONSTANT 2010 R$)</a:t>
            </a:r>
          </a:p>
        </p:txBody>
      </p:sp>
      <p:sp>
        <p:nvSpPr>
          <p:cNvPr id="2" name="outcome-187-title">
            <a:extLst xmlns:a="http://schemas.openxmlformats.org/drawingml/2006/main">
              <a:ext uri="{FF2B5EF4-FFF2-40B4-BE49-F238E27FC236}">
                <a16:creationId xmlns:a16="http://schemas.microsoft.com/office/drawing/2014/main" id="{CAE9D736-5C04-4A8E-B3C7-0F3D1A0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91C87-A124-4D5B-9F59-637B756F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8b6f6c0fb43e1"/>
          <a:stretch xmlns:a="http://schemas.openxmlformats.org/drawingml/2006/main"/>
        </p:blipFill>
        <p:spPr>
          <a:xfrm xmlns:a="http://schemas.openxmlformats.org/drawingml/2006/main">
            <a:off x="266700" y="1601529"/>
            <a:ext cx="6953250" cy="4493143"/>
          </a:xfrm>
          <a:prstGeom xmlns:a="http://schemas.openxmlformats.org/drawingml/2006/main" prst="rect">
            <a:avLst/>
          </a:prstGeom>
        </p:spPr>
      </p:pic>
      <p:sp>
        <p:nvSpPr>
          <p:cNvPr id="5" name="outcome-187-table-label">
            <a:extLst xmlns:a="http://schemas.openxmlformats.org/drawingml/2006/main">
              <a:ext uri="{FF2B5EF4-FFF2-40B4-BE49-F238E27FC236}">
                <a16:creationId xmlns:a16="http://schemas.microsoft.com/office/drawing/2014/main" id="{10A29977-7FA5-410B-A531-AD58D1F9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1.33k (1.91k)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1.70k (1.22k)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2.61k (9.70k)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3.32k (2.05k)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3.12k (4.26k)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3.41k (1.75k)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3.88k (4.32k)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4.75k (2.33k)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87-note">
            <a:extLst xmlns:a="http://schemas.openxmlformats.org/drawingml/2006/main">
              <a:ext uri="{FF2B5EF4-FFF2-40B4-BE49-F238E27FC236}">
                <a16:creationId xmlns:a16="http://schemas.microsoft.com/office/drawing/2014/main" id="{3DDD8CFC-69EA-476A-BBB4-36C46DCA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7">
            <a:extLst xmlns:a="http://schemas.openxmlformats.org/drawingml/2006/main">
              <a:ext uri="{FF2B5EF4-FFF2-40B4-BE49-F238E27FC236}">
                <a16:creationId xmlns:a16="http://schemas.microsoft.com/office/drawing/2014/main" id="{8578B691-6ACE-465C-800D-167D9CCF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AMC GDP per capita</a:t>
            </a:r>
          </a:p>
        </p:txBody>
      </p:sp>
      <p:sp>
        <p:nvSpPr>
          <p:cNvPr id="9" name="footer-number-187">
            <a:extLst xmlns:a="http://schemas.openxmlformats.org/drawingml/2006/main">
              <a:ext uri="{FF2B5EF4-FFF2-40B4-BE49-F238E27FC236}">
                <a16:creationId xmlns:a16="http://schemas.microsoft.com/office/drawing/2014/main" id="{1722C9B1-A696-4CEF-8F2F-BB504AD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187</a:t>
            </a:r>
          </a:p>
        </p:txBody>
      </p:sp>
    </p:spTree>
    <p:extLst>
      <p:ext uri="{BB962C8B-B14F-4D97-AF65-F5344CB8AC3E}">
        <p14:creationId xmlns:p14="http://schemas.microsoft.com/office/powerpoint/2010/main" val="918566241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8-eyebrow">
            <a:extLst xmlns:a="http://schemas.openxmlformats.org/drawingml/2006/main">
              <a:ext uri="{FF2B5EF4-FFF2-40B4-BE49-F238E27FC236}">
                <a16:creationId xmlns:a16="http://schemas.microsoft.com/office/drawing/2014/main" id="{F171FB57-EEB3-4582-A083-9164CC6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AMC GDP PER CAPITA · PUBLIC-ADMINISTRATION VALUE ADDED PER CAPITA (CONSTANT 2010 R$)</a:t>
            </a:r>
          </a:p>
        </p:txBody>
      </p:sp>
      <p:sp>
        <p:nvSpPr>
          <p:cNvPr id="2" name="outcome-188-title">
            <a:extLst xmlns:a="http://schemas.openxmlformats.org/drawingml/2006/main">
              <a:ext uri="{FF2B5EF4-FFF2-40B4-BE49-F238E27FC236}">
                <a16:creationId xmlns:a16="http://schemas.microsoft.com/office/drawing/2014/main" id="{A1919B82-6331-4E18-ABE4-6702FD0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012AD-DC0F-43C3-9225-6469BB9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2329793d049f2"/>
          <a:stretch xmlns:a="http://schemas.openxmlformats.org/drawingml/2006/main"/>
        </p:blipFill>
        <p:spPr>
          <a:xfrm xmlns:a="http://schemas.openxmlformats.org/drawingml/2006/main">
            <a:off x="266700" y="1708313"/>
            <a:ext cx="6953250" cy="4279575"/>
          </a:xfrm>
          <a:prstGeom xmlns:a="http://schemas.openxmlformats.org/drawingml/2006/main" prst="rect">
            <a:avLst/>
          </a:prstGeom>
        </p:spPr>
      </p:pic>
      <p:sp>
        <p:nvSpPr>
          <p:cNvPr id="5" name="outcome-188-table-label">
            <a:extLst xmlns:a="http://schemas.openxmlformats.org/drawingml/2006/main">
              <a:ext uri="{FF2B5EF4-FFF2-40B4-BE49-F238E27FC236}">
                <a16:creationId xmlns:a16="http://schemas.microsoft.com/office/drawing/2014/main" id="{55094FFA-A1D5-46BA-A3F5-3D4026E0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210 (338)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236 (249)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333 (385)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481 (813)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1.60k (622)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1.63k (290)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2.55k (687)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2.66k (467)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88-note">
            <a:extLst xmlns:a="http://schemas.openxmlformats.org/drawingml/2006/main">
              <a:ext uri="{FF2B5EF4-FFF2-40B4-BE49-F238E27FC236}">
                <a16:creationId xmlns:a16="http://schemas.microsoft.com/office/drawing/2014/main" id="{51FFED51-675C-447C-B6B2-0438AA4B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8">
            <a:extLst xmlns:a="http://schemas.openxmlformats.org/drawingml/2006/main">
              <a:ext uri="{FF2B5EF4-FFF2-40B4-BE49-F238E27FC236}">
                <a16:creationId xmlns:a16="http://schemas.microsoft.com/office/drawing/2014/main" id="{46162663-BBF5-4D91-B43E-E2C13E7C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AMC GDP per capita</a:t>
            </a:r>
          </a:p>
        </p:txBody>
      </p:sp>
      <p:sp>
        <p:nvSpPr>
          <p:cNvPr id="9" name="footer-number-188">
            <a:extLst xmlns:a="http://schemas.openxmlformats.org/drawingml/2006/main">
              <a:ext uri="{FF2B5EF4-FFF2-40B4-BE49-F238E27FC236}">
                <a16:creationId xmlns:a16="http://schemas.microsoft.com/office/drawing/2014/main" id="{98E77B8D-5E53-4594-85B9-564C2544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188</a:t>
            </a:r>
          </a:p>
        </p:txBody>
      </p:sp>
    </p:spTree>
    <p:extLst>
      <p:ext uri="{BB962C8B-B14F-4D97-AF65-F5344CB8AC3E}">
        <p14:creationId xmlns:p14="http://schemas.microsoft.com/office/powerpoint/2010/main" val="1133514240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89-eyebrow">
            <a:extLst xmlns:a="http://schemas.openxmlformats.org/drawingml/2006/main">
              <a:ext uri="{FF2B5EF4-FFF2-40B4-BE49-F238E27FC236}">
                <a16:creationId xmlns:a16="http://schemas.microsoft.com/office/drawing/2014/main" id="{207D53C2-3FA3-4EEA-B1A2-6C5D362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AMC · AMC GDP PER CAPITA · AGRICULTURE VALUE ADDED PER CAPITA (CONSTANT 2010 R$)</a:t>
            </a:r>
          </a:p>
        </p:txBody>
      </p:sp>
      <p:sp>
        <p:nvSpPr>
          <p:cNvPr id="2" name="outcome-189-title">
            <a:extLst xmlns:a="http://schemas.openxmlformats.org/drawingml/2006/main">
              <a:ext uri="{FF2B5EF4-FFF2-40B4-BE49-F238E27FC236}">
                <a16:creationId xmlns:a16="http://schemas.microsoft.com/office/drawing/2014/main" id="{65365D03-6938-454F-925E-83885DF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08469-5F9F-4909-8ECA-8E0D1B02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5e1ee19b24cb8"/>
          <a:stretch xmlns:a="http://schemas.openxmlformats.org/drawingml/2006/main"/>
        </p:blipFill>
        <p:spPr>
          <a:xfrm xmlns:a="http://schemas.openxmlformats.org/drawingml/2006/main">
            <a:off x="427116" y="1600200"/>
            <a:ext cx="663241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189-table-label">
            <a:extLst xmlns:a="http://schemas.openxmlformats.org/drawingml/2006/main">
              <a:ext uri="{FF2B5EF4-FFF2-40B4-BE49-F238E27FC236}">
                <a16:creationId xmlns:a16="http://schemas.microsoft.com/office/drawing/2014/main" id="{0751298E-6EC6-4D6C-8FAB-EA7A6F34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1.40k (2.83k)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1.55k (1.11k)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2.93k (2.61k)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4.13k (3.07k)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1.65k (1.97k)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3.88k (3.83k)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2.00k (2.42k)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4.35k (7.06k)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89-note">
            <a:extLst xmlns:a="http://schemas.openxmlformats.org/drawingml/2006/main">
              <a:ext uri="{FF2B5EF4-FFF2-40B4-BE49-F238E27FC236}">
                <a16:creationId xmlns:a16="http://schemas.microsoft.com/office/drawing/2014/main" id="{9214B072-D944-4F79-BA86-96CAB3F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89">
            <a:extLst xmlns:a="http://schemas.openxmlformats.org/drawingml/2006/main">
              <a:ext uri="{FF2B5EF4-FFF2-40B4-BE49-F238E27FC236}">
                <a16:creationId xmlns:a16="http://schemas.microsoft.com/office/drawing/2014/main" id="{FEC72E1D-3006-4E44-A824-B262C1D6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AMC GDP per capita</a:t>
            </a:r>
          </a:p>
        </p:txBody>
      </p:sp>
      <p:sp>
        <p:nvSpPr>
          <p:cNvPr id="9" name="footer-number-189">
            <a:extLst xmlns:a="http://schemas.openxmlformats.org/drawingml/2006/main">
              <a:ext uri="{FF2B5EF4-FFF2-40B4-BE49-F238E27FC236}">
                <a16:creationId xmlns:a16="http://schemas.microsoft.com/office/drawing/2014/main" id="{ED3BC040-BB4A-49F5-9222-ABAB44A4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189</a:t>
            </a:r>
          </a:p>
        </p:txBody>
      </p:sp>
    </p:spTree>
    <p:extLst>
      <p:ext uri="{BB962C8B-B14F-4D97-AF65-F5344CB8AC3E}">
        <p14:creationId xmlns:p14="http://schemas.microsoft.com/office/powerpoint/2010/main" val="36434092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0-eyebrow">
            <a:extLst xmlns:a="http://schemas.openxmlformats.org/drawingml/2006/main">
              <a:ext uri="{FF2B5EF4-FFF2-40B4-BE49-F238E27FC236}">
                <a16:creationId xmlns:a16="http://schemas.microsoft.com/office/drawing/2014/main" id="{E890466D-83AD-4988-A6EF-37545F5D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LEVELS · GDP TOTAL (CONSTANT 2010 R$ THOUSAND)</a:t>
            </a:r>
          </a:p>
        </p:txBody>
      </p:sp>
      <p:sp>
        <p:nvSpPr>
          <p:cNvPr id="2" name="outcome-190-title">
            <a:extLst xmlns:a="http://schemas.openxmlformats.org/drawingml/2006/main">
              <a:ext uri="{FF2B5EF4-FFF2-40B4-BE49-F238E27FC236}">
                <a16:creationId xmlns:a16="http://schemas.microsoft.com/office/drawing/2014/main" id="{9720F0C6-0C5B-44C8-A399-828C5549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7F5D8-FCF7-4740-9A76-EA991C1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2e797293e48c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0-table-label">
            <a:extLst xmlns:a="http://schemas.openxmlformats.org/drawingml/2006/main">
              <a:ext uri="{FF2B5EF4-FFF2-40B4-BE49-F238E27FC236}">
                <a16:creationId xmlns:a16="http://schemas.microsoft.com/office/drawing/2014/main" id="{2A08EF99-D939-4908-96DF-C829426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130k (1.59m)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98.8k (166k)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179k (2.64m)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120k (242k)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306k (4.22m)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218k (497k)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438k (5.34m)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347k (838k)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477k (4.98m)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433k (1.14m)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427k (5.55m)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503k (1.60m)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482k (5.88m)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619k (1.80m)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553k (6.13m)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749k (2.11m)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674k (7.24m)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990k (2.91m)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0-note">
            <a:extLst xmlns:a="http://schemas.openxmlformats.org/drawingml/2006/main">
              <a:ext uri="{FF2B5EF4-FFF2-40B4-BE49-F238E27FC236}">
                <a16:creationId xmlns:a16="http://schemas.microsoft.com/office/drawing/2014/main" id="{B395DD34-0A1F-4BE2-8AE9-10E52DE8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0">
            <a:extLst xmlns:a="http://schemas.openxmlformats.org/drawingml/2006/main">
              <a:ext uri="{FF2B5EF4-FFF2-40B4-BE49-F238E27FC236}">
                <a16:creationId xmlns:a16="http://schemas.microsoft.com/office/drawing/2014/main" id="{6BA2BE9D-47EE-4E14-B778-55A0E6B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levels</a:t>
            </a:r>
          </a:p>
        </p:txBody>
      </p:sp>
      <p:sp>
        <p:nvSpPr>
          <p:cNvPr id="9" name="footer-number-190">
            <a:extLst xmlns:a="http://schemas.openxmlformats.org/drawingml/2006/main">
              <a:ext uri="{FF2B5EF4-FFF2-40B4-BE49-F238E27FC236}">
                <a16:creationId xmlns:a16="http://schemas.microsoft.com/office/drawing/2014/main" id="{24BF461B-B5CE-41AC-B897-D988D17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</p:spTree>
    <p:extLst>
      <p:ext uri="{BB962C8B-B14F-4D97-AF65-F5344CB8AC3E}">
        <p14:creationId xmlns:p14="http://schemas.microsoft.com/office/powerpoint/2010/main" val="722220538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1-eyebrow">
            <a:extLst xmlns:a="http://schemas.openxmlformats.org/drawingml/2006/main">
              <a:ext uri="{FF2B5EF4-FFF2-40B4-BE49-F238E27FC236}">
                <a16:creationId xmlns:a16="http://schemas.microsoft.com/office/drawing/2014/main" id="{39C0B0D8-643F-4C01-836D-698CF28B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LEVELS · INDUSTRY VALUE ADDED (CONSTANT 2010 R$ THOUSAND)</a:t>
            </a:r>
          </a:p>
        </p:txBody>
      </p:sp>
      <p:sp>
        <p:nvSpPr>
          <p:cNvPr id="2" name="outcome-191-title">
            <a:extLst xmlns:a="http://schemas.openxmlformats.org/drawingml/2006/main">
              <a:ext uri="{FF2B5EF4-FFF2-40B4-BE49-F238E27FC236}">
                <a16:creationId xmlns:a16="http://schemas.microsoft.com/office/drawing/2014/main" id="{6D08A5F8-32D8-4E8D-9DDA-89B8D243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6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430CD-DBC1-491F-980C-79C5468B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a3eced21042cc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1-table-label">
            <a:extLst xmlns:a="http://schemas.openxmlformats.org/drawingml/2006/main">
              <a:ext uri="{FF2B5EF4-FFF2-40B4-BE49-F238E27FC236}">
                <a16:creationId xmlns:a16="http://schemas.microsoft.com/office/drawing/2014/main" id="{8250224A-0463-4261-B5C4-F183CD63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45.3k (724k)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14.6k (30.6k)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64.3k (1.13m)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25.1k (63.9k)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124k (2.01m)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43.3k (118k)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180k (2.23m)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91.2k (274k)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203k (2.19m)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105k (318k)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141k (1.87m)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140k (630k)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116k (1.24m)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133k (405k)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135k (1.04m)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158k (413k)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161k (1.16m)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255k (828k)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1-note">
            <a:extLst xmlns:a="http://schemas.openxmlformats.org/drawingml/2006/main">
              <a:ext uri="{FF2B5EF4-FFF2-40B4-BE49-F238E27FC236}">
                <a16:creationId xmlns:a16="http://schemas.microsoft.com/office/drawing/2014/main" id="{7B57A5AB-61B7-48EE-A303-1573993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1">
            <a:extLst xmlns:a="http://schemas.openxmlformats.org/drawingml/2006/main">
              <a:ext uri="{FF2B5EF4-FFF2-40B4-BE49-F238E27FC236}">
                <a16:creationId xmlns:a16="http://schemas.microsoft.com/office/drawing/2014/main" id="{D2259A3B-8022-491F-B2C4-94EA2EA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levels</a:t>
            </a:r>
          </a:p>
        </p:txBody>
      </p:sp>
      <p:sp>
        <p:nvSpPr>
          <p:cNvPr id="9" name="footer-number-191">
            <a:extLst xmlns:a="http://schemas.openxmlformats.org/drawingml/2006/main">
              <a:ext uri="{FF2B5EF4-FFF2-40B4-BE49-F238E27FC236}">
                <a16:creationId xmlns:a16="http://schemas.microsoft.com/office/drawing/2014/main" id="{1457599F-DB8C-43C3-8F6E-CA1AD72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191</a:t>
            </a:r>
          </a:p>
        </p:txBody>
      </p:sp>
    </p:spTree>
    <p:extLst>
      <p:ext uri="{BB962C8B-B14F-4D97-AF65-F5344CB8AC3E}">
        <p14:creationId xmlns:p14="http://schemas.microsoft.com/office/powerpoint/2010/main" val="1407295706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2-eyebrow">
            <a:extLst xmlns:a="http://schemas.openxmlformats.org/drawingml/2006/main">
              <a:ext uri="{FF2B5EF4-FFF2-40B4-BE49-F238E27FC236}">
                <a16:creationId xmlns:a16="http://schemas.microsoft.com/office/drawing/2014/main" id="{9078169A-AA23-414B-943F-0569D95C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LEVELS · PRIVATE-SERVICES VALUE ADDED (CONSTANT 2010 R$ THOUSAND)</a:t>
            </a:r>
          </a:p>
        </p:txBody>
      </p:sp>
      <p:sp>
        <p:nvSpPr>
          <p:cNvPr id="2" name="outcome-192-title">
            <a:extLst xmlns:a="http://schemas.openxmlformats.org/drawingml/2006/main">
              <a:ext uri="{FF2B5EF4-FFF2-40B4-BE49-F238E27FC236}">
                <a16:creationId xmlns:a16="http://schemas.microsoft.com/office/drawing/2014/main" id="{96C382F3-9A82-4A7E-8461-85AADF6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3977D-2416-4E19-895A-7EDD2A4E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e159b1c4e41d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2-table-label">
            <a:extLst xmlns:a="http://schemas.openxmlformats.org/drawingml/2006/main">
              <a:ext uri="{FF2B5EF4-FFF2-40B4-BE49-F238E27FC236}">
                <a16:creationId xmlns:a16="http://schemas.microsoft.com/office/drawing/2014/main" id="{F25846F2-071B-41B3-8485-13D79A37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66.6k (959k)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61.1k (128k)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93.9k (1.56m)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66.7k (162k)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149k (2.30m)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131k (355k)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214k (3.18m)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180k (556k)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222k (2.88m)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247k (797k)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253k (3.75m)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271k (1.02m)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216k (3.20m)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260k (885k)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238k (3.45m)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308k (989k)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304k (4.31m)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413k (1.36m)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2-note">
            <a:extLst xmlns:a="http://schemas.openxmlformats.org/drawingml/2006/main">
              <a:ext uri="{FF2B5EF4-FFF2-40B4-BE49-F238E27FC236}">
                <a16:creationId xmlns:a16="http://schemas.microsoft.com/office/drawing/2014/main" id="{C77C0809-589C-482F-A24A-312815E4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2">
            <a:extLst xmlns:a="http://schemas.openxmlformats.org/drawingml/2006/main">
              <a:ext uri="{FF2B5EF4-FFF2-40B4-BE49-F238E27FC236}">
                <a16:creationId xmlns:a16="http://schemas.microsoft.com/office/drawing/2014/main" id="{5846958C-54D7-4A3A-9287-AE34228B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levels</a:t>
            </a:r>
          </a:p>
        </p:txBody>
      </p:sp>
      <p:sp>
        <p:nvSpPr>
          <p:cNvPr id="9" name="footer-number-192">
            <a:extLst xmlns:a="http://schemas.openxmlformats.org/drawingml/2006/main">
              <a:ext uri="{FF2B5EF4-FFF2-40B4-BE49-F238E27FC236}">
                <a16:creationId xmlns:a16="http://schemas.microsoft.com/office/drawing/2014/main" id="{DDB7E315-0DCA-4CBE-98B3-D529C98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</p:spTree>
    <p:extLst>
      <p:ext uri="{BB962C8B-B14F-4D97-AF65-F5344CB8AC3E}">
        <p14:creationId xmlns:p14="http://schemas.microsoft.com/office/powerpoint/2010/main" val="1087690607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3-eyebrow">
            <a:extLst xmlns:a="http://schemas.openxmlformats.org/drawingml/2006/main">
              <a:ext uri="{FF2B5EF4-FFF2-40B4-BE49-F238E27FC236}">
                <a16:creationId xmlns:a16="http://schemas.microsoft.com/office/drawing/2014/main" id="{8D581FAA-5977-4FF2-A67A-B31B5AE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LEVELS · PUBLIC-ADMINISTRATION VALUE ADDED (CONSTANT 2010 R$ THOUSAND)</a:t>
            </a:r>
          </a:p>
        </p:txBody>
      </p:sp>
      <p:sp>
        <p:nvSpPr>
          <p:cNvPr id="2" name="outcome-193-title">
            <a:extLst xmlns:a="http://schemas.openxmlformats.org/drawingml/2006/main">
              <a:ext uri="{FF2B5EF4-FFF2-40B4-BE49-F238E27FC236}">
                <a16:creationId xmlns:a16="http://schemas.microsoft.com/office/drawing/2014/main" id="{5580BD06-66C7-4964-BB3E-9D833F9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F27E5-31A9-4655-A7F0-FE0683AC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17f2e3ebd4eec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93-table-label">
            <a:extLst xmlns:a="http://schemas.openxmlformats.org/drawingml/2006/main">
              <a:ext uri="{FF2B5EF4-FFF2-40B4-BE49-F238E27FC236}">
                <a16:creationId xmlns:a16="http://schemas.microsoft.com/office/drawing/2014/main" id="{61013548-32B3-420B-B6AB-86A4974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16.5k (263k)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9.74k (30.4k)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23.0k (338k)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14.9k (49.9k)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28.0k (377k)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25.5k (101k)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34.3k (433k)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19.0k (54.3k)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64.6k (718k)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89.2k (382k)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62.4k (824k)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68.9k (184k)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76.0k (753k)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99.7k (272k)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96.3k (923k)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131k (370k)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93-note">
            <a:extLst xmlns:a="http://schemas.openxmlformats.org/drawingml/2006/main">
              <a:ext uri="{FF2B5EF4-FFF2-40B4-BE49-F238E27FC236}">
                <a16:creationId xmlns:a16="http://schemas.microsoft.com/office/drawing/2014/main" id="{98F433BF-6266-4729-9AC4-DCC328E3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3">
            <a:extLst xmlns:a="http://schemas.openxmlformats.org/drawingml/2006/main">
              <a:ext uri="{FF2B5EF4-FFF2-40B4-BE49-F238E27FC236}">
                <a16:creationId xmlns:a16="http://schemas.microsoft.com/office/drawing/2014/main" id="{00CD50CF-EB8B-4672-8901-3CC480B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levels</a:t>
            </a:r>
          </a:p>
        </p:txBody>
      </p:sp>
      <p:sp>
        <p:nvSpPr>
          <p:cNvPr id="9" name="footer-number-193">
            <a:extLst xmlns:a="http://schemas.openxmlformats.org/drawingml/2006/main">
              <a:ext uri="{FF2B5EF4-FFF2-40B4-BE49-F238E27FC236}">
                <a16:creationId xmlns:a16="http://schemas.microsoft.com/office/drawing/2014/main" id="{EAF161B9-EE04-475E-A2B0-87BF8D5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1070480985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4-eyebrow">
            <a:extLst xmlns:a="http://schemas.openxmlformats.org/drawingml/2006/main">
              <a:ext uri="{FF2B5EF4-FFF2-40B4-BE49-F238E27FC236}">
                <a16:creationId xmlns:a16="http://schemas.microsoft.com/office/drawing/2014/main" id="{4E1CC21B-57B6-4B51-AAC7-6CD11255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LEVELS · AGRICULTURE VALUE ADDED (CONSTANT 2010 R$ THOUSAND)</a:t>
            </a:r>
          </a:p>
        </p:txBody>
      </p:sp>
      <p:sp>
        <p:nvSpPr>
          <p:cNvPr id="2" name="outcome-194-title">
            <a:extLst xmlns:a="http://schemas.openxmlformats.org/drawingml/2006/main">
              <a:ext uri="{FF2B5EF4-FFF2-40B4-BE49-F238E27FC236}">
                <a16:creationId xmlns:a16="http://schemas.microsoft.com/office/drawing/2014/main" id="{A4796554-7C54-42AD-8493-4798D5B3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C30A5-896F-434C-914B-7E695274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978dee72f4bc9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4-table-label">
            <a:extLst xmlns:a="http://schemas.openxmlformats.org/drawingml/2006/main">
              <a:ext uri="{FF2B5EF4-FFF2-40B4-BE49-F238E27FC236}">
                <a16:creationId xmlns:a16="http://schemas.microsoft.com/office/drawing/2014/main" id="{D73C1B6D-4106-4221-8626-33B3B4DF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22.2k (28.2k)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23.8k (21.2k)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20.4k (31.9k)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28.4k (38.4k)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32.6k (51.1k)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43.5k (47.9k)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43.8k (52.5k)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75.6k (75.0k)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52.6k (68.1k)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80.9k (103k)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33.1k (45.4k)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91.7k (120k)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22.8k (34.5k)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78.0k (102k)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25.6k (44.8k)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71.8k (87.3k)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28.0k (40.5k)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94.7k (127k)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4-note">
            <a:extLst xmlns:a="http://schemas.openxmlformats.org/drawingml/2006/main">
              <a:ext uri="{FF2B5EF4-FFF2-40B4-BE49-F238E27FC236}">
                <a16:creationId xmlns:a16="http://schemas.microsoft.com/office/drawing/2014/main" id="{1626CB0F-5F15-47DD-B515-9968BFDC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4">
            <a:extLst xmlns:a="http://schemas.openxmlformats.org/drawingml/2006/main">
              <a:ext uri="{FF2B5EF4-FFF2-40B4-BE49-F238E27FC236}">
                <a16:creationId xmlns:a16="http://schemas.microsoft.com/office/drawing/2014/main" id="{5D3AA7CF-BD37-4037-B3C5-768D6D05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levels</a:t>
            </a:r>
          </a:p>
        </p:txBody>
      </p:sp>
      <p:sp>
        <p:nvSpPr>
          <p:cNvPr id="9" name="footer-number-194">
            <a:extLst xmlns:a="http://schemas.openxmlformats.org/drawingml/2006/main">
              <a:ext uri="{FF2B5EF4-FFF2-40B4-BE49-F238E27FC236}">
                <a16:creationId xmlns:a16="http://schemas.microsoft.com/office/drawing/2014/main" id="{F0C9820C-1FAF-4AE5-91AA-FDC68A5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</p:spTree>
    <p:extLst>
      <p:ext uri="{BB962C8B-B14F-4D97-AF65-F5344CB8AC3E}">
        <p14:creationId xmlns:p14="http://schemas.microsoft.com/office/powerpoint/2010/main" val="152856043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5-eyebrow">
            <a:extLst xmlns:a="http://schemas.openxmlformats.org/drawingml/2006/main">
              <a:ext uri="{FF2B5EF4-FFF2-40B4-BE49-F238E27FC236}">
                <a16:creationId xmlns:a16="http://schemas.microsoft.com/office/drawing/2014/main" id="{F572AE2D-4C4D-4A0B-83D4-DC142C3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LOGS · LOG GDP TOTAL (CONSTANT 2010 R$ THOUSAND)</a:t>
            </a:r>
          </a:p>
        </p:txBody>
      </p:sp>
      <p:sp>
        <p:nvSpPr>
          <p:cNvPr id="2" name="outcome-195-title">
            <a:extLst xmlns:a="http://schemas.openxmlformats.org/drawingml/2006/main">
              <a:ext uri="{FF2B5EF4-FFF2-40B4-BE49-F238E27FC236}">
                <a16:creationId xmlns:a16="http://schemas.microsoft.com/office/drawing/2014/main" id="{9C2C3C92-D0FD-432E-95E5-59C16C9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EB11C-4D94-45DD-8303-68B1209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f78640d604479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5-table-label">
            <a:extLst xmlns:a="http://schemas.openxmlformats.org/drawingml/2006/main">
              <a:ext uri="{FF2B5EF4-FFF2-40B4-BE49-F238E27FC236}">
                <a16:creationId xmlns:a16="http://schemas.microsoft.com/office/drawing/2014/main" id="{90DBEE40-637B-4AA7-902B-894AE4D8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11.2 (1.49)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11.2 (1.43)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11.8 (1.36)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(1.39)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 (1.46)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12.2 (1.47)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12.4 (1.44)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5-note">
            <a:extLst xmlns:a="http://schemas.openxmlformats.org/drawingml/2006/main">
              <a:ext uri="{FF2B5EF4-FFF2-40B4-BE49-F238E27FC236}">
                <a16:creationId xmlns:a16="http://schemas.microsoft.com/office/drawing/2014/main" id="{D71064EE-1283-486C-856F-C4CC7A6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5">
            <a:extLst xmlns:a="http://schemas.openxmlformats.org/drawingml/2006/main">
              <a:ext uri="{FF2B5EF4-FFF2-40B4-BE49-F238E27FC236}">
                <a16:creationId xmlns:a16="http://schemas.microsoft.com/office/drawing/2014/main" id="{74B4F079-8D3D-4C4E-8400-5ACB6D5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logs</a:t>
            </a:r>
          </a:p>
        </p:txBody>
      </p:sp>
      <p:sp>
        <p:nvSpPr>
          <p:cNvPr id="9" name="footer-number-195">
            <a:extLst xmlns:a="http://schemas.openxmlformats.org/drawingml/2006/main">
              <a:ext uri="{FF2B5EF4-FFF2-40B4-BE49-F238E27FC236}">
                <a16:creationId xmlns:a16="http://schemas.microsoft.com/office/drawing/2014/main" id="{F948DFE0-1919-4DE0-8995-010723A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195</a:t>
            </a:r>
          </a:p>
        </p:txBody>
      </p:sp>
    </p:spTree>
    <p:extLst>
      <p:ext uri="{BB962C8B-B14F-4D97-AF65-F5344CB8AC3E}">
        <p14:creationId xmlns:p14="http://schemas.microsoft.com/office/powerpoint/2010/main" val="1268508921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6-eyebrow">
            <a:extLst xmlns:a="http://schemas.openxmlformats.org/drawingml/2006/main">
              <a:ext uri="{FF2B5EF4-FFF2-40B4-BE49-F238E27FC236}">
                <a16:creationId xmlns:a16="http://schemas.microsoft.com/office/drawing/2014/main" id="{A7ACCDC4-1612-4062-913A-A0C1C28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LOGS · LOG INDUSTRY VALUE ADDED (CONSTANT 2010 R$ THOUSAND)</a:t>
            </a:r>
          </a:p>
        </p:txBody>
      </p:sp>
      <p:sp>
        <p:nvSpPr>
          <p:cNvPr id="2" name="outcome-196-title">
            <a:extLst xmlns:a="http://schemas.openxmlformats.org/drawingml/2006/main">
              <a:ext uri="{FF2B5EF4-FFF2-40B4-BE49-F238E27FC236}">
                <a16:creationId xmlns:a16="http://schemas.microsoft.com/office/drawing/2014/main" id="{535A5367-909C-49F5-B99B-739DBA27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B662E-66B4-4645-AA0D-0BB3C572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3afa8c7a74e93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6-table-label">
            <a:extLst xmlns:a="http://schemas.openxmlformats.org/drawingml/2006/main">
              <a:ext uri="{FF2B5EF4-FFF2-40B4-BE49-F238E27FC236}">
                <a16:creationId xmlns:a16="http://schemas.microsoft.com/office/drawing/2014/main" id="{6751EA75-D998-4783-B694-B0904387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7.75 (2.2)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7.82 (2.03)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7.97 (2.13)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8.34 (1.97)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8.59 (2.22)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8.75 (2.04)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9.61 (1.92)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9.52 (2.04)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7.63 (2.91)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8.72 (2.71)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9.09 (1.83)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9.83 (1.96)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8.86 (2.15)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9.84 (2.08)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9.25 (2.06)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(1.96)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6-note">
            <a:extLst xmlns:a="http://schemas.openxmlformats.org/drawingml/2006/main">
              <a:ext uri="{FF2B5EF4-FFF2-40B4-BE49-F238E27FC236}">
                <a16:creationId xmlns:a16="http://schemas.microsoft.com/office/drawing/2014/main" id="{9CD90DDB-65A5-4CD4-9041-BB214627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6">
            <a:extLst xmlns:a="http://schemas.openxmlformats.org/drawingml/2006/main">
              <a:ext uri="{FF2B5EF4-FFF2-40B4-BE49-F238E27FC236}">
                <a16:creationId xmlns:a16="http://schemas.microsoft.com/office/drawing/2014/main" id="{2800D54A-4D9F-4B42-9BFC-A1B002A8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logs</a:t>
            </a:r>
          </a:p>
        </p:txBody>
      </p:sp>
      <p:sp>
        <p:nvSpPr>
          <p:cNvPr id="9" name="footer-number-196">
            <a:extLst xmlns:a="http://schemas.openxmlformats.org/drawingml/2006/main">
              <a:ext uri="{FF2B5EF4-FFF2-40B4-BE49-F238E27FC236}">
                <a16:creationId xmlns:a16="http://schemas.microsoft.com/office/drawing/2014/main" id="{E6EFC112-A473-426A-A3BA-0072141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196</a:t>
            </a:r>
          </a:p>
        </p:txBody>
      </p:sp>
    </p:spTree>
    <p:extLst>
      <p:ext uri="{BB962C8B-B14F-4D97-AF65-F5344CB8AC3E}">
        <p14:creationId xmlns:p14="http://schemas.microsoft.com/office/powerpoint/2010/main" val="715856848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7-eyebrow">
            <a:extLst xmlns:a="http://schemas.openxmlformats.org/drawingml/2006/main">
              <a:ext uri="{FF2B5EF4-FFF2-40B4-BE49-F238E27FC236}">
                <a16:creationId xmlns:a16="http://schemas.microsoft.com/office/drawing/2014/main" id="{2DB039E4-C4E6-45A2-AE56-38B6F7A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LOGS · LOG PRIVATE-SERVICES VALUE ADDED (CONSTANT 2010 R$ THOUSAND)</a:t>
            </a:r>
          </a:p>
        </p:txBody>
      </p:sp>
      <p:sp>
        <p:nvSpPr>
          <p:cNvPr id="2" name="outcome-197-title">
            <a:extLst xmlns:a="http://schemas.openxmlformats.org/drawingml/2006/main">
              <a:ext uri="{FF2B5EF4-FFF2-40B4-BE49-F238E27FC236}">
                <a16:creationId xmlns:a16="http://schemas.microsoft.com/office/drawing/2014/main" id="{29DF9336-6562-4561-8B8E-0D834FB7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2541A-951C-48C5-868A-65E6A85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f09d19a144990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7-table-label">
            <a:extLst xmlns:a="http://schemas.openxmlformats.org/drawingml/2006/main">
              <a:ext uri="{FF2B5EF4-FFF2-40B4-BE49-F238E27FC236}">
                <a16:creationId xmlns:a16="http://schemas.microsoft.com/office/drawing/2014/main" id="{D14EBC64-CEE7-48C9-B7BC-E4C9AFB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 (1.67)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9.45 (1.85)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9.29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9.68 (1.63)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9.68 (1.54)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(1.59)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9.99 (1.59)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11.2 (1.65)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7-note">
            <a:extLst xmlns:a="http://schemas.openxmlformats.org/drawingml/2006/main">
              <a:ext uri="{FF2B5EF4-FFF2-40B4-BE49-F238E27FC236}">
                <a16:creationId xmlns:a16="http://schemas.microsoft.com/office/drawing/2014/main" id="{D237245B-1600-4029-A512-D475B9DC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7">
            <a:extLst xmlns:a="http://schemas.openxmlformats.org/drawingml/2006/main">
              <a:ext uri="{FF2B5EF4-FFF2-40B4-BE49-F238E27FC236}">
                <a16:creationId xmlns:a16="http://schemas.microsoft.com/office/drawing/2014/main" id="{3F5ADEC1-AD77-4B04-A0D2-A3238B5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logs</a:t>
            </a:r>
          </a:p>
        </p:txBody>
      </p:sp>
      <p:sp>
        <p:nvSpPr>
          <p:cNvPr id="9" name="footer-number-197">
            <a:extLst xmlns:a="http://schemas.openxmlformats.org/drawingml/2006/main">
              <a:ext uri="{FF2B5EF4-FFF2-40B4-BE49-F238E27FC236}">
                <a16:creationId xmlns:a16="http://schemas.microsoft.com/office/drawing/2014/main" id="{87DD8BCA-016F-46EC-9EF3-3159D80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197</a:t>
            </a:r>
          </a:p>
        </p:txBody>
      </p:sp>
    </p:spTree>
    <p:extLst>
      <p:ext uri="{BB962C8B-B14F-4D97-AF65-F5344CB8AC3E}">
        <p14:creationId xmlns:p14="http://schemas.microsoft.com/office/powerpoint/2010/main" val="1508725105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8-eyebrow">
            <a:extLst xmlns:a="http://schemas.openxmlformats.org/drawingml/2006/main">
              <a:ext uri="{FF2B5EF4-FFF2-40B4-BE49-F238E27FC236}">
                <a16:creationId xmlns:a16="http://schemas.microsoft.com/office/drawing/2014/main" id="{A3C057D1-5322-4323-B0EC-EEE9509A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LOGS · LOG PUBLIC-ADMINISTRATION VALUE ADDED (CONSTANT 2010 R$ THOUSAND)</a:t>
            </a:r>
          </a:p>
        </p:txBody>
      </p:sp>
      <p:sp>
        <p:nvSpPr>
          <p:cNvPr id="2" name="outcome-198-title">
            <a:extLst xmlns:a="http://schemas.openxmlformats.org/drawingml/2006/main">
              <a:ext uri="{FF2B5EF4-FFF2-40B4-BE49-F238E27FC236}">
                <a16:creationId xmlns:a16="http://schemas.microsoft.com/office/drawing/2014/main" id="{66895161-0277-4E7B-B355-237E3A3B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80AD9-40DC-43A2-9C88-2F77AC6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9c078ba8c4bec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198-table-label">
            <a:extLst xmlns:a="http://schemas.openxmlformats.org/drawingml/2006/main">
              <a:ext uri="{FF2B5EF4-FFF2-40B4-BE49-F238E27FC236}">
                <a16:creationId xmlns:a16="http://schemas.microsoft.com/office/drawing/2014/main" id="{47F33E09-0737-4EAA-81C4-C1A661AE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7.27 (1.62)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7.64 (1.63)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7.69 (1.57)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8.11 (1.52)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7.92 (1.6)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8.41 (1.63)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8.19 (1.7)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8.34 (1.59)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9.27 (1.3)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9.66 (1.5)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9.81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198-note">
            <a:extLst xmlns:a="http://schemas.openxmlformats.org/drawingml/2006/main">
              <a:ext uri="{FF2B5EF4-FFF2-40B4-BE49-F238E27FC236}">
                <a16:creationId xmlns:a16="http://schemas.microsoft.com/office/drawing/2014/main" id="{DE561E56-4324-4D5E-85F1-E499863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8">
            <a:extLst xmlns:a="http://schemas.openxmlformats.org/drawingml/2006/main">
              <a:ext uri="{FF2B5EF4-FFF2-40B4-BE49-F238E27FC236}">
                <a16:creationId xmlns:a16="http://schemas.microsoft.com/office/drawing/2014/main" id="{74B8AF96-790B-4B00-880A-CC198CEE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logs</a:t>
            </a:r>
          </a:p>
        </p:txBody>
      </p:sp>
      <p:sp>
        <p:nvSpPr>
          <p:cNvPr id="9" name="footer-number-198">
            <a:extLst xmlns:a="http://schemas.openxmlformats.org/drawingml/2006/main">
              <a:ext uri="{FF2B5EF4-FFF2-40B4-BE49-F238E27FC236}">
                <a16:creationId xmlns:a16="http://schemas.microsoft.com/office/drawing/2014/main" id="{ED48E512-37A4-4BB4-9323-533D8BA9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198</a:t>
            </a:r>
          </a:p>
        </p:txBody>
      </p:sp>
    </p:spTree>
    <p:extLst>
      <p:ext uri="{BB962C8B-B14F-4D97-AF65-F5344CB8AC3E}">
        <p14:creationId xmlns:p14="http://schemas.microsoft.com/office/powerpoint/2010/main" val="1429854540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199-eyebrow">
            <a:extLst xmlns:a="http://schemas.openxmlformats.org/drawingml/2006/main">
              <a:ext uri="{FF2B5EF4-FFF2-40B4-BE49-F238E27FC236}">
                <a16:creationId xmlns:a16="http://schemas.microsoft.com/office/drawing/2014/main" id="{60D5E46B-027C-45EB-8256-6B16A3E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LOGS · LOG AGRICULTURE VALUE ADDED (CONSTANT 2010 R$ THOUSAND)</a:t>
            </a:r>
          </a:p>
        </p:txBody>
      </p:sp>
      <p:sp>
        <p:nvSpPr>
          <p:cNvPr id="2" name="outcome-199-title">
            <a:extLst xmlns:a="http://schemas.openxmlformats.org/drawingml/2006/main">
              <a:ext uri="{FF2B5EF4-FFF2-40B4-BE49-F238E27FC236}">
                <a16:creationId xmlns:a16="http://schemas.microsoft.com/office/drawing/2014/main" id="{8B91ABD3-7EB1-4690-98E0-0F2D7B8E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27918-490F-4549-9599-3FC518C0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ba928ef184040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199-table-label">
            <a:extLst xmlns:a="http://schemas.openxmlformats.org/drawingml/2006/main">
              <a:ext uri="{FF2B5EF4-FFF2-40B4-BE49-F238E27FC236}">
                <a16:creationId xmlns:a16="http://schemas.microsoft.com/office/drawing/2014/main" id="{0CAD3BF9-0956-4C34-BBBB-1F93286A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9.41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9.61 (1.12)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9.33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9.52 (1.31)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9.85 (1.07)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(1.11)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9.83 (1.18)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(1.32)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9.42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9.48 (1.19)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9.56 (1.23)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(1.3)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199-note">
            <a:extLst xmlns:a="http://schemas.openxmlformats.org/drawingml/2006/main">
              <a:ext uri="{FF2B5EF4-FFF2-40B4-BE49-F238E27FC236}">
                <a16:creationId xmlns:a16="http://schemas.microsoft.com/office/drawing/2014/main" id="{6960B346-A398-469A-AFF3-0FFF7B4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199">
            <a:extLst xmlns:a="http://schemas.openxmlformats.org/drawingml/2006/main">
              <a:ext uri="{FF2B5EF4-FFF2-40B4-BE49-F238E27FC236}">
                <a16:creationId xmlns:a16="http://schemas.microsoft.com/office/drawing/2014/main" id="{097E58F4-8610-4F3E-BD92-B4839DF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logs</a:t>
            </a:r>
          </a:p>
        </p:txBody>
      </p:sp>
      <p:sp>
        <p:nvSpPr>
          <p:cNvPr id="9" name="footer-number-199">
            <a:extLst xmlns:a="http://schemas.openxmlformats.org/drawingml/2006/main">
              <a:ext uri="{FF2B5EF4-FFF2-40B4-BE49-F238E27FC236}">
                <a16:creationId xmlns:a16="http://schemas.microsoft.com/office/drawing/2014/main" id="{6B31217D-FA7B-4974-A550-55F1EF14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199</a:t>
            </a:r>
          </a:p>
        </p:txBody>
      </p:sp>
    </p:spTree>
    <p:extLst>
      <p:ext uri="{BB962C8B-B14F-4D97-AF65-F5344CB8AC3E}">
        <p14:creationId xmlns:p14="http://schemas.microsoft.com/office/powerpoint/2010/main" val="946593129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0-eyebrow">
            <a:extLst xmlns:a="http://schemas.openxmlformats.org/drawingml/2006/main">
              <a:ext uri="{FF2B5EF4-FFF2-40B4-BE49-F238E27FC236}">
                <a16:creationId xmlns:a16="http://schemas.microsoft.com/office/drawing/2014/main" id="{E535B25F-4A93-4552-B662-B33D3F78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GROWTH · ANNUALIZED GDP TOTAL LOG GROWTH (%)</a:t>
            </a:r>
          </a:p>
        </p:txBody>
      </p:sp>
      <p:sp>
        <p:nvSpPr>
          <p:cNvPr id="2" name="outcome-200-title">
            <a:extLst xmlns:a="http://schemas.openxmlformats.org/drawingml/2006/main">
              <a:ext uri="{FF2B5EF4-FFF2-40B4-BE49-F238E27FC236}">
                <a16:creationId xmlns:a16="http://schemas.microsoft.com/office/drawing/2014/main" id="{D46F8C96-511F-4BF3-881B-EAC7DF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C8307-45D0-4059-A592-4CF1D42A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1313fb740441f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00-table-label">
            <a:extLst xmlns:a="http://schemas.openxmlformats.org/drawingml/2006/main">
              <a:ext uri="{FF2B5EF4-FFF2-40B4-BE49-F238E27FC236}">
                <a16:creationId xmlns:a16="http://schemas.microsoft.com/office/drawing/2014/main" id="{AC3CD636-7680-401B-9B17-8E8D5762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3.56 (6.49)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4.18 (5.41)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(8.77)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10.7 (14)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7.08 (8.8)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11.1 (8.98)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3.78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2.29 (10.1)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-1.93 (5.24)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0.324 (4.27)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8.58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9.11 (8.69)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 (4.65)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 (3.48)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4.63 (4.37)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5.02 (5.46)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00-note">
            <a:extLst xmlns:a="http://schemas.openxmlformats.org/drawingml/2006/main">
              <a:ext uri="{FF2B5EF4-FFF2-40B4-BE49-F238E27FC236}">
                <a16:creationId xmlns:a16="http://schemas.microsoft.com/office/drawing/2014/main" id="{5E9D0CFF-54F8-4504-92CC-38AB4D51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0">
            <a:extLst xmlns:a="http://schemas.openxmlformats.org/drawingml/2006/main">
              <a:ext uri="{FF2B5EF4-FFF2-40B4-BE49-F238E27FC236}">
                <a16:creationId xmlns:a16="http://schemas.microsoft.com/office/drawing/2014/main" id="{604F5B4C-E82F-4F8F-947F-B0737F06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growth</a:t>
            </a:r>
          </a:p>
        </p:txBody>
      </p:sp>
      <p:sp>
        <p:nvSpPr>
          <p:cNvPr id="9" name="footer-number-200">
            <a:extLst xmlns:a="http://schemas.openxmlformats.org/drawingml/2006/main">
              <a:ext uri="{FF2B5EF4-FFF2-40B4-BE49-F238E27FC236}">
                <a16:creationId xmlns:a16="http://schemas.microsoft.com/office/drawing/2014/main" id="{6C691A6F-E7D8-414F-9258-62BCF79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</p:spTree>
    <p:extLst>
      <p:ext uri="{BB962C8B-B14F-4D97-AF65-F5344CB8AC3E}">
        <p14:creationId xmlns:p14="http://schemas.microsoft.com/office/powerpoint/2010/main" val="326783228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1-eyebrow">
            <a:extLst xmlns:a="http://schemas.openxmlformats.org/drawingml/2006/main">
              <a:ext uri="{FF2B5EF4-FFF2-40B4-BE49-F238E27FC236}">
                <a16:creationId xmlns:a16="http://schemas.microsoft.com/office/drawing/2014/main" id="{4B184601-2810-4A8F-BD7C-5E5FE78B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GROWTH · ANNUALIZED INDUSTRY VALUE ADDED LOG GROWTH (%)</a:t>
            </a:r>
          </a:p>
        </p:txBody>
      </p:sp>
      <p:sp>
        <p:nvSpPr>
          <p:cNvPr id="2" name="outcome-201-title">
            <a:extLst xmlns:a="http://schemas.openxmlformats.org/drawingml/2006/main">
              <a:ext uri="{FF2B5EF4-FFF2-40B4-BE49-F238E27FC236}">
                <a16:creationId xmlns:a16="http://schemas.microsoft.com/office/drawing/2014/main" id="{140E90B7-7BF0-4392-8FB8-C7DE2200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A7874-BF5D-47EB-965D-AF9CCF9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8507ffca14cfb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01-table-label">
            <a:extLst xmlns:a="http://schemas.openxmlformats.org/drawingml/2006/main">
              <a:ext uri="{FF2B5EF4-FFF2-40B4-BE49-F238E27FC236}">
                <a16:creationId xmlns:a16="http://schemas.microsoft.com/office/drawing/2014/main" id="{17DA4101-BD56-4CCA-B71C-6B6EFD1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7.89 (10.9)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 (10.5)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12.6 (15.7)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8.26 (19.3)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11.5 (15.9)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17.1 (17.7)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0.352 (15.4)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-0.683 (13.2)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-11.7 (13.8)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-3.85 (10.4)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40.5 (38.7)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29.3 (36.7)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-4.37 (15.1)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0.155 (10.7)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7.71 (12.2)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8.76 (10.9)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01-note">
            <a:extLst xmlns:a="http://schemas.openxmlformats.org/drawingml/2006/main">
              <a:ext uri="{FF2B5EF4-FFF2-40B4-BE49-F238E27FC236}">
                <a16:creationId xmlns:a16="http://schemas.microsoft.com/office/drawing/2014/main" id="{EB09838B-D3BD-463B-88B4-3754429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1">
            <a:extLst xmlns:a="http://schemas.openxmlformats.org/drawingml/2006/main">
              <a:ext uri="{FF2B5EF4-FFF2-40B4-BE49-F238E27FC236}">
                <a16:creationId xmlns:a16="http://schemas.microsoft.com/office/drawing/2014/main" id="{86D9911B-2A51-4E09-A8DD-F756E97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growth</a:t>
            </a:r>
          </a:p>
        </p:txBody>
      </p:sp>
      <p:sp>
        <p:nvSpPr>
          <p:cNvPr id="9" name="footer-number-201">
            <a:extLst xmlns:a="http://schemas.openxmlformats.org/drawingml/2006/main">
              <a:ext uri="{FF2B5EF4-FFF2-40B4-BE49-F238E27FC236}">
                <a16:creationId xmlns:a16="http://schemas.microsoft.com/office/drawing/2014/main" id="{C863B874-506F-4B2B-A084-AADCBC61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201</a:t>
            </a:r>
          </a:p>
        </p:txBody>
      </p:sp>
    </p:spTree>
    <p:extLst>
      <p:ext uri="{BB962C8B-B14F-4D97-AF65-F5344CB8AC3E}">
        <p14:creationId xmlns:p14="http://schemas.microsoft.com/office/powerpoint/2010/main" val="623191324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2-eyebrow">
            <a:extLst xmlns:a="http://schemas.openxmlformats.org/drawingml/2006/main">
              <a:ext uri="{FF2B5EF4-FFF2-40B4-BE49-F238E27FC236}">
                <a16:creationId xmlns:a16="http://schemas.microsoft.com/office/drawing/2014/main" id="{B088177A-2535-45B8-A703-8B3EC663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GROWTH · ANNUALIZED PRIVATE-SERVICES VALUE ADDED LOG GROWTH (%)</a:t>
            </a:r>
          </a:p>
        </p:txBody>
      </p:sp>
      <p:sp>
        <p:nvSpPr>
          <p:cNvPr id="2" name="outcome-202-title">
            <a:extLst xmlns:a="http://schemas.openxmlformats.org/drawingml/2006/main">
              <a:ext uri="{FF2B5EF4-FFF2-40B4-BE49-F238E27FC236}">
                <a16:creationId xmlns:a16="http://schemas.microsoft.com/office/drawing/2014/main" id="{9538F4D2-E8F2-4D06-B25F-756D3E03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45E5A-F98A-4A1E-9DB9-FB398604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f1ad2fcaf4cf8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02-table-label">
            <a:extLst xmlns:a="http://schemas.openxmlformats.org/drawingml/2006/main">
              <a:ext uri="{FF2B5EF4-FFF2-40B4-BE49-F238E27FC236}">
                <a16:creationId xmlns:a16="http://schemas.microsoft.com/office/drawing/2014/main" id="{1AB59A8E-5893-478D-B3A8-6CC01F97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6.68 (8.3)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 (7.3)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7.82 (8.19)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11.8 (9.66)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6.47 (7.92)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7.39 (10.3)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5.78 (11)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4.15 (7.43)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0.345 (5.62)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0.0968 (3.12)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-0.42 (11.3)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3.87 (8.86)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1.8 (6.69)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4.28 (4.28)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4.68 (4.74)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4.19 (4.65)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02-note">
            <a:extLst xmlns:a="http://schemas.openxmlformats.org/drawingml/2006/main">
              <a:ext uri="{FF2B5EF4-FFF2-40B4-BE49-F238E27FC236}">
                <a16:creationId xmlns:a16="http://schemas.microsoft.com/office/drawing/2014/main" id="{EDDA98E4-DCFF-46F9-8535-E8410B3A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2">
            <a:extLst xmlns:a="http://schemas.openxmlformats.org/drawingml/2006/main">
              <a:ext uri="{FF2B5EF4-FFF2-40B4-BE49-F238E27FC236}">
                <a16:creationId xmlns:a16="http://schemas.microsoft.com/office/drawing/2014/main" id="{70A7D4D1-7CE8-4A1C-ABFB-E58BF6B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growth</a:t>
            </a:r>
          </a:p>
        </p:txBody>
      </p:sp>
      <p:sp>
        <p:nvSpPr>
          <p:cNvPr id="9" name="footer-number-202">
            <a:extLst xmlns:a="http://schemas.openxmlformats.org/drawingml/2006/main">
              <a:ext uri="{FF2B5EF4-FFF2-40B4-BE49-F238E27FC236}">
                <a16:creationId xmlns:a16="http://schemas.microsoft.com/office/drawing/2014/main" id="{77FA4CA1-E8E4-4817-9D11-67EAA74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202</a:t>
            </a:r>
          </a:p>
        </p:txBody>
      </p:sp>
    </p:spTree>
    <p:extLst>
      <p:ext uri="{BB962C8B-B14F-4D97-AF65-F5344CB8AC3E}">
        <p14:creationId xmlns:p14="http://schemas.microsoft.com/office/powerpoint/2010/main" val="1640703150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3-eyebrow">
            <a:extLst xmlns:a="http://schemas.openxmlformats.org/drawingml/2006/main">
              <a:ext uri="{FF2B5EF4-FFF2-40B4-BE49-F238E27FC236}">
                <a16:creationId xmlns:a16="http://schemas.microsoft.com/office/drawing/2014/main" id="{9253E9A0-A901-4A0D-9D7F-EE6FD71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GROWTH · ANNUALIZED PUBLIC-ADMINISTRATION VALUE ADDED LOG GROWTH (%)</a:t>
            </a:r>
          </a:p>
        </p:txBody>
      </p:sp>
      <p:sp>
        <p:nvSpPr>
          <p:cNvPr id="2" name="outcome-203-title">
            <a:extLst xmlns:a="http://schemas.openxmlformats.org/drawingml/2006/main">
              <a:ext uri="{FF2B5EF4-FFF2-40B4-BE49-F238E27FC236}">
                <a16:creationId xmlns:a16="http://schemas.microsoft.com/office/drawing/2014/main" id="{7C673719-6C11-40BB-897A-AE264B0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7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C85C1-B59C-4989-B185-C59593D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d0cd12ecc4c2b"/>
          <a:stretch xmlns:a="http://schemas.openxmlformats.org/drawingml/2006/main"/>
        </p:blipFill>
        <p:spPr>
          <a:xfrm xmlns:a="http://schemas.openxmlformats.org/drawingml/2006/main">
            <a:off x="266700" y="1928258"/>
            <a:ext cx="6953250" cy="3839684"/>
          </a:xfrm>
          <a:prstGeom xmlns:a="http://schemas.openxmlformats.org/drawingml/2006/main" prst="rect">
            <a:avLst/>
          </a:prstGeom>
        </p:spPr>
      </p:pic>
      <p:sp>
        <p:nvSpPr>
          <p:cNvPr id="5" name="outcome-203-table-label">
            <a:extLst xmlns:a="http://schemas.openxmlformats.org/drawingml/2006/main">
              <a:ext uri="{FF2B5EF4-FFF2-40B4-BE49-F238E27FC236}">
                <a16:creationId xmlns:a16="http://schemas.microsoft.com/office/drawing/2014/main" id="{EE84C28D-812E-480B-82FA-6F16B4D0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8.77 (10.3)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 (11.4)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 (9.33)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6.16 (11.1)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6.76 (14)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-0.176 (11.5)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11.1 (8.97)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13.3 (7.22)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15.6 (13.8)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(11.5)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5.98 (3.06)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7.01 (2.11)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5.11 (2.5)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4.57 (1.99)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03-note">
            <a:extLst xmlns:a="http://schemas.openxmlformats.org/drawingml/2006/main">
              <a:ext uri="{FF2B5EF4-FFF2-40B4-BE49-F238E27FC236}">
                <a16:creationId xmlns:a16="http://schemas.microsoft.com/office/drawing/2014/main" id="{3DCC8B44-0F28-46A8-9A61-065F728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3">
            <a:extLst xmlns:a="http://schemas.openxmlformats.org/drawingml/2006/main">
              <a:ext uri="{FF2B5EF4-FFF2-40B4-BE49-F238E27FC236}">
                <a16:creationId xmlns:a16="http://schemas.microsoft.com/office/drawing/2014/main" id="{10F9853F-75B3-4831-9ECF-6B6861DE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growth</a:t>
            </a:r>
          </a:p>
        </p:txBody>
      </p:sp>
      <p:sp>
        <p:nvSpPr>
          <p:cNvPr id="9" name="footer-number-203">
            <a:extLst xmlns:a="http://schemas.openxmlformats.org/drawingml/2006/main">
              <a:ext uri="{FF2B5EF4-FFF2-40B4-BE49-F238E27FC236}">
                <a16:creationId xmlns:a16="http://schemas.microsoft.com/office/drawing/2014/main" id="{8203D7BF-FDA9-4287-BDE9-A4CCC456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203</a:t>
            </a:r>
          </a:p>
        </p:txBody>
      </p:sp>
    </p:spTree>
    <p:extLst>
      <p:ext uri="{BB962C8B-B14F-4D97-AF65-F5344CB8AC3E}">
        <p14:creationId xmlns:p14="http://schemas.microsoft.com/office/powerpoint/2010/main" val="1376364333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4-eyebrow">
            <a:extLst xmlns:a="http://schemas.openxmlformats.org/drawingml/2006/main">
              <a:ext uri="{FF2B5EF4-FFF2-40B4-BE49-F238E27FC236}">
                <a16:creationId xmlns:a16="http://schemas.microsoft.com/office/drawing/2014/main" id="{2D9A0C62-9113-4973-AE23-70CEFCC5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GROWTH · ANNUALIZED AGRICULTURE VALUE ADDED LOG GROWTH (%)</a:t>
            </a:r>
          </a:p>
        </p:txBody>
      </p:sp>
      <p:sp>
        <p:nvSpPr>
          <p:cNvPr id="2" name="outcome-204-title">
            <a:extLst xmlns:a="http://schemas.openxmlformats.org/drawingml/2006/main">
              <a:ext uri="{FF2B5EF4-FFF2-40B4-BE49-F238E27FC236}">
                <a16:creationId xmlns:a16="http://schemas.microsoft.com/office/drawing/2014/main" id="{5F266632-8C07-4A82-9998-1421667C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9C737-E14A-47AC-9688-B1AD73D7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5524be48d4cab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04-table-label">
            <a:extLst xmlns:a="http://schemas.openxmlformats.org/drawingml/2006/main">
              <a:ext uri="{FF2B5EF4-FFF2-40B4-BE49-F238E27FC236}">
                <a16:creationId xmlns:a16="http://schemas.microsoft.com/office/drawing/2014/main" id="{B719DB84-8FB7-4BB6-AF2A-E3F9B503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1.27 (8.33)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2.46 (5.64)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(13.5)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10.9 (11.1)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5.92 (11.4)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(12.3)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2.73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2.12 (19.8)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-3.75 (6.7)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1.01 (6.65)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-8.38 (17.6)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-4.53 (11)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1.17 (12.4)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-0.972 (10.1)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1.71 (7.75)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5.07 (9.34)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04-note">
            <a:extLst xmlns:a="http://schemas.openxmlformats.org/drawingml/2006/main">
              <a:ext uri="{FF2B5EF4-FFF2-40B4-BE49-F238E27FC236}">
                <a16:creationId xmlns:a16="http://schemas.microsoft.com/office/drawing/2014/main" id="{053844F6-8566-4D70-A297-03C5D4D2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4">
            <a:extLst xmlns:a="http://schemas.openxmlformats.org/drawingml/2006/main">
              <a:ext uri="{FF2B5EF4-FFF2-40B4-BE49-F238E27FC236}">
                <a16:creationId xmlns:a16="http://schemas.microsoft.com/office/drawing/2014/main" id="{DEF2879B-D127-4224-99D1-0D79A3F7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growth</a:t>
            </a:r>
          </a:p>
        </p:txBody>
      </p:sp>
      <p:sp>
        <p:nvSpPr>
          <p:cNvPr id="9" name="footer-number-204">
            <a:extLst xmlns:a="http://schemas.openxmlformats.org/drawingml/2006/main">
              <a:ext uri="{FF2B5EF4-FFF2-40B4-BE49-F238E27FC236}">
                <a16:creationId xmlns:a16="http://schemas.microsoft.com/office/drawing/2014/main" id="{B2DB3461-F33C-4E67-A9AF-2EFD9F75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204</a:t>
            </a:r>
          </a:p>
        </p:txBody>
      </p:sp>
    </p:spTree>
    <p:extLst>
      <p:ext uri="{BB962C8B-B14F-4D97-AF65-F5344CB8AC3E}">
        <p14:creationId xmlns:p14="http://schemas.microsoft.com/office/powerpoint/2010/main" val="1402117567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5-eyebrow">
            <a:extLst xmlns:a="http://schemas.openxmlformats.org/drawingml/2006/main">
              <a:ext uri="{FF2B5EF4-FFF2-40B4-BE49-F238E27FC236}">
                <a16:creationId xmlns:a16="http://schemas.microsoft.com/office/drawing/2014/main" id="{1F61EEEE-F219-4A60-8157-5C62C88A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COMPOSITION · VALUE ADDED INDUSTRY SHARE OF GDP</a:t>
            </a:r>
          </a:p>
        </p:txBody>
      </p:sp>
      <p:sp>
        <p:nvSpPr>
          <p:cNvPr id="2" name="outcome-205-title">
            <a:extLst xmlns:a="http://schemas.openxmlformats.org/drawingml/2006/main">
              <a:ext uri="{FF2B5EF4-FFF2-40B4-BE49-F238E27FC236}">
                <a16:creationId xmlns:a16="http://schemas.microsoft.com/office/drawing/2014/main" id="{4E01130D-A568-4CE7-A091-7340D6C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7DB33-4E18-4A35-B466-51AF829E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f4b5fc0a40f7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05-table-label">
            <a:extLst xmlns:a="http://schemas.openxmlformats.org/drawingml/2006/main">
              <a:ext uri="{FF2B5EF4-FFF2-40B4-BE49-F238E27FC236}">
                <a16:creationId xmlns:a16="http://schemas.microsoft.com/office/drawing/2014/main" id="{7FA12FF7-F501-4C5A-898C-DEDC78A2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0.149 (0.173)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0.106 (0.142)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0.158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0.164 (0.181)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 (0.182)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0.185 (0.298)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0.191 (0.182)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0.188 (0.22)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(0.172)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0.118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0.131 (0.17)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0.145 (0.122)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0.158 (0.133)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0.138 (0.334)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0.143 (0.153)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(0.245)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0.166 (0.154)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05-note">
            <a:extLst xmlns:a="http://schemas.openxmlformats.org/drawingml/2006/main">
              <a:ext uri="{FF2B5EF4-FFF2-40B4-BE49-F238E27FC236}">
                <a16:creationId xmlns:a16="http://schemas.microsoft.com/office/drawing/2014/main" id="{8961CFBF-1C58-4EE2-A638-870FF7A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5">
            <a:extLst xmlns:a="http://schemas.openxmlformats.org/drawingml/2006/main">
              <a:ext uri="{FF2B5EF4-FFF2-40B4-BE49-F238E27FC236}">
                <a16:creationId xmlns:a16="http://schemas.microsoft.com/office/drawing/2014/main" id="{9AED235A-B421-4835-ABAE-5C1D462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composition</a:t>
            </a:r>
          </a:p>
        </p:txBody>
      </p:sp>
      <p:sp>
        <p:nvSpPr>
          <p:cNvPr id="9" name="footer-number-205">
            <a:extLst xmlns:a="http://schemas.openxmlformats.org/drawingml/2006/main">
              <a:ext uri="{FF2B5EF4-FFF2-40B4-BE49-F238E27FC236}">
                <a16:creationId xmlns:a16="http://schemas.microsoft.com/office/drawing/2014/main" id="{09395B00-CC4B-4EE5-9476-00F0892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205</a:t>
            </a:r>
          </a:p>
        </p:txBody>
      </p:sp>
    </p:spTree>
    <p:extLst>
      <p:ext uri="{BB962C8B-B14F-4D97-AF65-F5344CB8AC3E}">
        <p14:creationId xmlns:p14="http://schemas.microsoft.com/office/powerpoint/2010/main" val="1719633870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6-eyebrow">
            <a:extLst xmlns:a="http://schemas.openxmlformats.org/drawingml/2006/main">
              <a:ext uri="{FF2B5EF4-FFF2-40B4-BE49-F238E27FC236}">
                <a16:creationId xmlns:a16="http://schemas.microsoft.com/office/drawing/2014/main" id="{AB0A9F79-658C-42D2-B407-48BF92D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COMPOSITION · VALUE ADDED SERVICES PRIVATE SHARE OF GDP</a:t>
            </a:r>
          </a:p>
        </p:txBody>
      </p:sp>
      <p:sp>
        <p:nvSpPr>
          <p:cNvPr id="2" name="outcome-206-title">
            <a:extLst xmlns:a="http://schemas.openxmlformats.org/drawingml/2006/main">
              <a:ext uri="{FF2B5EF4-FFF2-40B4-BE49-F238E27FC236}">
                <a16:creationId xmlns:a16="http://schemas.microsoft.com/office/drawing/2014/main" id="{8F373F0B-4027-44AD-B174-8500539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31190-C040-4983-BF34-165484A4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f9103a8ec4336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06-table-label">
            <a:extLst xmlns:a="http://schemas.openxmlformats.org/drawingml/2006/main">
              <a:ext uri="{FF2B5EF4-FFF2-40B4-BE49-F238E27FC236}">
                <a16:creationId xmlns:a16="http://schemas.microsoft.com/office/drawing/2014/main" id="{BFEE281B-8C5E-4831-9AD0-35D03964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(0.193)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0.404 (0.236)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0.419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0.339 (0.139)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(0.437)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 (0.148)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0.386 (0.18)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0.354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0.411 (0.182)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0.455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0.413 (0.192)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0.298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0.309 (0.107)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0.278 (0.141)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0.317 (0.109)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0.279 (0.13)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0.311 (0.124)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06-note">
            <a:extLst xmlns:a="http://schemas.openxmlformats.org/drawingml/2006/main">
              <a:ext uri="{FF2B5EF4-FFF2-40B4-BE49-F238E27FC236}">
                <a16:creationId xmlns:a16="http://schemas.microsoft.com/office/drawing/2014/main" id="{693FAA40-544C-44CB-AEB4-AA7584B4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6">
            <a:extLst xmlns:a="http://schemas.openxmlformats.org/drawingml/2006/main">
              <a:ext uri="{FF2B5EF4-FFF2-40B4-BE49-F238E27FC236}">
                <a16:creationId xmlns:a16="http://schemas.microsoft.com/office/drawing/2014/main" id="{8B81D070-12B9-4B3E-B3D1-0D941614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composition</a:t>
            </a:r>
          </a:p>
        </p:txBody>
      </p:sp>
      <p:sp>
        <p:nvSpPr>
          <p:cNvPr id="9" name="footer-number-206">
            <a:extLst xmlns:a="http://schemas.openxmlformats.org/drawingml/2006/main">
              <a:ext uri="{FF2B5EF4-FFF2-40B4-BE49-F238E27FC236}">
                <a16:creationId xmlns:a16="http://schemas.microsoft.com/office/drawing/2014/main" id="{649C0AF7-D9D5-4C8A-BBB4-AFD04CC6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206</a:t>
            </a:r>
          </a:p>
        </p:txBody>
      </p:sp>
    </p:spTree>
    <p:extLst>
      <p:ext uri="{BB962C8B-B14F-4D97-AF65-F5344CB8AC3E}">
        <p14:creationId xmlns:p14="http://schemas.microsoft.com/office/powerpoint/2010/main" val="299749960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7-eyebrow">
            <a:extLst xmlns:a="http://schemas.openxmlformats.org/drawingml/2006/main">
              <a:ext uri="{FF2B5EF4-FFF2-40B4-BE49-F238E27FC236}">
                <a16:creationId xmlns:a16="http://schemas.microsoft.com/office/drawing/2014/main" id="{AF67F42C-666B-4F17-AA0B-150EB1B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COMPOSITION · VALUE ADDED PUBLIC ADMINISTRATION SHARE OF GDP</a:t>
            </a:r>
          </a:p>
        </p:txBody>
      </p:sp>
      <p:sp>
        <p:nvSpPr>
          <p:cNvPr id="2" name="outcome-207-title">
            <a:extLst xmlns:a="http://schemas.openxmlformats.org/drawingml/2006/main">
              <a:ext uri="{FF2B5EF4-FFF2-40B4-BE49-F238E27FC236}">
                <a16:creationId xmlns:a16="http://schemas.microsoft.com/office/drawing/2014/main" id="{47662F0D-0E89-4942-983B-98622AE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DD827-06DF-45C0-89E0-0DB356E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834a5096042b3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07-table-label">
            <a:extLst xmlns:a="http://schemas.openxmlformats.org/drawingml/2006/main">
              <a:ext uri="{FF2B5EF4-FFF2-40B4-BE49-F238E27FC236}">
                <a16:creationId xmlns:a16="http://schemas.microsoft.com/office/drawing/2014/main" id="{38DFAEC6-2F78-4DFE-9A4A-8D2D2385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0.062 (0.056)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0.0595 (0.0486)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0.0542 (0.0448)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0.0699 (0.109)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0.0491 (0.0413)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0.0581 (0.09)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0.061 (0.0564)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0.0428 (0.0355)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(0.109)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0.268 (0.137)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0.168 (0.0791)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0.306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0.199 (0.0994)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0.312 (0.167)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0.193 (0.0934)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07-note">
            <a:extLst xmlns:a="http://schemas.openxmlformats.org/drawingml/2006/main">
              <a:ext uri="{FF2B5EF4-FFF2-40B4-BE49-F238E27FC236}">
                <a16:creationId xmlns:a16="http://schemas.microsoft.com/office/drawing/2014/main" id="{8E43087A-1AE9-4C47-878F-1C62A838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7">
            <a:extLst xmlns:a="http://schemas.openxmlformats.org/drawingml/2006/main">
              <a:ext uri="{FF2B5EF4-FFF2-40B4-BE49-F238E27FC236}">
                <a16:creationId xmlns:a16="http://schemas.microsoft.com/office/drawing/2014/main" id="{CF34F9EB-A2E9-480F-B9EA-4386634A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composition</a:t>
            </a:r>
          </a:p>
        </p:txBody>
      </p:sp>
      <p:sp>
        <p:nvSpPr>
          <p:cNvPr id="9" name="footer-number-207">
            <a:extLst xmlns:a="http://schemas.openxmlformats.org/drawingml/2006/main">
              <a:ext uri="{FF2B5EF4-FFF2-40B4-BE49-F238E27FC236}">
                <a16:creationId xmlns:a16="http://schemas.microsoft.com/office/drawing/2014/main" id="{EF9330B6-5B4F-43E4-9E52-B8DD9DE9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207</a:t>
            </a:r>
          </a:p>
        </p:txBody>
      </p:sp>
    </p:spTree>
    <p:extLst>
      <p:ext uri="{BB962C8B-B14F-4D97-AF65-F5344CB8AC3E}">
        <p14:creationId xmlns:p14="http://schemas.microsoft.com/office/powerpoint/2010/main" val="245633009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8-eyebrow">
            <a:extLst xmlns:a="http://schemas.openxmlformats.org/drawingml/2006/main">
              <a:ext uri="{FF2B5EF4-FFF2-40B4-BE49-F238E27FC236}">
                <a16:creationId xmlns:a16="http://schemas.microsoft.com/office/drawing/2014/main" id="{7CEC0ABA-8ACA-4780-B339-123E886E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MUNICIPALITY · MUNICIPAL GDP COMPOSITION · VALUE ADDED AGRICULTURE SHARE OF GDP</a:t>
            </a:r>
          </a:p>
        </p:txBody>
      </p:sp>
      <p:sp>
        <p:nvSpPr>
          <p:cNvPr id="2" name="outcome-208-title">
            <a:extLst xmlns:a="http://schemas.openxmlformats.org/drawingml/2006/main">
              <a:ext uri="{FF2B5EF4-FFF2-40B4-BE49-F238E27FC236}">
                <a16:creationId xmlns:a16="http://schemas.microsoft.com/office/drawing/2014/main" id="{F3CD51B4-02FD-48E6-BD38-09E9F7CC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7093C-5FEF-4E0C-965F-FE292DF3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4e910a6c54a36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08-table-label">
            <a:extLst xmlns:a="http://schemas.openxmlformats.org/drawingml/2006/main">
              <a:ext uri="{FF2B5EF4-FFF2-40B4-BE49-F238E27FC236}">
                <a16:creationId xmlns:a16="http://schemas.microsoft.com/office/drawing/2014/main" id="{320F5B6C-D8CC-4199-B087-1CB92B0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0.546 (0.263)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(0.275)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 (0.227)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0.418 (0.215)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0.481 (0.232)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0.322 (0.67)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0.469 (0.246)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0.423 (0.239)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0.457 (0.245)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0.425 (0.224)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0.427 (0.249)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0.456 (0.252)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0.239 (0.157)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 (0.191)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0.215 (0.168)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0.232 (0.178)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(0.172)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0.246 (0.274)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08-note">
            <a:extLst xmlns:a="http://schemas.openxmlformats.org/drawingml/2006/main">
              <a:ext uri="{FF2B5EF4-FFF2-40B4-BE49-F238E27FC236}">
                <a16:creationId xmlns:a16="http://schemas.microsoft.com/office/drawing/2014/main" id="{65971A4E-92C4-4B14-9AC0-5809BA6E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8">
            <a:extLst xmlns:a="http://schemas.openxmlformats.org/drawingml/2006/main">
              <a:ext uri="{FF2B5EF4-FFF2-40B4-BE49-F238E27FC236}">
                <a16:creationId xmlns:a16="http://schemas.microsoft.com/office/drawing/2014/main" id="{419EA509-1574-4B85-95D6-6712F630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Municipal GDP composition</a:t>
            </a:r>
          </a:p>
        </p:txBody>
      </p:sp>
      <p:sp>
        <p:nvSpPr>
          <p:cNvPr id="9" name="footer-number-208">
            <a:extLst xmlns:a="http://schemas.openxmlformats.org/drawingml/2006/main">
              <a:ext uri="{FF2B5EF4-FFF2-40B4-BE49-F238E27FC236}">
                <a16:creationId xmlns:a16="http://schemas.microsoft.com/office/drawing/2014/main" id="{7C51B09E-B907-4711-B977-5C65CD38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208</a:t>
            </a:r>
          </a:p>
        </p:txBody>
      </p:sp>
    </p:spTree>
    <p:extLst>
      <p:ext uri="{BB962C8B-B14F-4D97-AF65-F5344CB8AC3E}">
        <p14:creationId xmlns:p14="http://schemas.microsoft.com/office/powerpoint/2010/main" val="149185719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09-eyebrow">
            <a:extLst xmlns:a="http://schemas.openxmlformats.org/drawingml/2006/main">
              <a:ext uri="{FF2B5EF4-FFF2-40B4-BE49-F238E27FC236}">
                <a16:creationId xmlns:a16="http://schemas.microsoft.com/office/drawing/2014/main" id="{BFBDD47F-6209-4F85-B807-7F56D3CC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NATIVE VEGETATION SHARE OF MAPPED AREA</a:t>
            </a:r>
          </a:p>
        </p:txBody>
      </p:sp>
      <p:sp>
        <p:nvSpPr>
          <p:cNvPr id="2" name="outcome-209-title">
            <a:extLst xmlns:a="http://schemas.openxmlformats.org/drawingml/2006/main">
              <a:ext uri="{FF2B5EF4-FFF2-40B4-BE49-F238E27FC236}">
                <a16:creationId xmlns:a16="http://schemas.microsoft.com/office/drawing/2014/main" id="{A0FC8D80-6A47-490C-B06F-DC559B31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A078B-2D79-4C82-9C0A-7B39A326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da022766a4e35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09-table-label">
            <a:extLst xmlns:a="http://schemas.openxmlformats.org/drawingml/2006/main">
              <a:ext uri="{FF2B5EF4-FFF2-40B4-BE49-F238E27FC236}">
                <a16:creationId xmlns:a16="http://schemas.microsoft.com/office/drawing/2014/main" id="{432989E0-D478-4EE1-AF72-E4F4814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0.464 (0.297)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0.494 (0.228)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0.439 (0.298)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0.412 (0.214)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0.423 (0.292)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0.368 (0.199)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0.414 (0.286)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0.351 (0.187)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0.409 (0.281)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0.335 (0.177)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(0.276)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0.326 (0.169)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0.401 (0.269)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 (0.163)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0.394 (0.264)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0.316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0.378 (0.252)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0.303 (0.154)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09-note">
            <a:extLst xmlns:a="http://schemas.openxmlformats.org/drawingml/2006/main">
              <a:ext uri="{FF2B5EF4-FFF2-40B4-BE49-F238E27FC236}">
                <a16:creationId xmlns:a16="http://schemas.microsoft.com/office/drawing/2014/main" id="{9C1C918E-8138-426E-B6DF-787ECD5A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09">
            <a:extLst xmlns:a="http://schemas.openxmlformats.org/drawingml/2006/main">
              <a:ext uri="{FF2B5EF4-FFF2-40B4-BE49-F238E27FC236}">
                <a16:creationId xmlns:a16="http://schemas.microsoft.com/office/drawing/2014/main" id="{5964EE60-38AF-4281-BE4B-EFCDD09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09">
            <a:extLst xmlns:a="http://schemas.openxmlformats.org/drawingml/2006/main">
              <a:ext uri="{FF2B5EF4-FFF2-40B4-BE49-F238E27FC236}">
                <a16:creationId xmlns:a16="http://schemas.microsoft.com/office/drawing/2014/main" id="{543EC59F-9B59-4AE5-BAFF-4A4699EB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209</a:t>
            </a:r>
          </a:p>
        </p:txBody>
      </p:sp>
    </p:spTree>
    <p:extLst>
      <p:ext uri="{BB962C8B-B14F-4D97-AF65-F5344CB8AC3E}">
        <p14:creationId xmlns:p14="http://schemas.microsoft.com/office/powerpoint/2010/main" val="1897597034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0-eyebrow">
            <a:extLst xmlns:a="http://schemas.openxmlformats.org/drawingml/2006/main">
              <a:ext uri="{FF2B5EF4-FFF2-40B4-BE49-F238E27FC236}">
                <a16:creationId xmlns:a16="http://schemas.microsoft.com/office/drawing/2014/main" id="{0796AF12-4349-4DA2-81BE-C4510F8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ANTHROPIC-USE SHARE OF MAPPED AREA</a:t>
            </a:r>
          </a:p>
        </p:txBody>
      </p:sp>
      <p:sp>
        <p:nvSpPr>
          <p:cNvPr id="2" name="outcome-210-title">
            <a:extLst xmlns:a="http://schemas.openxmlformats.org/drawingml/2006/main">
              <a:ext uri="{FF2B5EF4-FFF2-40B4-BE49-F238E27FC236}">
                <a16:creationId xmlns:a16="http://schemas.microsoft.com/office/drawing/2014/main" id="{3CAE7433-FA42-4425-B70B-9DEFBBBB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B4857-E7A0-41B0-98F9-329E3301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b312813fb4740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0-table-label">
            <a:extLst xmlns:a="http://schemas.openxmlformats.org/drawingml/2006/main">
              <a:ext uri="{FF2B5EF4-FFF2-40B4-BE49-F238E27FC236}">
                <a16:creationId xmlns:a16="http://schemas.microsoft.com/office/drawing/2014/main" id="{13B0729D-0AD9-4105-B2E2-BAFB2B8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0.515 (0.299)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0.485 (0.225)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 (0.3)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 (0.212)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0.557 (0.294)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0.608 (0.196)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0.567 (0.289)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0.628 (0.184)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0.571 (0.283)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0.642 (0.173)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0.575 (0.278)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0.652 (0.167)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0.581 (0.271)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0.662 (0.16)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0.587 (0.267)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0.664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0.602 (0.256)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0.676 (0.15)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0-note">
            <a:extLst xmlns:a="http://schemas.openxmlformats.org/drawingml/2006/main">
              <a:ext uri="{FF2B5EF4-FFF2-40B4-BE49-F238E27FC236}">
                <a16:creationId xmlns:a16="http://schemas.microsoft.com/office/drawing/2014/main" id="{538795DF-903E-4568-8CF5-06D259F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0">
            <a:extLst xmlns:a="http://schemas.openxmlformats.org/drawingml/2006/main">
              <a:ext uri="{FF2B5EF4-FFF2-40B4-BE49-F238E27FC236}">
                <a16:creationId xmlns:a16="http://schemas.microsoft.com/office/drawing/2014/main" id="{87FA265A-D657-43E3-A69A-DD1DEBB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10">
            <a:extLst xmlns:a="http://schemas.openxmlformats.org/drawingml/2006/main">
              <a:ext uri="{FF2B5EF4-FFF2-40B4-BE49-F238E27FC236}">
                <a16:creationId xmlns:a16="http://schemas.microsoft.com/office/drawing/2014/main" id="{82837305-C6D4-40FC-8955-A7444479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210</a:t>
            </a:r>
          </a:p>
        </p:txBody>
      </p:sp>
    </p:spTree>
    <p:extLst>
      <p:ext uri="{BB962C8B-B14F-4D97-AF65-F5344CB8AC3E}">
        <p14:creationId xmlns:p14="http://schemas.microsoft.com/office/powerpoint/2010/main" val="861191828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1-eyebrow">
            <a:extLst xmlns:a="http://schemas.openxmlformats.org/drawingml/2006/main">
              <a:ext uri="{FF2B5EF4-FFF2-40B4-BE49-F238E27FC236}">
                <a16:creationId xmlns:a16="http://schemas.microsoft.com/office/drawing/2014/main" id="{8CFBD3AF-FA57-4601-AC56-48EE62F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FARMING SHARE OF MAPPED AREA</a:t>
            </a:r>
          </a:p>
        </p:txBody>
      </p:sp>
      <p:sp>
        <p:nvSpPr>
          <p:cNvPr id="2" name="outcome-211-title">
            <a:extLst xmlns:a="http://schemas.openxmlformats.org/drawingml/2006/main">
              <a:ext uri="{FF2B5EF4-FFF2-40B4-BE49-F238E27FC236}">
                <a16:creationId xmlns:a16="http://schemas.microsoft.com/office/drawing/2014/main" id="{A92D4662-469F-4031-97B7-1444062F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043B3-92FC-41D8-A1C0-13ED60DE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8fac0d1c84e2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1-table-label">
            <a:extLst xmlns:a="http://schemas.openxmlformats.org/drawingml/2006/main">
              <a:ext uri="{FF2B5EF4-FFF2-40B4-BE49-F238E27FC236}">
                <a16:creationId xmlns:a16="http://schemas.microsoft.com/office/drawing/2014/main" id="{07749F0C-59F0-4D94-8C2D-DD3017BC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0.504 (0.299)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0.482 (0.224)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0.527 (0.3)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0.566 (0.211)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0.542 (0.295)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0.604 (0.194)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0.549 (0.29)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0.623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0.551 (0.285)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0.637 (0.171)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0.553 (0.28)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0.646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0.558 (0.274)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0.655 (0.158)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0.658 (0.156)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0.575 (0.26)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0.669 (0.149)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1-note">
            <a:extLst xmlns:a="http://schemas.openxmlformats.org/drawingml/2006/main">
              <a:ext uri="{FF2B5EF4-FFF2-40B4-BE49-F238E27FC236}">
                <a16:creationId xmlns:a16="http://schemas.microsoft.com/office/drawing/2014/main" id="{75E82090-BBEF-4223-A9CA-3BE6424A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1">
            <a:extLst xmlns:a="http://schemas.openxmlformats.org/drawingml/2006/main">
              <a:ext uri="{FF2B5EF4-FFF2-40B4-BE49-F238E27FC236}">
                <a16:creationId xmlns:a16="http://schemas.microsoft.com/office/drawing/2014/main" id="{12E12669-5457-4EAE-94DB-37DF1AB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11">
            <a:extLst xmlns:a="http://schemas.openxmlformats.org/drawingml/2006/main">
              <a:ext uri="{FF2B5EF4-FFF2-40B4-BE49-F238E27FC236}">
                <a16:creationId xmlns:a16="http://schemas.microsoft.com/office/drawing/2014/main" id="{3970A1C4-AD90-4DD9-A3A4-45EA7973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211</a:t>
            </a:r>
          </a:p>
        </p:txBody>
      </p:sp>
    </p:spTree>
    <p:extLst>
      <p:ext uri="{BB962C8B-B14F-4D97-AF65-F5344CB8AC3E}">
        <p14:creationId xmlns:p14="http://schemas.microsoft.com/office/powerpoint/2010/main" val="705101520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2-eyebrow">
            <a:extLst xmlns:a="http://schemas.openxmlformats.org/drawingml/2006/main">
              <a:ext uri="{FF2B5EF4-FFF2-40B4-BE49-F238E27FC236}">
                <a16:creationId xmlns:a16="http://schemas.microsoft.com/office/drawing/2014/main" id="{DA22DF9D-18D0-42A9-979F-AD933D5E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PASTURE SHARE OF MAPPED AREA</a:t>
            </a:r>
          </a:p>
        </p:txBody>
      </p:sp>
      <p:sp>
        <p:nvSpPr>
          <p:cNvPr id="2" name="outcome-212-title">
            <a:extLst xmlns:a="http://schemas.openxmlformats.org/drawingml/2006/main">
              <a:ext uri="{FF2B5EF4-FFF2-40B4-BE49-F238E27FC236}">
                <a16:creationId xmlns:a16="http://schemas.microsoft.com/office/drawing/2014/main" id="{B415ADBB-FE56-4733-B113-D8F7555C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68188-5AAD-49C9-AAC2-B46E671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228d7bfc14e01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2-table-label">
            <a:extLst xmlns:a="http://schemas.openxmlformats.org/drawingml/2006/main">
              <a:ext uri="{FF2B5EF4-FFF2-40B4-BE49-F238E27FC236}">
                <a16:creationId xmlns:a16="http://schemas.microsoft.com/office/drawing/2014/main" id="{E98EBBB9-80DC-428D-9A66-791C53E8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(0.274)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 (0.176)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(0.279)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0.455 (0.176)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0.383 (0.276)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0.469 (0.168)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0.383 (0.273)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0.467 (0.16)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 (0.264)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0.448 (0.163)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0.346 (0.254)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0.435 (0.159)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0.334 (0.247)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0.413 (0.155)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0.327 (0.244)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0.384 (0.15)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(0.241)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0.356 (0.155)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2-note">
            <a:extLst xmlns:a="http://schemas.openxmlformats.org/drawingml/2006/main">
              <a:ext uri="{FF2B5EF4-FFF2-40B4-BE49-F238E27FC236}">
                <a16:creationId xmlns:a16="http://schemas.microsoft.com/office/drawing/2014/main" id="{C073A4A7-86B8-49B2-9AE0-8C46A67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2">
            <a:extLst xmlns:a="http://schemas.openxmlformats.org/drawingml/2006/main">
              <a:ext uri="{FF2B5EF4-FFF2-40B4-BE49-F238E27FC236}">
                <a16:creationId xmlns:a16="http://schemas.microsoft.com/office/drawing/2014/main" id="{6E3823EC-3FEF-4472-A073-E633635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12">
            <a:extLst xmlns:a="http://schemas.openxmlformats.org/drawingml/2006/main">
              <a:ext uri="{FF2B5EF4-FFF2-40B4-BE49-F238E27FC236}">
                <a16:creationId xmlns:a16="http://schemas.microsoft.com/office/drawing/2014/main" id="{2119A4A2-103A-41AB-AF4F-F62FBE0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485649675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3-eyebrow">
            <a:extLst xmlns:a="http://schemas.openxmlformats.org/drawingml/2006/main">
              <a:ext uri="{FF2B5EF4-FFF2-40B4-BE49-F238E27FC236}">
                <a16:creationId xmlns:a16="http://schemas.microsoft.com/office/drawing/2014/main" id="{45134691-F659-4551-9134-1E00C51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AGRICULTURE SHARE OF MAPPED AREA</a:t>
            </a:r>
          </a:p>
        </p:txBody>
      </p:sp>
      <p:sp>
        <p:nvSpPr>
          <p:cNvPr id="2" name="outcome-213-title">
            <a:extLst xmlns:a="http://schemas.openxmlformats.org/drawingml/2006/main">
              <a:ext uri="{FF2B5EF4-FFF2-40B4-BE49-F238E27FC236}">
                <a16:creationId xmlns:a16="http://schemas.microsoft.com/office/drawing/2014/main" id="{E41BB90B-C31F-4BC8-8C46-20625AD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DC76C-58EC-4EC8-9358-F098B6D3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9cd2bbf954c98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3-table-label">
            <a:extLst xmlns:a="http://schemas.openxmlformats.org/drawingml/2006/main">
              <a:ext uri="{FF2B5EF4-FFF2-40B4-BE49-F238E27FC236}">
                <a16:creationId xmlns:a16="http://schemas.microsoft.com/office/drawing/2014/main" id="{965E31B6-48BC-4607-8570-B8E87490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0.0649 (0.144)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0.0436 (0.077)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0.0849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0.0673 (0.116)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0.0976 (0.179)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0.0869 (0.138)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0.104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(0.146)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0.111 (0.189)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0.131 (0.171)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0.129 (0.201)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0.142 (0.177)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0.141 (0.208)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 (0.183)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0.178 (0.19)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 (0.212)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0.186 (0.193)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3-note">
            <a:extLst xmlns:a="http://schemas.openxmlformats.org/drawingml/2006/main">
              <a:ext uri="{FF2B5EF4-FFF2-40B4-BE49-F238E27FC236}">
                <a16:creationId xmlns:a16="http://schemas.microsoft.com/office/drawing/2014/main" id="{0A0F5770-164E-4B2E-941B-CE00834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3">
            <a:extLst xmlns:a="http://schemas.openxmlformats.org/drawingml/2006/main">
              <a:ext uri="{FF2B5EF4-FFF2-40B4-BE49-F238E27FC236}">
                <a16:creationId xmlns:a16="http://schemas.microsoft.com/office/drawing/2014/main" id="{6ACC0248-91A4-4062-9DB9-4FA37506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13">
            <a:extLst xmlns:a="http://schemas.openxmlformats.org/drawingml/2006/main">
              <a:ext uri="{FF2B5EF4-FFF2-40B4-BE49-F238E27FC236}">
                <a16:creationId xmlns:a16="http://schemas.microsoft.com/office/drawing/2014/main" id="{5BFAEB48-8435-4AF2-A940-86407758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213</a:t>
            </a:r>
          </a:p>
        </p:txBody>
      </p:sp>
    </p:spTree>
    <p:extLst>
      <p:ext uri="{BB962C8B-B14F-4D97-AF65-F5344CB8AC3E}">
        <p14:creationId xmlns:p14="http://schemas.microsoft.com/office/powerpoint/2010/main" val="336282693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4-eyebrow">
            <a:extLst xmlns:a="http://schemas.openxmlformats.org/drawingml/2006/main">
              <a:ext uri="{FF2B5EF4-FFF2-40B4-BE49-F238E27FC236}">
                <a16:creationId xmlns:a16="http://schemas.microsoft.com/office/drawing/2014/main" id="{1D4366BB-ADC0-4AA4-809E-BEE6443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SOYBEAN SHARE OF MAPPED AREA</a:t>
            </a:r>
          </a:p>
        </p:txBody>
      </p:sp>
      <p:sp>
        <p:nvSpPr>
          <p:cNvPr id="2" name="outcome-214-title">
            <a:extLst xmlns:a="http://schemas.openxmlformats.org/drawingml/2006/main">
              <a:ext uri="{FF2B5EF4-FFF2-40B4-BE49-F238E27FC236}">
                <a16:creationId xmlns:a16="http://schemas.microsoft.com/office/drawing/2014/main" id="{CC9A10B2-DB54-4831-885C-5DFE632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D81C1-55E4-4213-BDBA-3AC6702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3e49e6dfc4a4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4-table-label">
            <a:extLst xmlns:a="http://schemas.openxmlformats.org/drawingml/2006/main">
              <a:ext uri="{FF2B5EF4-FFF2-40B4-BE49-F238E27FC236}">
                <a16:creationId xmlns:a16="http://schemas.microsoft.com/office/drawing/2014/main" id="{F6DC55D3-0E30-4CFD-B58C-DE1096D1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0.0107 (0.0439)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0.00344 (0.0125)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0.0229 (0.078)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0.0176 (0.0636)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0.0249 (0.0857)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0.0168 (0.0525)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0.0298 (0.0993)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 (0.0674)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0.0375 (0.113)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0.0476 (0.0826)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0.0379 (0.114)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0.0591 (0.0873)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0.0422 (0.116)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0.0799 (0.104)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0.0537 (0.136)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0.0995 (0.112)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0.0595 (0.144)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 (0.14)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4-note">
            <a:extLst xmlns:a="http://schemas.openxmlformats.org/drawingml/2006/main">
              <a:ext uri="{FF2B5EF4-FFF2-40B4-BE49-F238E27FC236}">
                <a16:creationId xmlns:a16="http://schemas.microsoft.com/office/drawing/2014/main" id="{59DFAD6D-F0F1-46AF-88CB-30879DF6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4">
            <a:extLst xmlns:a="http://schemas.openxmlformats.org/drawingml/2006/main">
              <a:ext uri="{FF2B5EF4-FFF2-40B4-BE49-F238E27FC236}">
                <a16:creationId xmlns:a16="http://schemas.microsoft.com/office/drawing/2014/main" id="{ED0EBFF8-B732-44B6-95D0-9E38294E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14">
            <a:extLst xmlns:a="http://schemas.openxmlformats.org/drawingml/2006/main">
              <a:ext uri="{FF2B5EF4-FFF2-40B4-BE49-F238E27FC236}">
                <a16:creationId xmlns:a16="http://schemas.microsoft.com/office/drawing/2014/main" id="{74F5CAFC-9291-407E-8262-52527F0C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897230202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5-eyebrow">
            <a:extLst xmlns:a="http://schemas.openxmlformats.org/drawingml/2006/main">
              <a:ext uri="{FF2B5EF4-FFF2-40B4-BE49-F238E27FC236}">
                <a16:creationId xmlns:a16="http://schemas.microsoft.com/office/drawing/2014/main" id="{DED5BED0-4597-48C0-BD6A-5E219949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LAND-COVER SHARES · URBAN-AREA SHARE OF MAPPED AREA</a:t>
            </a:r>
          </a:p>
        </p:txBody>
      </p:sp>
      <p:sp>
        <p:nvSpPr>
          <p:cNvPr id="2" name="outcome-215-title">
            <a:extLst xmlns:a="http://schemas.openxmlformats.org/drawingml/2006/main">
              <a:ext uri="{FF2B5EF4-FFF2-40B4-BE49-F238E27FC236}">
                <a16:creationId xmlns:a16="http://schemas.microsoft.com/office/drawing/2014/main" id="{9088C761-752E-4905-99B8-1913B329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A7B15-16AA-4F3B-B6BD-4230C624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7a8cd696c4121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5-table-label">
            <a:extLst xmlns:a="http://schemas.openxmlformats.org/drawingml/2006/main">
              <a:ext uri="{FF2B5EF4-FFF2-40B4-BE49-F238E27FC236}">
                <a16:creationId xmlns:a16="http://schemas.microsoft.com/office/drawing/2014/main" id="{2DC40E98-A4D1-4760-82EA-2CA55E1B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0.0112 (0.0516)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0.00312 (0.00426)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 (0.0555)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0.00371 (0.00501)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0.0151 (0.0603)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0.0043 (0.0057)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0.0172 (0.0649)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0.00475 (0.00637)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0.019 (0.0684)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0.00509 (0.00682)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0.0205 (0.0709)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0.00557 (0.00784)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0.0223 (0.0736)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0.00601 (0.00845)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0.0236 (0.0754)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0.00641 (0.00899)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0.0252 (0.0777)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0.00683 (0.00973)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5-note">
            <a:extLst xmlns:a="http://schemas.openxmlformats.org/drawingml/2006/main">
              <a:ext uri="{FF2B5EF4-FFF2-40B4-BE49-F238E27FC236}">
                <a16:creationId xmlns:a16="http://schemas.microsoft.com/office/drawing/2014/main" id="{EAA9EE88-7D53-4122-A607-0858E32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5">
            <a:extLst xmlns:a="http://schemas.openxmlformats.org/drawingml/2006/main">
              <a:ext uri="{FF2B5EF4-FFF2-40B4-BE49-F238E27FC236}">
                <a16:creationId xmlns:a16="http://schemas.microsoft.com/office/drawing/2014/main" id="{74301726-6A99-41BF-A689-289CFF94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land-cover shares</a:t>
            </a:r>
          </a:p>
        </p:txBody>
      </p:sp>
      <p:sp>
        <p:nvSpPr>
          <p:cNvPr id="9" name="footer-number-215">
            <a:extLst xmlns:a="http://schemas.openxmlformats.org/drawingml/2006/main">
              <a:ext uri="{FF2B5EF4-FFF2-40B4-BE49-F238E27FC236}">
                <a16:creationId xmlns:a16="http://schemas.microsoft.com/office/drawing/2014/main" id="{DD1CB227-C64B-43D5-8EAD-44908CC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215</a:t>
            </a:r>
          </a:p>
        </p:txBody>
      </p:sp>
    </p:spTree>
    <p:extLst>
      <p:ext uri="{BB962C8B-B14F-4D97-AF65-F5344CB8AC3E}">
        <p14:creationId xmlns:p14="http://schemas.microsoft.com/office/powerpoint/2010/main" val="252633948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16-eyebrow">
            <a:extLst xmlns:a="http://schemas.openxmlformats.org/drawingml/2006/main">
              <a:ext uri="{FF2B5EF4-FFF2-40B4-BE49-F238E27FC236}">
                <a16:creationId xmlns:a16="http://schemas.microsoft.com/office/drawing/2014/main" id="{22AD7558-D5A8-47F7-91A5-A1ED3885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MAPBIOMAS AMC · MAPBIOMAS CUMULATIVE LAND-COVER CHANGE · NATIVE-VEGETATION NET LOSS RELATIVE TO 1985</a:t>
            </a:r>
          </a:p>
        </p:txBody>
      </p:sp>
      <p:sp>
        <p:nvSpPr>
          <p:cNvPr id="2" name="outcome-216-title">
            <a:extLst xmlns:a="http://schemas.openxmlformats.org/drawingml/2006/main">
              <a:ext uri="{FF2B5EF4-FFF2-40B4-BE49-F238E27FC236}">
                <a16:creationId xmlns:a16="http://schemas.microsoft.com/office/drawing/2014/main" id="{238AD629-7DCE-446C-85CF-7C70B04C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0EAE7-CCCC-4FFB-BB7F-A263DDFA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4e0e89524459d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16-table-label">
            <a:extLst xmlns:a="http://schemas.openxmlformats.org/drawingml/2006/main">
              <a:ext uri="{FF2B5EF4-FFF2-40B4-BE49-F238E27FC236}">
                <a16:creationId xmlns:a16="http://schemas.microsoft.com/office/drawing/2014/main" id="{6E59CB2F-E422-440D-8071-8B4F3111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0.0715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0.176 (0.0972)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 (0.154)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 (0.117)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0.108 (0.176)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0.288 (0.126)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0.101 (0.213)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0.313 (0.14)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0.0951 (0.238)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0.327 (0.147)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0.0855 (0.275)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0.332 (0.154)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0.0869 (0.31)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0.338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0.106 (0.338)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0.365 (0.161)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16-note">
            <a:extLst xmlns:a="http://schemas.openxmlformats.org/drawingml/2006/main">
              <a:ext uri="{FF2B5EF4-FFF2-40B4-BE49-F238E27FC236}">
                <a16:creationId xmlns:a16="http://schemas.microsoft.com/office/drawing/2014/main" id="{C29168FB-0116-4EB0-B514-8C866C0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16">
            <a:extLst xmlns:a="http://schemas.openxmlformats.org/drawingml/2006/main">
              <a:ext uri="{FF2B5EF4-FFF2-40B4-BE49-F238E27FC236}">
                <a16:creationId xmlns:a16="http://schemas.microsoft.com/office/drawing/2014/main" id="{6619FA6E-8F31-4E19-81B8-CB11FEEA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MapBiomas cumulative land-cover change</a:t>
            </a:r>
          </a:p>
        </p:txBody>
      </p:sp>
      <p:sp>
        <p:nvSpPr>
          <p:cNvPr id="9" name="footer-number-216">
            <a:extLst xmlns:a="http://schemas.openxmlformats.org/drawingml/2006/main">
              <a:ext uri="{FF2B5EF4-FFF2-40B4-BE49-F238E27FC236}">
                <a16:creationId xmlns:a16="http://schemas.microsoft.com/office/drawing/2014/main" id="{66A5208C-D900-42AF-B1F3-ABD011A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216</a:t>
            </a:r>
          </a:p>
        </p:txBody>
      </p:sp>
    </p:spTree>
    <p:extLst>
      <p:ext uri="{BB962C8B-B14F-4D97-AF65-F5344CB8AC3E}">
        <p14:creationId xmlns:p14="http://schemas.microsoft.com/office/powerpoint/2010/main" val="261511787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aez-217-eyebrow">
            <a:extLst xmlns:a="http://schemas.openxmlformats.org/drawingml/2006/main">
              <a:ext uri="{FF2B5EF4-FFF2-40B4-BE49-F238E27FC236}">
                <a16:creationId xmlns:a16="http://schemas.microsoft.com/office/drawing/2014/main" id="{AB4920B2-B271-408C-8857-C99DE57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STATIC FAO/GAEZ SELECTION CONTROLS</a:t>
            </a:r>
          </a:p>
        </p:txBody>
      </p:sp>
      <p:sp>
        <p:nvSpPr>
          <p:cNvPr id="2" name="gaez-217-title">
            <a:extLst xmlns:a="http://schemas.openxmlformats.org/drawingml/2006/main">
              <a:ext uri="{FF2B5EF4-FFF2-40B4-BE49-F238E27FC236}">
                <a16:creationId xmlns:a16="http://schemas.microsoft.com/office/drawing/2014/main" id="{48D3ACFF-FA50-4A1B-84D8-13549AC9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suitability is higher for 8 of 8 crops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D7664-F9EC-4C19-89A2-C4E9B46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993bc253345b2"/>
          <a:stretch xmlns:a="http://schemas.openxmlformats.org/drawingml/2006/main"/>
        </p:blipFill>
        <p:spPr>
          <a:xfrm xmlns:a="http://schemas.openxmlformats.org/drawingml/2006/main">
            <a:off x="247650" y="1942473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gaez-217-table-label">
            <a:extLst xmlns:a="http://schemas.openxmlformats.org/drawingml/2006/main">
              <a:ext uri="{FF2B5EF4-FFF2-40B4-BE49-F238E27FC236}">
                <a16:creationId xmlns:a16="http://schemas.microsoft.com/office/drawing/2014/main" id="{E88D3BA0-F200-4AEC-BFD6-625877D6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668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HIGH-INPUT SUITABILITY: MEAN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391400" y="1790700"/>
          <a:ext xmlns:a="http://schemas.openxmlformats.org/drawingml/2006/main" cx="4267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314450"/>
                <a:gridCol w="13144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Soybean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50.3 (17.6)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63.5 (9.52)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38.4 (17.5)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42.9 (13.2)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Dryland 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51.3 (26.5)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75.1 (12.4)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Phaseolus bean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49.6 (17.6)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64.9 (7.52)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21.5 (19.8)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36.2 (12.7)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Cotton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 (16.9)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36.1 (9.07)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Coffee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34.2 (24.7)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52.1 (10.1)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Sugarcane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37.3 (22.8)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43.9 (12.3)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gaez-217-note">
            <a:extLst xmlns:a="http://schemas.openxmlformats.org/drawingml/2006/main">
              <a:ext uri="{FF2B5EF4-FFF2-40B4-BE49-F238E27FC236}">
                <a16:creationId xmlns:a16="http://schemas.microsoft.com/office/drawing/2014/main" id="{639279B6-887C-459A-AE52-243C9F1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95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Static 1961–1990 climate normal · rainfed · all land · commercial/modern-input management · index 0–100.</a:t>
            </a:r>
          </a:p>
        </p:txBody>
      </p:sp>
      <p:sp>
        <p:nvSpPr>
          <p:cNvPr id="8" name="footer-section-217">
            <a:extLst xmlns:a="http://schemas.openxmlformats.org/drawingml/2006/main">
              <a:ext uri="{FF2B5EF4-FFF2-40B4-BE49-F238E27FC236}">
                <a16:creationId xmlns:a16="http://schemas.microsoft.com/office/drawing/2014/main" id="{78B3B467-2533-45B9-893A-41C8E83F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FAO/GAEZ controls</a:t>
            </a:r>
          </a:p>
        </p:txBody>
      </p:sp>
      <p:sp>
        <p:nvSpPr>
          <p:cNvPr id="9" name="footer-number-217">
            <a:extLst xmlns:a="http://schemas.openxmlformats.org/drawingml/2006/main">
              <a:ext uri="{FF2B5EF4-FFF2-40B4-BE49-F238E27FC236}">
                <a16:creationId xmlns:a16="http://schemas.microsoft.com/office/drawing/2014/main" id="{670B3249-6F0E-48FD-A218-DE5376E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217</a:t>
            </a:r>
          </a:p>
        </p:txBody>
      </p:sp>
    </p:spTree>
    <p:extLst>
      <p:ext uri="{BB962C8B-B14F-4D97-AF65-F5344CB8AC3E}">
        <p14:creationId xmlns:p14="http://schemas.microsoft.com/office/powerpoint/2010/main" val="1530740662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sw-218-eyebrow">
            <a:extLst xmlns:a="http://schemas.openxmlformats.org/drawingml/2006/main">
              <a:ext uri="{FF2B5EF4-FFF2-40B4-BE49-F238E27FC236}">
                <a16:creationId xmlns:a16="http://schemas.microsoft.com/office/drawing/2014/main" id="{C76ABF0E-DE92-4CA8-93D0-EEF9368D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MUNICIPAL SEAT INSIDE AN OPERATIONAL AREA · PROPENSITY-SCORE WEIGHTING</a:t>
            </a:r>
          </a:p>
        </p:txBody>
      </p:sp>
      <p:sp>
        <p:nvSpPr>
          <p:cNvPr id="2" name="psw-218-title">
            <a:extLst xmlns:a="http://schemas.openxmlformats.org/drawingml/2006/main">
              <a:ext uri="{FF2B5EF4-FFF2-40B4-BE49-F238E27FC236}">
                <a16:creationId xmlns:a16="http://schemas.microsoft.com/office/drawing/2014/main" id="{778A8E7A-8A96-4D3E-A99D-9EFE1DC0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GAEZ lowers max |SMD| after weighting: 0.153 → 0.128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F3A03-A371-4C86-8FF5-47FDEB7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126fa90da46a6"/>
          <a:stretch xmlns:a="http://schemas.openxmlformats.org/drawingml/2006/main"/>
        </p:blipFill>
        <p:spPr>
          <a:xfrm xmlns:a="http://schemas.openxmlformats.org/drawingml/2006/main">
            <a:off x="228600" y="2319555"/>
            <a:ext cx="7962900" cy="2771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8286750" y="1657350"/>
          <a:ext xmlns:a="http://schemas.openxmlformats.org/drawingml/2006/main" cx="33718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990600"/>
                <a:gridCol w="99060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Without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48/57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52/57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Controls retained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1,724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1,025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Effective 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184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0.01–0.178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0.01–0.455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|SMD| after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sw-218-caution">
            <a:extLst xmlns:a="http://schemas.openxmlformats.org/drawingml/2006/main">
              <a:ext uri="{FF2B5EF4-FFF2-40B4-BE49-F238E27FC236}">
                <a16:creationId xmlns:a16="http://schemas.microsoft.com/office/drawing/2014/main" id="{7B14A4B0-6C19-43C2-B1A2-404F7AAD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71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Both panels show only the zoomed common-support comparison. The GAEZ model adds eight high-input rainfed crop-suitability measures to the same 1970 census and GDP covariates.</a:t>
            </a:r>
          </a:p>
        </p:txBody>
      </p:sp>
      <p:sp>
        <p:nvSpPr>
          <p:cNvPr id="7" name="footer-section-218">
            <a:extLst xmlns:a="http://schemas.openxmlformats.org/drawingml/2006/main">
              <a:ext uri="{FF2B5EF4-FFF2-40B4-BE49-F238E27FC236}">
                <a16:creationId xmlns:a16="http://schemas.microsoft.com/office/drawing/2014/main" id="{8921AAF3-09BA-41D1-92BC-AD514CC2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Municipal seat inside an operational area · PSW diagnostic</a:t>
            </a:r>
          </a:p>
        </p:txBody>
      </p:sp>
      <p:sp>
        <p:nvSpPr>
          <p:cNvPr id="8" name="footer-number-218">
            <a:extLst xmlns:a="http://schemas.openxmlformats.org/drawingml/2006/main">
              <a:ext uri="{FF2B5EF4-FFF2-40B4-BE49-F238E27FC236}">
                <a16:creationId xmlns:a16="http://schemas.microsoft.com/office/drawing/2014/main" id="{3CC92DDE-09A8-4A2A-853A-52C5631A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218</a:t>
            </a:r>
          </a:p>
        </p:txBody>
      </p:sp>
    </p:spTree>
    <p:extLst>
      <p:ext uri="{BB962C8B-B14F-4D97-AF65-F5344CB8AC3E}">
        <p14:creationId xmlns:p14="http://schemas.microsoft.com/office/powerpoint/2010/main" val="1104169002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4-kicker">
            <a:extLst xmlns:a="http://schemas.openxmlformats.org/drawingml/2006/main">
              <a:ext uri="{FF2B5EF4-FFF2-40B4-BE49-F238E27FC236}">
                <a16:creationId xmlns:a16="http://schemas.microsoft.com/office/drawing/2014/main" id="{B7290F14-8719-48D7-B862-05BDFD7F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TREATMENT DEFINITION 4 OF 4</a:t>
            </a:r>
          </a:p>
        </p:txBody>
      </p:sp>
      <p:sp>
        <p:nvSpPr>
          <p:cNvPr id="2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FE7AE751-41E0-487E-9A5B-4275B34D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 core</a:t>
            </a:r>
          </a:p>
        </p:txBody>
      </p:sp>
      <p:sp>
        <p:nvSpPr>
          <p:cNvPr id="3" name="section-4-description">
            <a:extLst xmlns:a="http://schemas.openxmlformats.org/drawingml/2006/main">
              <a:ext uri="{FF2B5EF4-FFF2-40B4-BE49-F238E27FC236}">
                <a16:creationId xmlns:a16="http://schemas.microsoft.com/office/drawing/2014/main" id="{8665D1B8-8E40-4750-AEE7-A04957C3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when a seat lies inside or at least 10% of land area overlaps an operational POLOCENTRO area.</a:t>
            </a:r>
          </a:p>
        </p:txBody>
      </p:sp>
      <p:sp>
        <p:nvSpPr>
          <p:cNvPr id="4" name="section-4-metric-0">
            <a:extLst xmlns:a="http://schemas.openxmlformats.org/drawingml/2006/main">
              <a:ext uri="{FF2B5EF4-FFF2-40B4-BE49-F238E27FC236}">
                <a16:creationId xmlns:a16="http://schemas.microsoft.com/office/drawing/2014/main" id="{2F7A07BC-C225-4EA0-8DE3-802A522C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5" name="section-4-metric-label-0">
            <a:extLst xmlns:a="http://schemas.openxmlformats.org/drawingml/2006/main">
              <a:ext uri="{FF2B5EF4-FFF2-40B4-BE49-F238E27FC236}">
                <a16:creationId xmlns:a16="http://schemas.microsoft.com/office/drawing/2014/main" id="{9ED80D67-EC47-497C-AE88-6F5CFAC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AMCs</a:t>
            </a:r>
          </a:p>
        </p:txBody>
      </p:sp>
      <p:sp>
        <p:nvSpPr>
          <p:cNvPr id="6" name="section-4-metric-1">
            <a:extLst xmlns:a="http://schemas.openxmlformats.org/drawingml/2006/main">
              <a:ext uri="{FF2B5EF4-FFF2-40B4-BE49-F238E27FC236}">
                <a16:creationId xmlns:a16="http://schemas.microsoft.com/office/drawing/2014/main" id="{19768AC1-B2D6-4416-BDA2-EF8B52BD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7" name="section-4-metric-label-1">
            <a:extLst xmlns:a="http://schemas.openxmlformats.org/drawingml/2006/main">
              <a:ext uri="{FF2B5EF4-FFF2-40B4-BE49-F238E27FC236}">
                <a16:creationId xmlns:a16="http://schemas.microsoft.com/office/drawing/2014/main" id="{844E923E-323A-4251-AF54-9748C603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treated municipalities</a:t>
            </a:r>
          </a:p>
        </p:txBody>
      </p:sp>
      <p:sp>
        <p:nvSpPr>
          <p:cNvPr id="8" name="section-4-metric-2">
            <a:extLst xmlns:a="http://schemas.openxmlformats.org/drawingml/2006/main">
              <a:ext uri="{FF2B5EF4-FFF2-40B4-BE49-F238E27FC236}">
                <a16:creationId xmlns:a16="http://schemas.microsoft.com/office/drawing/2014/main" id="{A253D59A-2DDB-4DE7-AA9A-F0738D98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9" name="section-4-metric-label-2">
            <a:extLst xmlns:a="http://schemas.openxmlformats.org/drawingml/2006/main">
              <a:ext uri="{FF2B5EF4-FFF2-40B4-BE49-F238E27FC236}">
                <a16:creationId xmlns:a16="http://schemas.microsoft.com/office/drawing/2014/main" id="{7F618A4B-6726-4A68-97C1-BFAF2007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470"/>
                </a:solidFill>
                <a:latin typeface="Arial"/>
                <a:ea typeface="Arial"/>
                <a:cs typeface="Arial"/>
              </a:rPr>
              <a:t>time-varying outcomes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A3A09-A61F-48CA-8E4B-C5BAF55E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section-219">
            <a:extLst xmlns:a="http://schemas.openxmlformats.org/drawingml/2006/main">
              <a:ext uri="{FF2B5EF4-FFF2-40B4-BE49-F238E27FC236}">
                <a16:creationId xmlns:a16="http://schemas.microsoft.com/office/drawing/2014/main" id="{B43E0504-516F-4981-9A2E-82E6E55F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</a:t>
            </a:r>
          </a:p>
        </p:txBody>
      </p:sp>
      <p:sp>
        <p:nvSpPr>
          <p:cNvPr id="12" name="footer-number-219">
            <a:extLst xmlns:a="http://schemas.openxmlformats.org/drawingml/2006/main">
              <a:ext uri="{FF2B5EF4-FFF2-40B4-BE49-F238E27FC236}">
                <a16:creationId xmlns:a16="http://schemas.microsoft.com/office/drawing/2014/main" id="{A8D9BE93-0A23-49E6-9537-063978A5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219</a:t>
            </a:r>
          </a:p>
        </p:txBody>
      </p:sp>
    </p:spTree>
    <p:extLst>
      <p:ext uri="{BB962C8B-B14F-4D97-AF65-F5344CB8AC3E}">
        <p14:creationId xmlns:p14="http://schemas.microsoft.com/office/powerpoint/2010/main" val="907627609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0-eyebrow">
            <a:extLst xmlns:a="http://schemas.openxmlformats.org/drawingml/2006/main">
              <a:ext uri="{FF2B5EF4-FFF2-40B4-BE49-F238E27FC236}">
                <a16:creationId xmlns:a16="http://schemas.microsoft.com/office/drawing/2014/main" id="{CDD94841-E585-449C-AEAA-824B96C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MIGRATION · WEIGHTED INTERSTATE MIGRANTS</a:t>
            </a:r>
          </a:p>
        </p:txBody>
      </p:sp>
      <p:sp>
        <p:nvSpPr>
          <p:cNvPr id="2" name="outcome-220-title">
            <a:extLst xmlns:a="http://schemas.openxmlformats.org/drawingml/2006/main">
              <a:ext uri="{FF2B5EF4-FFF2-40B4-BE49-F238E27FC236}">
                <a16:creationId xmlns:a16="http://schemas.microsoft.com/office/drawing/2014/main" id="{4D61266C-77EC-4E26-B6D4-9FB7E110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FC654-111B-445A-A72E-EC86CE74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7758b3a8b46a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0-table-label">
            <a:extLst xmlns:a="http://schemas.openxmlformats.org/drawingml/2006/main">
              <a:ext uri="{FF2B5EF4-FFF2-40B4-BE49-F238E27FC236}">
                <a16:creationId xmlns:a16="http://schemas.microsoft.com/office/drawing/2014/main" id="{D1BA1EDC-E8AD-4B22-A94C-61235466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620 (7.26k)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499 (1.24k)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1.19k (12.8k)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1.22k (3.47k)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1.30k (9.74k)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2.03k (5.52k)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1.35k (9.24k)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1.99k (5.24k)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1.21k (7.32k)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1.96k (4.91k)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0-note">
            <a:extLst xmlns:a="http://schemas.openxmlformats.org/drawingml/2006/main">
              <a:ext uri="{FF2B5EF4-FFF2-40B4-BE49-F238E27FC236}">
                <a16:creationId xmlns:a16="http://schemas.microsoft.com/office/drawing/2014/main" id="{C619B7AD-045B-42AB-87B0-75E8C3D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0">
            <a:extLst xmlns:a="http://schemas.openxmlformats.org/drawingml/2006/main">
              <a:ext uri="{FF2B5EF4-FFF2-40B4-BE49-F238E27FC236}">
                <a16:creationId xmlns:a16="http://schemas.microsoft.com/office/drawing/2014/main" id="{90AE4C1E-00EF-4197-B418-85FF1829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Migration</a:t>
            </a:r>
          </a:p>
        </p:txBody>
      </p:sp>
      <p:sp>
        <p:nvSpPr>
          <p:cNvPr id="9" name="footer-number-220">
            <a:extLst xmlns:a="http://schemas.openxmlformats.org/drawingml/2006/main">
              <a:ext uri="{FF2B5EF4-FFF2-40B4-BE49-F238E27FC236}">
                <a16:creationId xmlns:a16="http://schemas.microsoft.com/office/drawing/2014/main" id="{1A7DBC64-BE69-4A68-8587-17BD3726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879559046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1-eyebrow">
            <a:extLst xmlns:a="http://schemas.openxmlformats.org/drawingml/2006/main">
              <a:ext uri="{FF2B5EF4-FFF2-40B4-BE49-F238E27FC236}">
                <a16:creationId xmlns:a16="http://schemas.microsoft.com/office/drawing/2014/main" id="{0ED397AF-186B-4265-A74F-C1895CAC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MIGRATION · INTERSTATE MIGRANT SHARE OF DESTINATION AGE 5+</a:t>
            </a:r>
          </a:p>
        </p:txBody>
      </p:sp>
      <p:sp>
        <p:nvSpPr>
          <p:cNvPr id="2" name="outcome-221-title">
            <a:extLst xmlns:a="http://schemas.openxmlformats.org/drawingml/2006/main">
              <a:ext uri="{FF2B5EF4-FFF2-40B4-BE49-F238E27FC236}">
                <a16:creationId xmlns:a16="http://schemas.microsoft.com/office/drawing/2014/main" id="{AC6DE17E-D3F5-4B0A-B579-71435C9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0CDC0-B33C-40F6-9AE7-B70AD8C9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0c49cadd644c5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1-table-label">
            <a:extLst xmlns:a="http://schemas.openxmlformats.org/drawingml/2006/main">
              <a:ext uri="{FF2B5EF4-FFF2-40B4-BE49-F238E27FC236}">
                <a16:creationId xmlns:a16="http://schemas.microsoft.com/office/drawing/2014/main" id="{DDD4021C-972E-4F62-8E8B-694F3972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0.0181 (0.0353)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0.0256 (0.0345)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0.0248 (0.0359)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0.0409 (0.0522)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0.0274 (0.0268)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0.0545 (0.0571)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0.0261 (0.0221)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0.045 (0.041)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0.0227 (0.0205)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0.0368 (0.0293)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1-note">
            <a:extLst xmlns:a="http://schemas.openxmlformats.org/drawingml/2006/main">
              <a:ext uri="{FF2B5EF4-FFF2-40B4-BE49-F238E27FC236}">
                <a16:creationId xmlns:a16="http://schemas.microsoft.com/office/drawing/2014/main" id="{94843A61-A98D-4944-AE7C-A2766B14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1">
            <a:extLst xmlns:a="http://schemas.openxmlformats.org/drawingml/2006/main">
              <a:ext uri="{FF2B5EF4-FFF2-40B4-BE49-F238E27FC236}">
                <a16:creationId xmlns:a16="http://schemas.microsoft.com/office/drawing/2014/main" id="{F6571104-6EAB-4DC6-BB78-D317DC20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Migration</a:t>
            </a:r>
          </a:p>
        </p:txBody>
      </p:sp>
      <p:sp>
        <p:nvSpPr>
          <p:cNvPr id="9" name="footer-number-221">
            <a:extLst xmlns:a="http://schemas.openxmlformats.org/drawingml/2006/main">
              <a:ext uri="{FF2B5EF4-FFF2-40B4-BE49-F238E27FC236}">
                <a16:creationId xmlns:a16="http://schemas.microsoft.com/office/drawing/2014/main" id="{958A4919-50B7-4E24-83AF-7238A03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</p:spTree>
    <p:extLst>
      <p:ext uri="{BB962C8B-B14F-4D97-AF65-F5344CB8AC3E}">
        <p14:creationId xmlns:p14="http://schemas.microsoft.com/office/powerpoint/2010/main" val="42155521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2-eyebrow">
            <a:extLst xmlns:a="http://schemas.openxmlformats.org/drawingml/2006/main">
              <a:ext uri="{FF2B5EF4-FFF2-40B4-BE49-F238E27FC236}">
                <a16:creationId xmlns:a16="http://schemas.microsoft.com/office/drawing/2014/main" id="{D27C5883-CBBD-443A-831A-1452769C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EDUCATION · EDUCATION FUNDAMENTAL SHARE AGE 25+</a:t>
            </a:r>
          </a:p>
        </p:txBody>
      </p:sp>
      <p:sp>
        <p:nvSpPr>
          <p:cNvPr id="2" name="outcome-222-title">
            <a:extLst xmlns:a="http://schemas.openxmlformats.org/drawingml/2006/main">
              <a:ext uri="{FF2B5EF4-FFF2-40B4-BE49-F238E27FC236}">
                <a16:creationId xmlns:a16="http://schemas.microsoft.com/office/drawing/2014/main" id="{BA664AD6-825A-4ED3-BCF8-EC4B7711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A4274-C101-4F96-9A26-7B324D44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fa27a48794a2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2-table-label">
            <a:extLst xmlns:a="http://schemas.openxmlformats.org/drawingml/2006/main">
              <a:ext uri="{FF2B5EF4-FFF2-40B4-BE49-F238E27FC236}">
                <a16:creationId xmlns:a16="http://schemas.microsoft.com/office/drawing/2014/main" id="{9FFC6C48-0052-47C3-981F-B1AB7ED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0.0547 (0.032)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0.0675 (0.025)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0.0828 (0.0379)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0.0975 (0.0263)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 (0.0347)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0.136 (0.0207)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2-note">
            <a:extLst xmlns:a="http://schemas.openxmlformats.org/drawingml/2006/main">
              <a:ext uri="{FF2B5EF4-FFF2-40B4-BE49-F238E27FC236}">
                <a16:creationId xmlns:a16="http://schemas.microsoft.com/office/drawing/2014/main" id="{23AEEE37-FCDE-4B87-B5AB-B66419A9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2">
            <a:extLst xmlns:a="http://schemas.openxmlformats.org/drawingml/2006/main">
              <a:ext uri="{FF2B5EF4-FFF2-40B4-BE49-F238E27FC236}">
                <a16:creationId xmlns:a16="http://schemas.microsoft.com/office/drawing/2014/main" id="{0A26B25F-77F4-4EAE-B5AC-42C8D09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Education</a:t>
            </a:r>
          </a:p>
        </p:txBody>
      </p:sp>
      <p:sp>
        <p:nvSpPr>
          <p:cNvPr id="9" name="footer-number-222">
            <a:extLst xmlns:a="http://schemas.openxmlformats.org/drawingml/2006/main">
              <a:ext uri="{FF2B5EF4-FFF2-40B4-BE49-F238E27FC236}">
                <a16:creationId xmlns:a16="http://schemas.microsoft.com/office/drawing/2014/main" id="{2BB3682C-A542-4541-8318-DECEE769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222</a:t>
            </a:r>
          </a:p>
        </p:txBody>
      </p:sp>
    </p:spTree>
    <p:extLst>
      <p:ext uri="{BB962C8B-B14F-4D97-AF65-F5344CB8AC3E}">
        <p14:creationId xmlns:p14="http://schemas.microsoft.com/office/powerpoint/2010/main" val="198608166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3-eyebrow">
            <a:extLst xmlns:a="http://schemas.openxmlformats.org/drawingml/2006/main">
              <a:ext uri="{FF2B5EF4-FFF2-40B4-BE49-F238E27FC236}">
                <a16:creationId xmlns:a16="http://schemas.microsoft.com/office/drawing/2014/main" id="{871AA5BA-7116-47C1-A44D-072E6498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EDUCATION · EDUCATION LESS FUNDAMENTAL SHARE AGE 25+</a:t>
            </a:r>
          </a:p>
        </p:txBody>
      </p:sp>
      <p:sp>
        <p:nvSpPr>
          <p:cNvPr id="2" name="outcome-223-title">
            <a:extLst xmlns:a="http://schemas.openxmlformats.org/drawingml/2006/main">
              <a:ext uri="{FF2B5EF4-FFF2-40B4-BE49-F238E27FC236}">
                <a16:creationId xmlns:a16="http://schemas.microsoft.com/office/drawing/2014/main" id="{7A9FAF2A-3A3E-4B89-BA56-9CF41F24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1CEE2-74E8-4524-808C-34E89D19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c47bc0c3b4ff9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3-table-label">
            <a:extLst xmlns:a="http://schemas.openxmlformats.org/drawingml/2006/main">
              <a:ext uri="{FF2B5EF4-FFF2-40B4-BE49-F238E27FC236}">
                <a16:creationId xmlns:a16="http://schemas.microsoft.com/office/drawing/2014/main" id="{D2B312ED-88A3-42FE-B609-AACEA43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0.852 (0.0777)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0.828 (0.0648)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0.775 (0.0917)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0.754 (0.0736)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0.653 (0.113)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0.613 (0.0819)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3-note">
            <a:extLst xmlns:a="http://schemas.openxmlformats.org/drawingml/2006/main">
              <a:ext uri="{FF2B5EF4-FFF2-40B4-BE49-F238E27FC236}">
                <a16:creationId xmlns:a16="http://schemas.microsoft.com/office/drawing/2014/main" id="{7163EB8A-4C98-401A-83D1-764AD42F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3">
            <a:extLst xmlns:a="http://schemas.openxmlformats.org/drawingml/2006/main">
              <a:ext uri="{FF2B5EF4-FFF2-40B4-BE49-F238E27FC236}">
                <a16:creationId xmlns:a16="http://schemas.microsoft.com/office/drawing/2014/main" id="{5A358169-5559-4191-9ABC-FC8CB0C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Education</a:t>
            </a:r>
          </a:p>
        </p:txBody>
      </p:sp>
      <p:sp>
        <p:nvSpPr>
          <p:cNvPr id="9" name="footer-number-223">
            <a:extLst xmlns:a="http://schemas.openxmlformats.org/drawingml/2006/main">
              <a:ext uri="{FF2B5EF4-FFF2-40B4-BE49-F238E27FC236}">
                <a16:creationId xmlns:a16="http://schemas.microsoft.com/office/drawing/2014/main" id="{40FA1169-7056-4644-B8FC-3EBF247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223</a:t>
            </a:r>
          </a:p>
        </p:txBody>
      </p:sp>
    </p:spTree>
    <p:extLst>
      <p:ext uri="{BB962C8B-B14F-4D97-AF65-F5344CB8AC3E}">
        <p14:creationId xmlns:p14="http://schemas.microsoft.com/office/powerpoint/2010/main" val="2023272216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4-eyebrow">
            <a:extLst xmlns:a="http://schemas.openxmlformats.org/drawingml/2006/main">
              <a:ext uri="{FF2B5EF4-FFF2-40B4-BE49-F238E27FC236}">
                <a16:creationId xmlns:a16="http://schemas.microsoft.com/office/drawing/2014/main" id="{C3437A01-6C20-4767-900E-A95A3814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EDUCATION · EDUCATION SECONDARY SHARE AGE 25+</a:t>
            </a:r>
          </a:p>
        </p:txBody>
      </p:sp>
      <p:sp>
        <p:nvSpPr>
          <p:cNvPr id="2" name="outcome-224-title">
            <a:extLst xmlns:a="http://schemas.openxmlformats.org/drawingml/2006/main">
              <a:ext uri="{FF2B5EF4-FFF2-40B4-BE49-F238E27FC236}">
                <a16:creationId xmlns:a16="http://schemas.microsoft.com/office/drawing/2014/main" id="{BE0AF076-D3B2-4163-B65F-462B7C8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592BF-BE05-4F24-8272-F82A843E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44485823343ac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4-table-label">
            <a:extLst xmlns:a="http://schemas.openxmlformats.org/drawingml/2006/main">
              <a:ext uri="{FF2B5EF4-FFF2-40B4-BE49-F238E27FC236}">
                <a16:creationId xmlns:a16="http://schemas.microsoft.com/office/drawing/2014/main" id="{71C5FC74-EB1B-4A3C-A05F-32CCDFF8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0.0657 (0.0365)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0.078 (0.0327)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0.101 (0.0467)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0.115 (0.0382)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0.169 (0.06)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0.181 (0.0475)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4-note">
            <a:extLst xmlns:a="http://schemas.openxmlformats.org/drawingml/2006/main">
              <a:ext uri="{FF2B5EF4-FFF2-40B4-BE49-F238E27FC236}">
                <a16:creationId xmlns:a16="http://schemas.microsoft.com/office/drawing/2014/main" id="{A12AD738-AD8C-4110-BC1D-F456A0F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4">
            <a:extLst xmlns:a="http://schemas.openxmlformats.org/drawingml/2006/main">
              <a:ext uri="{FF2B5EF4-FFF2-40B4-BE49-F238E27FC236}">
                <a16:creationId xmlns:a16="http://schemas.microsoft.com/office/drawing/2014/main" id="{028A6924-CFDE-487B-9C22-C52ABDFC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Education</a:t>
            </a:r>
          </a:p>
        </p:txBody>
      </p:sp>
      <p:sp>
        <p:nvSpPr>
          <p:cNvPr id="9" name="footer-number-224">
            <a:extLst xmlns:a="http://schemas.openxmlformats.org/drawingml/2006/main">
              <a:ext uri="{FF2B5EF4-FFF2-40B4-BE49-F238E27FC236}">
                <a16:creationId xmlns:a16="http://schemas.microsoft.com/office/drawing/2014/main" id="{E2F565D9-8C4E-448C-B948-0785BEA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224</a:t>
            </a:r>
          </a:p>
        </p:txBody>
      </p:sp>
    </p:spTree>
    <p:extLst>
      <p:ext uri="{BB962C8B-B14F-4D97-AF65-F5344CB8AC3E}">
        <p14:creationId xmlns:p14="http://schemas.microsoft.com/office/powerpoint/2010/main" val="54799548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5-eyebrow">
            <a:extLst xmlns:a="http://schemas.openxmlformats.org/drawingml/2006/main">
              <a:ext uri="{FF2B5EF4-FFF2-40B4-BE49-F238E27FC236}">
                <a16:creationId xmlns:a16="http://schemas.microsoft.com/office/drawing/2014/main" id="{2D606F41-E07A-4B27-A53D-3F6826A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EDUCATION · EDUCATION TERTIARY SHARE AGE 25+</a:t>
            </a:r>
          </a:p>
        </p:txBody>
      </p:sp>
      <p:sp>
        <p:nvSpPr>
          <p:cNvPr id="2" name="outcome-225-title">
            <a:extLst xmlns:a="http://schemas.openxmlformats.org/drawingml/2006/main">
              <a:ext uri="{FF2B5EF4-FFF2-40B4-BE49-F238E27FC236}">
                <a16:creationId xmlns:a16="http://schemas.microsoft.com/office/drawing/2014/main" id="{2D3D2EB9-15E7-437B-94BD-D8A03C07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6D83A-1B1D-4790-939C-7021F0E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90212db69428b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5-table-label">
            <a:extLst xmlns:a="http://schemas.openxmlformats.org/drawingml/2006/main">
              <a:ext uri="{FF2B5EF4-FFF2-40B4-BE49-F238E27FC236}">
                <a16:creationId xmlns:a16="http://schemas.microsoft.com/office/drawing/2014/main" id="{6A22CE05-C4C3-4D46-95C8-541AA2DE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0.0277 (0.0199)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0.0268 (0.0166)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0.0406 (0.024)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0.0334 (0.0198)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0.0586 (0.0347)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0.0692 (0.0285)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5-note">
            <a:extLst xmlns:a="http://schemas.openxmlformats.org/drawingml/2006/main">
              <a:ext uri="{FF2B5EF4-FFF2-40B4-BE49-F238E27FC236}">
                <a16:creationId xmlns:a16="http://schemas.microsoft.com/office/drawing/2014/main" id="{FA79B2C4-A5F0-453A-9615-381AF730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5">
            <a:extLst xmlns:a="http://schemas.openxmlformats.org/drawingml/2006/main">
              <a:ext uri="{FF2B5EF4-FFF2-40B4-BE49-F238E27FC236}">
                <a16:creationId xmlns:a16="http://schemas.microsoft.com/office/drawing/2014/main" id="{0E6750E3-F8A9-46EA-A5DF-A98CBA83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Education</a:t>
            </a:r>
          </a:p>
        </p:txBody>
      </p:sp>
      <p:sp>
        <p:nvSpPr>
          <p:cNvPr id="9" name="footer-number-225">
            <a:extLst xmlns:a="http://schemas.openxmlformats.org/drawingml/2006/main">
              <a:ext uri="{FF2B5EF4-FFF2-40B4-BE49-F238E27FC236}">
                <a16:creationId xmlns:a16="http://schemas.microsoft.com/office/drawing/2014/main" id="{E8A64DD2-1E26-4431-AD2B-6B095D72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225</a:t>
            </a:r>
          </a:p>
        </p:txBody>
      </p:sp>
    </p:spTree>
    <p:extLst>
      <p:ext uri="{BB962C8B-B14F-4D97-AF65-F5344CB8AC3E}">
        <p14:creationId xmlns:p14="http://schemas.microsoft.com/office/powerpoint/2010/main" val="843014867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6-eyebrow">
            <a:extLst xmlns:a="http://schemas.openxmlformats.org/drawingml/2006/main">
              <a:ext uri="{FF2B5EF4-FFF2-40B4-BE49-F238E27FC236}">
                <a16:creationId xmlns:a16="http://schemas.microsoft.com/office/drawing/2014/main" id="{FF18516A-8D03-4CC8-BC15-CF6712B4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EDUCATION · LITERACY SHARE AGE 15+</a:t>
            </a:r>
          </a:p>
        </p:txBody>
      </p:sp>
      <p:sp>
        <p:nvSpPr>
          <p:cNvPr id="2" name="outcome-226-title">
            <a:extLst xmlns:a="http://schemas.openxmlformats.org/drawingml/2006/main">
              <a:ext uri="{FF2B5EF4-FFF2-40B4-BE49-F238E27FC236}">
                <a16:creationId xmlns:a16="http://schemas.microsoft.com/office/drawing/2014/main" id="{71A61E10-C265-4CD9-B82D-25470DA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22434-A12C-4FEA-A1DA-72F8AA9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aa450e884429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6-table-label">
            <a:extLst xmlns:a="http://schemas.openxmlformats.org/drawingml/2006/main">
              <a:ext uri="{FF2B5EF4-FFF2-40B4-BE49-F238E27FC236}">
                <a16:creationId xmlns:a16="http://schemas.microsoft.com/office/drawing/2014/main" id="{C0A8139C-34F6-4ACE-918F-0CCD541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(0.181)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0.646 (0.124)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0.632 (0.181)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0.718 (0.109)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0.701 (0.165)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0.789 (0.0858)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0.792 (0.121)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0.86 (0.0527)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0.842 (0.0979)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0.895 (0.039)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6-note">
            <a:extLst xmlns:a="http://schemas.openxmlformats.org/drawingml/2006/main">
              <a:ext uri="{FF2B5EF4-FFF2-40B4-BE49-F238E27FC236}">
                <a16:creationId xmlns:a16="http://schemas.microsoft.com/office/drawing/2014/main" id="{4A5C1ED4-1EBD-4BB9-8E2E-6C5F2061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6">
            <a:extLst xmlns:a="http://schemas.openxmlformats.org/drawingml/2006/main">
              <a:ext uri="{FF2B5EF4-FFF2-40B4-BE49-F238E27FC236}">
                <a16:creationId xmlns:a16="http://schemas.microsoft.com/office/drawing/2014/main" id="{F7026137-F117-424A-A48F-08D711E7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Education</a:t>
            </a:r>
          </a:p>
        </p:txBody>
      </p:sp>
      <p:sp>
        <p:nvSpPr>
          <p:cNvPr id="9" name="footer-number-226">
            <a:extLst xmlns:a="http://schemas.openxmlformats.org/drawingml/2006/main">
              <a:ext uri="{FF2B5EF4-FFF2-40B4-BE49-F238E27FC236}">
                <a16:creationId xmlns:a16="http://schemas.microsoft.com/office/drawing/2014/main" id="{4B7FF5C4-79B2-4F99-877A-98E68ED0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55340682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7-eyebrow">
            <a:extLst xmlns:a="http://schemas.openxmlformats.org/drawingml/2006/main">
              <a:ext uri="{FF2B5EF4-FFF2-40B4-BE49-F238E27FC236}">
                <a16:creationId xmlns:a16="http://schemas.microsoft.com/office/drawing/2014/main" id="{BCC37128-1C0F-44E5-8189-40E87130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EDUCATION · MEAN EDUCATION YEARS AGE 25+</a:t>
            </a:r>
          </a:p>
        </p:txBody>
      </p:sp>
      <p:sp>
        <p:nvSpPr>
          <p:cNvPr id="2" name="outcome-227-title">
            <a:extLst xmlns:a="http://schemas.openxmlformats.org/drawingml/2006/main">
              <a:ext uri="{FF2B5EF4-FFF2-40B4-BE49-F238E27FC236}">
                <a16:creationId xmlns:a16="http://schemas.microsoft.com/office/drawing/2014/main" id="{46EE5B6E-2B09-4064-BC64-23FDF8FC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C43B9-8082-42CB-A33F-7E1DFA4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0ab9308d7491d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7-table-label">
            <a:extLst xmlns:a="http://schemas.openxmlformats.org/drawingml/2006/main">
              <a:ext uri="{FF2B5EF4-FFF2-40B4-BE49-F238E27FC236}">
                <a16:creationId xmlns:a16="http://schemas.microsoft.com/office/drawing/2014/main" id="{B063CCDE-AB8D-47B4-8F65-5BCF67CA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3.46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3.96 (0.865)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4.48 (1.16)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4.86 (0.853)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27-note">
            <a:extLst xmlns:a="http://schemas.openxmlformats.org/drawingml/2006/main">
              <a:ext uri="{FF2B5EF4-FFF2-40B4-BE49-F238E27FC236}">
                <a16:creationId xmlns:a16="http://schemas.microsoft.com/office/drawing/2014/main" id="{6BA23D02-6699-4C80-9857-718C785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7">
            <a:extLst xmlns:a="http://schemas.openxmlformats.org/drawingml/2006/main">
              <a:ext uri="{FF2B5EF4-FFF2-40B4-BE49-F238E27FC236}">
                <a16:creationId xmlns:a16="http://schemas.microsoft.com/office/drawing/2014/main" id="{896CA12D-DB12-4341-8EDA-42DD2928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Education</a:t>
            </a:r>
          </a:p>
        </p:txBody>
      </p:sp>
      <p:sp>
        <p:nvSpPr>
          <p:cNvPr id="9" name="footer-number-227">
            <a:extLst xmlns:a="http://schemas.openxmlformats.org/drawingml/2006/main">
              <a:ext uri="{FF2B5EF4-FFF2-40B4-BE49-F238E27FC236}">
                <a16:creationId xmlns:a16="http://schemas.microsoft.com/office/drawing/2014/main" id="{3DB25CF5-F8E4-43B9-8E19-C0A9BE8B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227</a:t>
            </a:r>
          </a:p>
        </p:txBody>
      </p:sp>
    </p:spTree>
    <p:extLst>
      <p:ext uri="{BB962C8B-B14F-4D97-AF65-F5344CB8AC3E}">
        <p14:creationId xmlns:p14="http://schemas.microsoft.com/office/powerpoint/2010/main" val="1358609795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8-eyebrow">
            <a:extLst xmlns:a="http://schemas.openxmlformats.org/drawingml/2006/main">
              <a:ext uri="{FF2B5EF4-FFF2-40B4-BE49-F238E27FC236}">
                <a16:creationId xmlns:a16="http://schemas.microsoft.com/office/drawing/2014/main" id="{DDF2EBF1-06CC-45B8-B4C9-E12C056F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LABOR MARKET · EMPLOYMENT SHARE AGE 15+</a:t>
            </a:r>
          </a:p>
        </p:txBody>
      </p:sp>
      <p:sp>
        <p:nvSpPr>
          <p:cNvPr id="2" name="outcome-228-title">
            <a:extLst xmlns:a="http://schemas.openxmlformats.org/drawingml/2006/main">
              <a:ext uri="{FF2B5EF4-FFF2-40B4-BE49-F238E27FC236}">
                <a16:creationId xmlns:a16="http://schemas.microsoft.com/office/drawing/2014/main" id="{D2E52213-C187-4825-8B6B-9702C3E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5358B-31D7-4741-B170-60904B84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47b03210647e5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8-table-label">
            <a:extLst xmlns:a="http://schemas.openxmlformats.org/drawingml/2006/main">
              <a:ext uri="{FF2B5EF4-FFF2-40B4-BE49-F238E27FC236}">
                <a16:creationId xmlns:a16="http://schemas.microsoft.com/office/drawing/2014/main" id="{3237AB50-1D69-4A41-A922-8CF1DA4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0.644 (0.274)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0.706 (0.207)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0.781 (0.18)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0.797 (0.228)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0.933 (0.0348)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0.936 (0.0258)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8-note">
            <a:extLst xmlns:a="http://schemas.openxmlformats.org/drawingml/2006/main">
              <a:ext uri="{FF2B5EF4-FFF2-40B4-BE49-F238E27FC236}">
                <a16:creationId xmlns:a16="http://schemas.microsoft.com/office/drawing/2014/main" id="{7ADF881D-8EF6-481C-B40A-37814B7F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8">
            <a:extLst xmlns:a="http://schemas.openxmlformats.org/drawingml/2006/main">
              <a:ext uri="{FF2B5EF4-FFF2-40B4-BE49-F238E27FC236}">
                <a16:creationId xmlns:a16="http://schemas.microsoft.com/office/drawing/2014/main" id="{A9FC894A-BB62-454E-9CAD-D05818D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Labor market</a:t>
            </a:r>
          </a:p>
        </p:txBody>
      </p:sp>
      <p:sp>
        <p:nvSpPr>
          <p:cNvPr id="9" name="footer-number-228">
            <a:extLst xmlns:a="http://schemas.openxmlformats.org/drawingml/2006/main">
              <a:ext uri="{FF2B5EF4-FFF2-40B4-BE49-F238E27FC236}">
                <a16:creationId xmlns:a16="http://schemas.microsoft.com/office/drawing/2014/main" id="{FD8E814F-841E-49FB-B5D2-13D6F0C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228</a:t>
            </a:r>
          </a:p>
        </p:txBody>
      </p:sp>
    </p:spTree>
    <p:extLst>
      <p:ext uri="{BB962C8B-B14F-4D97-AF65-F5344CB8AC3E}">
        <p14:creationId xmlns:p14="http://schemas.microsoft.com/office/powerpoint/2010/main" val="145391521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29-eyebrow">
            <a:extLst xmlns:a="http://schemas.openxmlformats.org/drawingml/2006/main">
              <a:ext uri="{FF2B5EF4-FFF2-40B4-BE49-F238E27FC236}">
                <a16:creationId xmlns:a16="http://schemas.microsoft.com/office/drawing/2014/main" id="{08231802-1456-48D0-AE69-1ED0F71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LABOR MARKET · LABOR FORCE SHARE AGE 15+</a:t>
            </a:r>
          </a:p>
        </p:txBody>
      </p:sp>
      <p:sp>
        <p:nvSpPr>
          <p:cNvPr id="2" name="outcome-229-title">
            <a:extLst xmlns:a="http://schemas.openxmlformats.org/drawingml/2006/main">
              <a:ext uri="{FF2B5EF4-FFF2-40B4-BE49-F238E27FC236}">
                <a16:creationId xmlns:a16="http://schemas.microsoft.com/office/drawing/2014/main" id="{3E17D7CF-109B-4F3B-A3B1-9C11BF38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1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72960-633F-4B72-8423-3C1844D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7505c234546f0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29-table-label">
            <a:extLst xmlns:a="http://schemas.openxmlformats.org/drawingml/2006/main">
              <a:ext uri="{FF2B5EF4-FFF2-40B4-BE49-F238E27FC236}">
                <a16:creationId xmlns:a16="http://schemas.microsoft.com/office/drawing/2014/main" id="{1F984D89-2207-4FE3-9ADF-8E1A8E3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83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0.604 (0.0859)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0.646 (0.052)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29-note">
            <a:extLst xmlns:a="http://schemas.openxmlformats.org/drawingml/2006/main">
              <a:ext uri="{FF2B5EF4-FFF2-40B4-BE49-F238E27FC236}">
                <a16:creationId xmlns:a16="http://schemas.microsoft.com/office/drawing/2014/main" id="{7F250C48-6971-43BA-9922-B2B17DC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29">
            <a:extLst xmlns:a="http://schemas.openxmlformats.org/drawingml/2006/main">
              <a:ext uri="{FF2B5EF4-FFF2-40B4-BE49-F238E27FC236}">
                <a16:creationId xmlns:a16="http://schemas.microsoft.com/office/drawing/2014/main" id="{F8FD0712-D879-4811-80C3-13812391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Labor market</a:t>
            </a:r>
          </a:p>
        </p:txBody>
      </p:sp>
      <p:sp>
        <p:nvSpPr>
          <p:cNvPr id="9" name="footer-number-229">
            <a:extLst xmlns:a="http://schemas.openxmlformats.org/drawingml/2006/main">
              <a:ext uri="{FF2B5EF4-FFF2-40B4-BE49-F238E27FC236}">
                <a16:creationId xmlns:a16="http://schemas.microsoft.com/office/drawing/2014/main" id="{632C410B-D068-4C97-95CC-55A2D7B9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229</a:t>
            </a:r>
          </a:p>
        </p:txBody>
      </p:sp>
    </p:spTree>
    <p:extLst>
      <p:ext uri="{BB962C8B-B14F-4D97-AF65-F5344CB8AC3E}">
        <p14:creationId xmlns:p14="http://schemas.microsoft.com/office/powerpoint/2010/main" val="2131619825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0-eyebrow">
            <a:extLst xmlns:a="http://schemas.openxmlformats.org/drawingml/2006/main">
              <a:ext uri="{FF2B5EF4-FFF2-40B4-BE49-F238E27FC236}">
                <a16:creationId xmlns:a16="http://schemas.microsoft.com/office/drawing/2014/main" id="{ACB06225-DAD1-4292-9518-104DA33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HOUSING AND AMENITIES · ELECTRICITY SHARE</a:t>
            </a:r>
          </a:p>
        </p:txBody>
      </p:sp>
      <p:sp>
        <p:nvSpPr>
          <p:cNvPr id="2" name="outcome-230-title">
            <a:extLst xmlns:a="http://schemas.openxmlformats.org/drawingml/2006/main">
              <a:ext uri="{FF2B5EF4-FFF2-40B4-BE49-F238E27FC236}">
                <a16:creationId xmlns:a16="http://schemas.microsoft.com/office/drawing/2014/main" id="{C3B7779D-39E2-4299-B18F-156EEA4A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E9E6D-BA2B-4F8D-9736-F63D1EB2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a09ff384b48a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0-table-label">
            <a:extLst xmlns:a="http://schemas.openxmlformats.org/drawingml/2006/main">
              <a:ext uri="{FF2B5EF4-FFF2-40B4-BE49-F238E27FC236}">
                <a16:creationId xmlns:a16="http://schemas.microsoft.com/office/drawing/2014/main" id="{F94C067F-B74E-41BC-B15C-D015F882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(0.227)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0.242 (0.183)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0.363 (0.237)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0.379 (0.211)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0.738 (0.234)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 (0.171)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0.853 (0.162)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0.896 (0.122)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0.971 (0.0568)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0.982 (0.022)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0-note">
            <a:extLst xmlns:a="http://schemas.openxmlformats.org/drawingml/2006/main">
              <a:ext uri="{FF2B5EF4-FFF2-40B4-BE49-F238E27FC236}">
                <a16:creationId xmlns:a16="http://schemas.microsoft.com/office/drawing/2014/main" id="{26A1D8E1-6CC8-47F0-9C9E-508BA53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0">
            <a:extLst xmlns:a="http://schemas.openxmlformats.org/drawingml/2006/main">
              <a:ext uri="{FF2B5EF4-FFF2-40B4-BE49-F238E27FC236}">
                <a16:creationId xmlns:a16="http://schemas.microsoft.com/office/drawing/2014/main" id="{3D69DA30-77D5-4294-84C5-34239FD1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Housing and amenities</a:t>
            </a:r>
          </a:p>
        </p:txBody>
      </p:sp>
      <p:sp>
        <p:nvSpPr>
          <p:cNvPr id="9" name="footer-number-230">
            <a:extLst xmlns:a="http://schemas.openxmlformats.org/drawingml/2006/main">
              <a:ext uri="{FF2B5EF4-FFF2-40B4-BE49-F238E27FC236}">
                <a16:creationId xmlns:a16="http://schemas.microsoft.com/office/drawing/2014/main" id="{5B9F3F77-23E2-4B1A-A2B3-2E9BE876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230</a:t>
            </a:r>
          </a:p>
        </p:txBody>
      </p:sp>
    </p:spTree>
    <p:extLst>
      <p:ext uri="{BB962C8B-B14F-4D97-AF65-F5344CB8AC3E}">
        <p14:creationId xmlns:p14="http://schemas.microsoft.com/office/powerpoint/2010/main" val="1702675352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1-eyebrow">
            <a:extLst xmlns:a="http://schemas.openxmlformats.org/drawingml/2006/main">
              <a:ext uri="{FF2B5EF4-FFF2-40B4-BE49-F238E27FC236}">
                <a16:creationId xmlns:a16="http://schemas.microsoft.com/office/drawing/2014/main" id="{0E6B1EDA-AEC1-42AD-A155-94DBCEC8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HOUSING AND AMENITIES · AUTOMOBILE SHARE</a:t>
            </a:r>
          </a:p>
        </p:txBody>
      </p:sp>
      <p:sp>
        <p:nvSpPr>
          <p:cNvPr id="2" name="outcome-231-title">
            <a:extLst xmlns:a="http://schemas.openxmlformats.org/drawingml/2006/main">
              <a:ext uri="{FF2B5EF4-FFF2-40B4-BE49-F238E27FC236}">
                <a16:creationId xmlns:a16="http://schemas.microsoft.com/office/drawing/2014/main" id="{81391AA5-2915-4B81-8B4A-2C85019D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3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8E5E8-FCA6-445C-9530-1752F3A3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c4162f7ae465c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1-table-label">
            <a:extLst xmlns:a="http://schemas.openxmlformats.org/drawingml/2006/main">
              <a:ext uri="{FF2B5EF4-FFF2-40B4-BE49-F238E27FC236}">
                <a16:creationId xmlns:a16="http://schemas.microsoft.com/office/drawing/2014/main" id="{AA9457C3-0618-44D2-A559-C6CD6690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0.0466 (0.044)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0.0493 (0.0307)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0.156 (0.113)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0.177 (0.0625)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0.284 (0.206)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0.371 (0.0837)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1-note">
            <a:extLst xmlns:a="http://schemas.openxmlformats.org/drawingml/2006/main">
              <a:ext uri="{FF2B5EF4-FFF2-40B4-BE49-F238E27FC236}">
                <a16:creationId xmlns:a16="http://schemas.microsoft.com/office/drawing/2014/main" id="{B21FCCC6-2219-4E16-8B5E-F026339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1">
            <a:extLst xmlns:a="http://schemas.openxmlformats.org/drawingml/2006/main">
              <a:ext uri="{FF2B5EF4-FFF2-40B4-BE49-F238E27FC236}">
                <a16:creationId xmlns:a16="http://schemas.microsoft.com/office/drawing/2014/main" id="{449890F7-5BCD-4BC5-9016-539B9E1D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Housing and amenities</a:t>
            </a:r>
          </a:p>
        </p:txBody>
      </p:sp>
      <p:sp>
        <p:nvSpPr>
          <p:cNvPr id="9" name="footer-number-231">
            <a:extLst xmlns:a="http://schemas.openxmlformats.org/drawingml/2006/main">
              <a:ext uri="{FF2B5EF4-FFF2-40B4-BE49-F238E27FC236}">
                <a16:creationId xmlns:a16="http://schemas.microsoft.com/office/drawing/2014/main" id="{EED786DD-92BC-48C4-ACAB-584FCD77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231</a:t>
            </a:r>
          </a:p>
        </p:txBody>
      </p:sp>
    </p:spTree>
    <p:extLst>
      <p:ext uri="{BB962C8B-B14F-4D97-AF65-F5344CB8AC3E}">
        <p14:creationId xmlns:p14="http://schemas.microsoft.com/office/powerpoint/2010/main" val="686219876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2-eyebrow">
            <a:extLst xmlns:a="http://schemas.openxmlformats.org/drawingml/2006/main">
              <a:ext uri="{FF2B5EF4-FFF2-40B4-BE49-F238E27FC236}">
                <a16:creationId xmlns:a16="http://schemas.microsoft.com/office/drawing/2014/main" id="{BA23271C-FAFC-4A84-B63C-28B0244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HOUSING AND AMENITIES · MEAN BATHROOMS</a:t>
            </a:r>
          </a:p>
        </p:txBody>
      </p:sp>
      <p:sp>
        <p:nvSpPr>
          <p:cNvPr id="2" name="outcome-232-title">
            <a:extLst xmlns:a="http://schemas.openxmlformats.org/drawingml/2006/main">
              <a:ext uri="{FF2B5EF4-FFF2-40B4-BE49-F238E27FC236}">
                <a16:creationId xmlns:a16="http://schemas.microsoft.com/office/drawing/2014/main" id="{263D75D1-AF07-4113-9A2F-A8A6CF5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2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AFF06-82CF-4C2B-ADDC-12E7B9D3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e1c1edf004881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2-table-label">
            <a:extLst xmlns:a="http://schemas.openxmlformats.org/drawingml/2006/main">
              <a:ext uri="{FF2B5EF4-FFF2-40B4-BE49-F238E27FC236}">
                <a16:creationId xmlns:a16="http://schemas.microsoft.com/office/drawing/2014/main" id="{A1FF54C7-BB9C-4158-B1BB-217D306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0.727 (0.359)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0.97 (0.24)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1.05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1.24 (0.134)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32-note">
            <a:extLst xmlns:a="http://schemas.openxmlformats.org/drawingml/2006/main">
              <a:ext uri="{FF2B5EF4-FFF2-40B4-BE49-F238E27FC236}">
                <a16:creationId xmlns:a16="http://schemas.microsoft.com/office/drawing/2014/main" id="{2B4E3307-24F2-4BE6-9FB4-E309325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2">
            <a:extLst xmlns:a="http://schemas.openxmlformats.org/drawingml/2006/main">
              <a:ext uri="{FF2B5EF4-FFF2-40B4-BE49-F238E27FC236}">
                <a16:creationId xmlns:a16="http://schemas.microsoft.com/office/drawing/2014/main" id="{C6B460AD-23C9-4949-A4B9-63E43BE6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Housing and amenities</a:t>
            </a:r>
          </a:p>
        </p:txBody>
      </p:sp>
      <p:sp>
        <p:nvSpPr>
          <p:cNvPr id="9" name="footer-number-232">
            <a:extLst xmlns:a="http://schemas.openxmlformats.org/drawingml/2006/main">
              <a:ext uri="{FF2B5EF4-FFF2-40B4-BE49-F238E27FC236}">
                <a16:creationId xmlns:a16="http://schemas.microsoft.com/office/drawing/2014/main" id="{BFEBD82E-D66C-4273-B996-6E8241DE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232</a:t>
            </a:r>
          </a:p>
        </p:txBody>
      </p:sp>
    </p:spTree>
    <p:extLst>
      <p:ext uri="{BB962C8B-B14F-4D97-AF65-F5344CB8AC3E}">
        <p14:creationId xmlns:p14="http://schemas.microsoft.com/office/powerpoint/2010/main" val="1621160537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3-eyebrow">
            <a:extLst xmlns:a="http://schemas.openxmlformats.org/drawingml/2006/main">
              <a:ext uri="{FF2B5EF4-FFF2-40B4-BE49-F238E27FC236}">
                <a16:creationId xmlns:a16="http://schemas.microsoft.com/office/drawing/2014/main" id="{8F7D68D5-FB03-4DF0-9BDB-75DCE9DB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HOUSING AND AMENITIES · MEAN BEDROOMS</a:t>
            </a:r>
          </a:p>
        </p:txBody>
      </p:sp>
      <p:sp>
        <p:nvSpPr>
          <p:cNvPr id="2" name="outcome-233-title">
            <a:extLst xmlns:a="http://schemas.openxmlformats.org/drawingml/2006/main">
              <a:ext uri="{FF2B5EF4-FFF2-40B4-BE49-F238E27FC236}">
                <a16:creationId xmlns:a16="http://schemas.microsoft.com/office/drawing/2014/main" id="{747733A7-B288-4F7E-872F-61302365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BCC89-F33B-4544-814F-541869F5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582d99543451e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3-table-label">
            <a:extLst xmlns:a="http://schemas.openxmlformats.org/drawingml/2006/main">
              <a:ext uri="{FF2B5EF4-FFF2-40B4-BE49-F238E27FC236}">
                <a16:creationId xmlns:a16="http://schemas.microsoft.com/office/drawing/2014/main" id="{36D3E378-B086-4818-B97F-DDFA692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(0.361)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2.43 (0.259)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2.44 (0.286)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2.41 (0.207)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2.29 (0.133)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2.32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2.24 (0.154)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2.31 (0.139)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3-note">
            <a:extLst xmlns:a="http://schemas.openxmlformats.org/drawingml/2006/main">
              <a:ext uri="{FF2B5EF4-FFF2-40B4-BE49-F238E27FC236}">
                <a16:creationId xmlns:a16="http://schemas.microsoft.com/office/drawing/2014/main" id="{94028EAE-C436-4E86-A015-3216F776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3">
            <a:extLst xmlns:a="http://schemas.openxmlformats.org/drawingml/2006/main">
              <a:ext uri="{FF2B5EF4-FFF2-40B4-BE49-F238E27FC236}">
                <a16:creationId xmlns:a16="http://schemas.microsoft.com/office/drawing/2014/main" id="{134056E8-593C-44FB-8468-F6A9E70F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Housing and amenities</a:t>
            </a:r>
          </a:p>
        </p:txBody>
      </p:sp>
      <p:sp>
        <p:nvSpPr>
          <p:cNvPr id="9" name="footer-number-233">
            <a:extLst xmlns:a="http://schemas.openxmlformats.org/drawingml/2006/main">
              <a:ext uri="{FF2B5EF4-FFF2-40B4-BE49-F238E27FC236}">
                <a16:creationId xmlns:a16="http://schemas.microsoft.com/office/drawing/2014/main" id="{160412B6-A4E2-4474-B787-9EC9F9BE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233</a:t>
            </a:r>
          </a:p>
        </p:txBody>
      </p:sp>
    </p:spTree>
    <p:extLst>
      <p:ext uri="{BB962C8B-B14F-4D97-AF65-F5344CB8AC3E}">
        <p14:creationId xmlns:p14="http://schemas.microsoft.com/office/powerpoint/2010/main" val="1170251034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4-eyebrow">
            <a:extLst xmlns:a="http://schemas.openxmlformats.org/drawingml/2006/main">
              <a:ext uri="{FF2B5EF4-FFF2-40B4-BE49-F238E27FC236}">
                <a16:creationId xmlns:a16="http://schemas.microsoft.com/office/drawing/2014/main" id="{07B92E66-26D6-4676-AF18-CC8562E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HOUSING AND AMENITIES · MEAN ROOMS</a:t>
            </a:r>
          </a:p>
        </p:txBody>
      </p:sp>
      <p:sp>
        <p:nvSpPr>
          <p:cNvPr id="2" name="outcome-234-title">
            <a:extLst xmlns:a="http://schemas.openxmlformats.org/drawingml/2006/main">
              <a:ext uri="{FF2B5EF4-FFF2-40B4-BE49-F238E27FC236}">
                <a16:creationId xmlns:a16="http://schemas.microsoft.com/office/drawing/2014/main" id="{D6309396-5657-469A-989A-81A501DB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4583D-C0E2-404D-AFFD-462C74F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79f1c8e064426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4-table-label">
            <a:extLst xmlns:a="http://schemas.openxmlformats.org/drawingml/2006/main">
              <a:ext uri="{FF2B5EF4-FFF2-40B4-BE49-F238E27FC236}">
                <a16:creationId xmlns:a16="http://schemas.microsoft.com/office/drawing/2014/main" id="{E2320592-CA93-4A04-9E03-3BDEB2B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5.36 (0.576)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5.54 (1.68)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6.68 (4)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5.68 (0.685)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5.93 (0.496)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5.65 (0.722)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5.71 (0.395)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5.82 (0.623)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6.01 (0.406)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4-note">
            <a:extLst xmlns:a="http://schemas.openxmlformats.org/drawingml/2006/main">
              <a:ext uri="{FF2B5EF4-FFF2-40B4-BE49-F238E27FC236}">
                <a16:creationId xmlns:a16="http://schemas.microsoft.com/office/drawing/2014/main" id="{6293171C-4ED1-42D8-A651-F2101EE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4">
            <a:extLst xmlns:a="http://schemas.openxmlformats.org/drawingml/2006/main">
              <a:ext uri="{FF2B5EF4-FFF2-40B4-BE49-F238E27FC236}">
                <a16:creationId xmlns:a16="http://schemas.microsoft.com/office/drawing/2014/main" id="{B5256195-AD77-4C66-8392-C759A1C4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Housing and amenities</a:t>
            </a:r>
          </a:p>
        </p:txBody>
      </p:sp>
      <p:sp>
        <p:nvSpPr>
          <p:cNvPr id="9" name="footer-number-234">
            <a:extLst xmlns:a="http://schemas.openxmlformats.org/drawingml/2006/main">
              <a:ext uri="{FF2B5EF4-FFF2-40B4-BE49-F238E27FC236}">
                <a16:creationId xmlns:a16="http://schemas.microsoft.com/office/drawing/2014/main" id="{C12910A3-0B96-47C5-B25C-117E5654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1029507632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5-eyebrow">
            <a:extLst xmlns:a="http://schemas.openxmlformats.org/drawingml/2006/main">
              <a:ext uri="{FF2B5EF4-FFF2-40B4-BE49-F238E27FC236}">
                <a16:creationId xmlns:a16="http://schemas.microsoft.com/office/drawing/2014/main" id="{45C69E6D-1D4E-43E1-A701-3E56275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HOUSING AND AMENITIES · REFRIGERATOR SHARE</a:t>
            </a:r>
          </a:p>
        </p:txBody>
      </p:sp>
      <p:sp>
        <p:nvSpPr>
          <p:cNvPr id="2" name="outcome-235-title">
            <a:extLst xmlns:a="http://schemas.openxmlformats.org/drawingml/2006/main">
              <a:ext uri="{FF2B5EF4-FFF2-40B4-BE49-F238E27FC236}">
                <a16:creationId xmlns:a16="http://schemas.microsoft.com/office/drawing/2014/main" id="{26B8FBA4-DFF4-42BA-B321-FAB00B27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BF95E-25FC-4233-90CC-02211E23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564d75e36450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5-table-label">
            <a:extLst xmlns:a="http://schemas.openxmlformats.org/drawingml/2006/main">
              <a:ext uri="{FF2B5EF4-FFF2-40B4-BE49-F238E27FC236}">
                <a16:creationId xmlns:a16="http://schemas.microsoft.com/office/drawing/2014/main" id="{AA8F61C1-7CB2-40F9-AAC1-8FE95715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0.0952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0.0868 (0.0801)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0.277 (0.225)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0.252 (0.143)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0.616 (0.212)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0.68 (0.115)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0.634 (0.233)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0.752 (0.162)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0.881 (0.118)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0.94 (0.0416)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5-note">
            <a:extLst xmlns:a="http://schemas.openxmlformats.org/drawingml/2006/main">
              <a:ext uri="{FF2B5EF4-FFF2-40B4-BE49-F238E27FC236}">
                <a16:creationId xmlns:a16="http://schemas.microsoft.com/office/drawing/2014/main" id="{5DA0E796-0F83-4542-B314-A856DF87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5">
            <a:extLst xmlns:a="http://schemas.openxmlformats.org/drawingml/2006/main">
              <a:ext uri="{FF2B5EF4-FFF2-40B4-BE49-F238E27FC236}">
                <a16:creationId xmlns:a16="http://schemas.microsoft.com/office/drawing/2014/main" id="{B8A392F3-D32E-4100-91CF-D9CBD220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Housing and amenities</a:t>
            </a:r>
          </a:p>
        </p:txBody>
      </p:sp>
      <p:sp>
        <p:nvSpPr>
          <p:cNvPr id="9" name="footer-number-235">
            <a:extLst xmlns:a="http://schemas.openxmlformats.org/drawingml/2006/main">
              <a:ext uri="{FF2B5EF4-FFF2-40B4-BE49-F238E27FC236}">
                <a16:creationId xmlns:a16="http://schemas.microsoft.com/office/drawing/2014/main" id="{2D51FF31-B87E-4EE6-87D4-D04F3358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235</a:t>
            </a:r>
          </a:p>
        </p:txBody>
      </p:sp>
    </p:spTree>
    <p:extLst>
      <p:ext uri="{BB962C8B-B14F-4D97-AF65-F5344CB8AC3E}">
        <p14:creationId xmlns:p14="http://schemas.microsoft.com/office/powerpoint/2010/main" val="1474113117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6-eyebrow">
            <a:extLst xmlns:a="http://schemas.openxmlformats.org/drawingml/2006/main">
              <a:ext uri="{FF2B5EF4-FFF2-40B4-BE49-F238E27FC236}">
                <a16:creationId xmlns:a16="http://schemas.microsoft.com/office/drawing/2014/main" id="{F9EFFE06-48AC-443C-946B-565EF440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INCOME DISTRIBUTION · ZERO INCOME SHARE AGE 15+</a:t>
            </a:r>
          </a:p>
        </p:txBody>
      </p:sp>
      <p:sp>
        <p:nvSpPr>
          <p:cNvPr id="2" name="outcome-236-title">
            <a:extLst xmlns:a="http://schemas.openxmlformats.org/drawingml/2006/main">
              <a:ext uri="{FF2B5EF4-FFF2-40B4-BE49-F238E27FC236}">
                <a16:creationId xmlns:a16="http://schemas.microsoft.com/office/drawing/2014/main" id="{142A9B53-A90C-4F2C-A498-D1D974A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64EE6-4016-4BAF-ACCE-144D963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aba90d7754cb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6-table-label">
            <a:extLst xmlns:a="http://schemas.openxmlformats.org/drawingml/2006/main">
              <a:ext uri="{FF2B5EF4-FFF2-40B4-BE49-F238E27FC236}">
                <a16:creationId xmlns:a16="http://schemas.microsoft.com/office/drawing/2014/main" id="{9B6D5BFF-2EFA-43E0-904D-96A046B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0.0229 (0.0472)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0.0144 (0.013)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0.533 (0.0855)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0.488 (0.0624)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0.387 (0.0695)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0.353 (0.0484)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0.369 (0.0875)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0.332 (0.0489)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(0.0769)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(0.0456)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6-note">
            <a:extLst xmlns:a="http://schemas.openxmlformats.org/drawingml/2006/main">
              <a:ext uri="{FF2B5EF4-FFF2-40B4-BE49-F238E27FC236}">
                <a16:creationId xmlns:a16="http://schemas.microsoft.com/office/drawing/2014/main" id="{ED9B762E-C590-4C30-909B-F87AADB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6">
            <a:extLst xmlns:a="http://schemas.openxmlformats.org/drawingml/2006/main">
              <a:ext uri="{FF2B5EF4-FFF2-40B4-BE49-F238E27FC236}">
                <a16:creationId xmlns:a16="http://schemas.microsoft.com/office/drawing/2014/main" id="{3BF06ECC-F045-4AD0-BD76-97B02D3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Income distribution</a:t>
            </a:r>
          </a:p>
        </p:txBody>
      </p:sp>
      <p:sp>
        <p:nvSpPr>
          <p:cNvPr id="9" name="footer-number-236">
            <a:extLst xmlns:a="http://schemas.openxmlformats.org/drawingml/2006/main">
              <a:ext uri="{FF2B5EF4-FFF2-40B4-BE49-F238E27FC236}">
                <a16:creationId xmlns:a16="http://schemas.microsoft.com/office/drawing/2014/main" id="{04D53082-16A0-4BB7-A37E-DC02B6D4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7342293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7-eyebrow">
            <a:extLst xmlns:a="http://schemas.openxmlformats.org/drawingml/2006/main">
              <a:ext uri="{FF2B5EF4-FFF2-40B4-BE49-F238E27FC236}">
                <a16:creationId xmlns:a16="http://schemas.microsoft.com/office/drawing/2014/main" id="{7FFA9A92-5E09-40F5-84E4-995D327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INCOME DISTRIBUTION · POSITIVE INCOME Q1 SHARE AGE 15+</a:t>
            </a:r>
          </a:p>
        </p:txBody>
      </p:sp>
      <p:sp>
        <p:nvSpPr>
          <p:cNvPr id="2" name="outcome-237-title">
            <a:extLst xmlns:a="http://schemas.openxmlformats.org/drawingml/2006/main">
              <a:ext uri="{FF2B5EF4-FFF2-40B4-BE49-F238E27FC236}">
                <a16:creationId xmlns:a16="http://schemas.microsoft.com/office/drawing/2014/main" id="{58B83E71-1C57-4A94-9A41-67C2042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0F1A1-37BC-441F-A1B2-4D06BEF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04cca50684970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7-table-label">
            <a:extLst xmlns:a="http://schemas.openxmlformats.org/drawingml/2006/main">
              <a:ext uri="{FF2B5EF4-FFF2-40B4-BE49-F238E27FC236}">
                <a16:creationId xmlns:a16="http://schemas.microsoft.com/office/drawing/2014/main" id="{CDD6997A-D513-43C7-B405-782ADEA6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0.372 (0.253)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(0.14)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0.363 (0.219)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0.234 (0.103)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0.348 (0.189)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0.211 (0.0889)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0.476 (0.187)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0.389 (0.101)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0.297 (0.157)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(0.0697)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7-note">
            <a:extLst xmlns:a="http://schemas.openxmlformats.org/drawingml/2006/main">
              <a:ext uri="{FF2B5EF4-FFF2-40B4-BE49-F238E27FC236}">
                <a16:creationId xmlns:a16="http://schemas.microsoft.com/office/drawing/2014/main" id="{B9235662-ED5D-4419-9594-74F4A43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7">
            <a:extLst xmlns:a="http://schemas.openxmlformats.org/drawingml/2006/main">
              <a:ext uri="{FF2B5EF4-FFF2-40B4-BE49-F238E27FC236}">
                <a16:creationId xmlns:a16="http://schemas.microsoft.com/office/drawing/2014/main" id="{50908151-60C8-47E3-A42B-B40B5D0C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Income distribution</a:t>
            </a:r>
          </a:p>
        </p:txBody>
      </p:sp>
      <p:sp>
        <p:nvSpPr>
          <p:cNvPr id="9" name="footer-number-237">
            <a:extLst xmlns:a="http://schemas.openxmlformats.org/drawingml/2006/main">
              <a:ext uri="{FF2B5EF4-FFF2-40B4-BE49-F238E27FC236}">
                <a16:creationId xmlns:a16="http://schemas.microsoft.com/office/drawing/2014/main" id="{283769B6-D24E-42C7-8C2B-7C3DDF09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237</a:t>
            </a:r>
          </a:p>
        </p:txBody>
      </p:sp>
    </p:spTree>
    <p:extLst>
      <p:ext uri="{BB962C8B-B14F-4D97-AF65-F5344CB8AC3E}">
        <p14:creationId xmlns:p14="http://schemas.microsoft.com/office/powerpoint/2010/main" val="640960482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8-eyebrow">
            <a:extLst xmlns:a="http://schemas.openxmlformats.org/drawingml/2006/main">
              <a:ext uri="{FF2B5EF4-FFF2-40B4-BE49-F238E27FC236}">
                <a16:creationId xmlns:a16="http://schemas.microsoft.com/office/drawing/2014/main" id="{9FE7950E-994C-4A16-9AD6-BBE9DE6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INCOME DISTRIBUTION · POSITIVE INCOME Q2 SHARE AGE 15+</a:t>
            </a:r>
          </a:p>
        </p:txBody>
      </p:sp>
      <p:sp>
        <p:nvSpPr>
          <p:cNvPr id="2" name="outcome-238-title">
            <a:extLst xmlns:a="http://schemas.openxmlformats.org/drawingml/2006/main">
              <a:ext uri="{FF2B5EF4-FFF2-40B4-BE49-F238E27FC236}">
                <a16:creationId xmlns:a16="http://schemas.microsoft.com/office/drawing/2014/main" id="{4A15BC4D-61FD-4F8B-8060-C829AF6A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F0410-4464-4E48-A6CD-7070D8B4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ce992be5c49a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8-table-label">
            <a:extLst xmlns:a="http://schemas.openxmlformats.org/drawingml/2006/main">
              <a:ext uri="{FF2B5EF4-FFF2-40B4-BE49-F238E27FC236}">
                <a16:creationId xmlns:a16="http://schemas.microsoft.com/office/drawing/2014/main" id="{9C603257-BAB4-4D79-A0DD-05339ED7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0.218 (0.103)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0.266 (0.0919)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0.216 (0.0858)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0.245 (0.0758)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0.264 (0.073)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0.313 (0.061)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 (0.0296)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0.129 (0.0216)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 (0.0784)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0.297 (0.0657)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8-note">
            <a:extLst xmlns:a="http://schemas.openxmlformats.org/drawingml/2006/main">
              <a:ext uri="{FF2B5EF4-FFF2-40B4-BE49-F238E27FC236}">
                <a16:creationId xmlns:a16="http://schemas.microsoft.com/office/drawing/2014/main" id="{100C15D3-B023-4126-ADBB-5953877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8">
            <a:extLst xmlns:a="http://schemas.openxmlformats.org/drawingml/2006/main">
              <a:ext uri="{FF2B5EF4-FFF2-40B4-BE49-F238E27FC236}">
                <a16:creationId xmlns:a16="http://schemas.microsoft.com/office/drawing/2014/main" id="{4BC8122D-4623-4656-9ABC-FA6E10B5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Income distribution</a:t>
            </a:r>
          </a:p>
        </p:txBody>
      </p:sp>
      <p:sp>
        <p:nvSpPr>
          <p:cNvPr id="9" name="footer-number-238">
            <a:extLst xmlns:a="http://schemas.openxmlformats.org/drawingml/2006/main">
              <a:ext uri="{FF2B5EF4-FFF2-40B4-BE49-F238E27FC236}">
                <a16:creationId xmlns:a16="http://schemas.microsoft.com/office/drawing/2014/main" id="{12A6EB3C-D188-4FB6-BCB1-D66ECDA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</p:spTree>
    <p:extLst>
      <p:ext uri="{BB962C8B-B14F-4D97-AF65-F5344CB8AC3E}">
        <p14:creationId xmlns:p14="http://schemas.microsoft.com/office/powerpoint/2010/main" val="1357775084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39-eyebrow">
            <a:extLst xmlns:a="http://schemas.openxmlformats.org/drawingml/2006/main">
              <a:ext uri="{FF2B5EF4-FFF2-40B4-BE49-F238E27FC236}">
                <a16:creationId xmlns:a16="http://schemas.microsoft.com/office/drawing/2014/main" id="{CDCC5410-6069-4C3E-A6CD-CA35A1FE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INCOME DISTRIBUTION · POSITIVE INCOME Q3 SHARE AGE 15+</a:t>
            </a:r>
          </a:p>
        </p:txBody>
      </p:sp>
      <p:sp>
        <p:nvSpPr>
          <p:cNvPr id="2" name="outcome-239-title">
            <a:extLst xmlns:a="http://schemas.openxmlformats.org/drawingml/2006/main">
              <a:ext uri="{FF2B5EF4-FFF2-40B4-BE49-F238E27FC236}">
                <a16:creationId xmlns:a16="http://schemas.microsoft.com/office/drawing/2014/main" id="{ADBDB53E-240E-4DD0-B3A2-A69D082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727EB-4623-40FF-AE20-3507FF2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affff34bb4a84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39-table-label">
            <a:extLst xmlns:a="http://schemas.openxmlformats.org/drawingml/2006/main">
              <a:ext uri="{FF2B5EF4-FFF2-40B4-BE49-F238E27FC236}">
                <a16:creationId xmlns:a16="http://schemas.microsoft.com/office/drawing/2014/main" id="{370F283B-003F-4D1C-8208-AC06AA8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0.244 (0.142)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0.302 (0.116)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0.183 (0.0768)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0.232 (0.0453)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(0.0676)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0.218 (0.0522)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0.184 (0.0648)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0.227 (0.0481)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(0.0673)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(0.0347)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39-note">
            <a:extLst xmlns:a="http://schemas.openxmlformats.org/drawingml/2006/main">
              <a:ext uri="{FF2B5EF4-FFF2-40B4-BE49-F238E27FC236}">
                <a16:creationId xmlns:a16="http://schemas.microsoft.com/office/drawing/2014/main" id="{7CDAF211-AF22-41B8-8814-9C19635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39">
            <a:extLst xmlns:a="http://schemas.openxmlformats.org/drawingml/2006/main">
              <a:ext uri="{FF2B5EF4-FFF2-40B4-BE49-F238E27FC236}">
                <a16:creationId xmlns:a16="http://schemas.microsoft.com/office/drawing/2014/main" id="{27E3DFF8-0253-434E-91AA-4B52E58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Income distribution</a:t>
            </a:r>
          </a:p>
        </p:txBody>
      </p:sp>
      <p:sp>
        <p:nvSpPr>
          <p:cNvPr id="9" name="footer-number-239">
            <a:extLst xmlns:a="http://schemas.openxmlformats.org/drawingml/2006/main">
              <a:ext uri="{FF2B5EF4-FFF2-40B4-BE49-F238E27FC236}">
                <a16:creationId xmlns:a16="http://schemas.microsoft.com/office/drawing/2014/main" id="{A8071D52-8418-4B65-9676-A9C0FD2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239</a:t>
            </a:r>
          </a:p>
        </p:txBody>
      </p:sp>
    </p:spTree>
    <p:extLst>
      <p:ext uri="{BB962C8B-B14F-4D97-AF65-F5344CB8AC3E}">
        <p14:creationId xmlns:p14="http://schemas.microsoft.com/office/powerpoint/2010/main" val="146413564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0-eyebrow">
            <a:extLst xmlns:a="http://schemas.openxmlformats.org/drawingml/2006/main">
              <a:ext uri="{FF2B5EF4-FFF2-40B4-BE49-F238E27FC236}">
                <a16:creationId xmlns:a16="http://schemas.microsoft.com/office/drawing/2014/main" id="{96D854B7-D9B7-4FA7-BC14-30F2142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INCOME DISTRIBUTION · POSITIVE INCOME Q4 SHARE AGE 15+</a:t>
            </a:r>
          </a:p>
        </p:txBody>
      </p:sp>
      <p:sp>
        <p:nvSpPr>
          <p:cNvPr id="2" name="outcome-240-title">
            <a:extLst xmlns:a="http://schemas.openxmlformats.org/drawingml/2006/main">
              <a:ext uri="{FF2B5EF4-FFF2-40B4-BE49-F238E27FC236}">
                <a16:creationId xmlns:a16="http://schemas.microsoft.com/office/drawing/2014/main" id="{A8489E60-1165-4C7D-9509-B0644718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2DF2F-49B7-4CDF-9CC5-F5A4EF48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dd6779f9345c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0-table-label">
            <a:extLst xmlns:a="http://schemas.openxmlformats.org/drawingml/2006/main">
              <a:ext uri="{FF2B5EF4-FFF2-40B4-BE49-F238E27FC236}">
                <a16:creationId xmlns:a16="http://schemas.microsoft.com/office/drawing/2014/main" id="{CE7C2813-8E1A-43E8-B4E7-8F927FF5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0.0891 (0.0656)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0.0973 (0.0435)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0.139 (0.0776)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0.162 (0.0452)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0.131 (0.0785)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0.155 (0.0472)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(0.0714)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(0.0382)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0.165 (0.0797)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 (0.0478)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40-note">
            <a:extLst xmlns:a="http://schemas.openxmlformats.org/drawingml/2006/main">
              <a:ext uri="{FF2B5EF4-FFF2-40B4-BE49-F238E27FC236}">
                <a16:creationId xmlns:a16="http://schemas.microsoft.com/office/drawing/2014/main" id="{1F444683-28FA-4014-9146-98C159D2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0">
            <a:extLst xmlns:a="http://schemas.openxmlformats.org/drawingml/2006/main">
              <a:ext uri="{FF2B5EF4-FFF2-40B4-BE49-F238E27FC236}">
                <a16:creationId xmlns:a16="http://schemas.microsoft.com/office/drawing/2014/main" id="{2F8CA880-702E-4F83-8738-C7F7B21E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Income distribution</a:t>
            </a:r>
          </a:p>
        </p:txBody>
      </p:sp>
      <p:sp>
        <p:nvSpPr>
          <p:cNvPr id="9" name="footer-number-240">
            <a:extLst xmlns:a="http://schemas.openxmlformats.org/drawingml/2006/main">
              <a:ext uri="{FF2B5EF4-FFF2-40B4-BE49-F238E27FC236}">
                <a16:creationId xmlns:a16="http://schemas.microsoft.com/office/drawing/2014/main" id="{8A0676A9-F1E7-4EC7-B0FE-015546A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</p:spTree>
    <p:extLst>
      <p:ext uri="{BB962C8B-B14F-4D97-AF65-F5344CB8AC3E}">
        <p14:creationId xmlns:p14="http://schemas.microsoft.com/office/powerpoint/2010/main" val="845562068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1-eyebrow">
            <a:extLst xmlns:a="http://schemas.openxmlformats.org/drawingml/2006/main">
              <a:ext uri="{FF2B5EF4-FFF2-40B4-BE49-F238E27FC236}">
                <a16:creationId xmlns:a16="http://schemas.microsoft.com/office/drawing/2014/main" id="{E527AA14-A308-4726-839E-980E7883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INCOME DISTRIBUTION · POSITIVE INCOME Q5 SHARE AGE 15+</a:t>
            </a:r>
          </a:p>
        </p:txBody>
      </p:sp>
      <p:sp>
        <p:nvSpPr>
          <p:cNvPr id="2" name="outcome-241-title">
            <a:extLst xmlns:a="http://schemas.openxmlformats.org/drawingml/2006/main">
              <a:ext uri="{FF2B5EF4-FFF2-40B4-BE49-F238E27FC236}">
                <a16:creationId xmlns:a16="http://schemas.microsoft.com/office/drawing/2014/main" id="{3D0F126A-5839-4854-8055-1BC82A84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FF0AF-9BD4-444D-8DC3-B7330B46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be6ccbb77446b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1-table-label">
            <a:extLst xmlns:a="http://schemas.openxmlformats.org/drawingml/2006/main">
              <a:ext uri="{FF2B5EF4-FFF2-40B4-BE49-F238E27FC236}">
                <a16:creationId xmlns:a16="http://schemas.microsoft.com/office/drawing/2014/main" id="{181012B9-C5A8-4A5A-9125-0402B2BF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0.0772 (0.0702)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 (0.0545)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0.0985 (0.0711)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0.127 (0.0483)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0.0891 (0.0684)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 (0.0429)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0.0934 (0.0664)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0.107 (0.0415)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0.0974 (0.0643)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(0.0445)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41-note">
            <a:extLst xmlns:a="http://schemas.openxmlformats.org/drawingml/2006/main">
              <a:ext uri="{FF2B5EF4-FFF2-40B4-BE49-F238E27FC236}">
                <a16:creationId xmlns:a16="http://schemas.microsoft.com/office/drawing/2014/main" id="{7CB0B8E2-B6EB-4A70-8429-4F8B1A3C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1">
            <a:extLst xmlns:a="http://schemas.openxmlformats.org/drawingml/2006/main">
              <a:ext uri="{FF2B5EF4-FFF2-40B4-BE49-F238E27FC236}">
                <a16:creationId xmlns:a16="http://schemas.microsoft.com/office/drawing/2014/main" id="{46BF6A3E-70EF-49DC-AA42-A064B261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Income distribution</a:t>
            </a:r>
          </a:p>
        </p:txBody>
      </p:sp>
      <p:sp>
        <p:nvSpPr>
          <p:cNvPr id="9" name="footer-number-241">
            <a:extLst xmlns:a="http://schemas.openxmlformats.org/drawingml/2006/main">
              <a:ext uri="{FF2B5EF4-FFF2-40B4-BE49-F238E27FC236}">
                <a16:creationId xmlns:a16="http://schemas.microsoft.com/office/drawing/2014/main" id="{60EA9F79-AD9B-4810-84F6-805DB795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241</a:t>
            </a:r>
          </a:p>
        </p:txBody>
      </p:sp>
    </p:spTree>
    <p:extLst>
      <p:ext uri="{BB962C8B-B14F-4D97-AF65-F5344CB8AC3E}">
        <p14:creationId xmlns:p14="http://schemas.microsoft.com/office/powerpoint/2010/main" val="1655996592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2-eyebrow">
            <a:extLst xmlns:a="http://schemas.openxmlformats.org/drawingml/2006/main">
              <a:ext uri="{FF2B5EF4-FFF2-40B4-BE49-F238E27FC236}">
                <a16:creationId xmlns:a16="http://schemas.microsoft.com/office/drawing/2014/main" id="{8B3C422F-1B6A-49F3-9727-9186BB4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POPULATION · WEIGHTED POPULATION</a:t>
            </a:r>
          </a:p>
        </p:txBody>
      </p:sp>
      <p:sp>
        <p:nvSpPr>
          <p:cNvPr id="2" name="outcome-242-title">
            <a:extLst xmlns:a="http://schemas.openxmlformats.org/drawingml/2006/main">
              <a:ext uri="{FF2B5EF4-FFF2-40B4-BE49-F238E27FC236}">
                <a16:creationId xmlns:a16="http://schemas.microsoft.com/office/drawing/2014/main" id="{342AC00A-90DE-4FF8-BEEC-22E74E5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86D0F-744C-442B-B98E-5CB9DC54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4e907eb15466c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2-table-label">
            <a:extLst xmlns:a="http://schemas.openxmlformats.org/drawingml/2006/main">
              <a:ext uri="{FF2B5EF4-FFF2-40B4-BE49-F238E27FC236}">
                <a16:creationId xmlns:a16="http://schemas.microsoft.com/office/drawing/2014/main" id="{0A94E750-777E-4DF9-814C-167AFB65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24.7k (130k)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19.3k (25.0k)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31.5k (179k)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26.3k (44.4k)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38.7k (208k)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35.8k (72.7k)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44.7k (230k)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42.9k (94.0k)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50.2k (252k)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49.8k (112k)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42-note">
            <a:extLst xmlns:a="http://schemas.openxmlformats.org/drawingml/2006/main">
              <a:ext uri="{FF2B5EF4-FFF2-40B4-BE49-F238E27FC236}">
                <a16:creationId xmlns:a16="http://schemas.microsoft.com/office/drawing/2014/main" id="{F917B130-6428-46A2-8890-38BB9258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2">
            <a:extLst xmlns:a="http://schemas.openxmlformats.org/drawingml/2006/main">
              <a:ext uri="{FF2B5EF4-FFF2-40B4-BE49-F238E27FC236}">
                <a16:creationId xmlns:a16="http://schemas.microsoft.com/office/drawing/2014/main" id="{A8974374-43DD-415B-9332-23675CF3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Population</a:t>
            </a:r>
          </a:p>
        </p:txBody>
      </p:sp>
      <p:sp>
        <p:nvSpPr>
          <p:cNvPr id="9" name="footer-number-242">
            <a:extLst xmlns:a="http://schemas.openxmlformats.org/drawingml/2006/main">
              <a:ext uri="{FF2B5EF4-FFF2-40B4-BE49-F238E27FC236}">
                <a16:creationId xmlns:a16="http://schemas.microsoft.com/office/drawing/2014/main" id="{E8A61F24-714E-4E93-B9D5-AE4F486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242</a:t>
            </a:r>
          </a:p>
        </p:txBody>
      </p:sp>
    </p:spTree>
    <p:extLst>
      <p:ext uri="{BB962C8B-B14F-4D97-AF65-F5344CB8AC3E}">
        <p14:creationId xmlns:p14="http://schemas.microsoft.com/office/powerpoint/2010/main" val="2003143758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3-eyebrow">
            <a:extLst xmlns:a="http://schemas.openxmlformats.org/drawingml/2006/main">
              <a:ext uri="{FF2B5EF4-FFF2-40B4-BE49-F238E27FC236}">
                <a16:creationId xmlns:a16="http://schemas.microsoft.com/office/drawing/2014/main" id="{80F14548-8767-4853-9D19-30BE917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FEMALE SHARE</a:t>
            </a:r>
          </a:p>
        </p:txBody>
      </p:sp>
      <p:sp>
        <p:nvSpPr>
          <p:cNvPr id="2" name="outcome-243-title">
            <a:extLst xmlns:a="http://schemas.openxmlformats.org/drawingml/2006/main">
              <a:ext uri="{FF2B5EF4-FFF2-40B4-BE49-F238E27FC236}">
                <a16:creationId xmlns:a16="http://schemas.microsoft.com/office/drawing/2014/main" id="{4AF4E4A4-AD14-454B-813E-8810B0B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29990-95F1-4F1B-BBB4-BEBF43E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6ee12680042d8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3-table-label">
            <a:extLst xmlns:a="http://schemas.openxmlformats.org/drawingml/2006/main">
              <a:ext uri="{FF2B5EF4-FFF2-40B4-BE49-F238E27FC236}">
                <a16:creationId xmlns:a16="http://schemas.microsoft.com/office/drawing/2014/main" id="{E3148D77-9AC7-4659-8CF2-CFB6A7E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0.489 (0.0167)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(0.0148)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0.486 (0.0147)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0.495 (0.0132)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0.487 (0.0169)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0.496 (0.0124)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0.489 (0.0146)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0.498 (0.0146)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0.491 (0.0131)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43-note">
            <a:extLst xmlns:a="http://schemas.openxmlformats.org/drawingml/2006/main">
              <a:ext uri="{FF2B5EF4-FFF2-40B4-BE49-F238E27FC236}">
                <a16:creationId xmlns:a16="http://schemas.microsoft.com/office/drawing/2014/main" id="{5217F463-3C97-4AE7-BDB1-B1F7FDFE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3">
            <a:extLst xmlns:a="http://schemas.openxmlformats.org/drawingml/2006/main">
              <a:ext uri="{FF2B5EF4-FFF2-40B4-BE49-F238E27FC236}">
                <a16:creationId xmlns:a16="http://schemas.microsoft.com/office/drawing/2014/main" id="{E4BDDB35-2453-43BE-AB40-3F73155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3">
            <a:extLst xmlns:a="http://schemas.openxmlformats.org/drawingml/2006/main">
              <a:ext uri="{FF2B5EF4-FFF2-40B4-BE49-F238E27FC236}">
                <a16:creationId xmlns:a16="http://schemas.microsoft.com/office/drawing/2014/main" id="{9C92B491-331A-45AE-B4C6-2C611A9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243</a:t>
            </a:r>
          </a:p>
        </p:txBody>
      </p:sp>
    </p:spTree>
    <p:extLst>
      <p:ext uri="{BB962C8B-B14F-4D97-AF65-F5344CB8AC3E}">
        <p14:creationId xmlns:p14="http://schemas.microsoft.com/office/powerpoint/2010/main" val="1486347161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4-eyebrow">
            <a:extLst xmlns:a="http://schemas.openxmlformats.org/drawingml/2006/main">
              <a:ext uri="{FF2B5EF4-FFF2-40B4-BE49-F238E27FC236}">
                <a16:creationId xmlns:a16="http://schemas.microsoft.com/office/drawing/2014/main" id="{2107FDAF-5C22-43FF-AF71-A3CA193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RACE ASIAN SHARE</a:t>
            </a:r>
          </a:p>
        </p:txBody>
      </p:sp>
      <p:sp>
        <p:nvSpPr>
          <p:cNvPr id="2" name="outcome-244-title">
            <a:extLst xmlns:a="http://schemas.openxmlformats.org/drawingml/2006/main">
              <a:ext uri="{FF2B5EF4-FFF2-40B4-BE49-F238E27FC236}">
                <a16:creationId xmlns:a16="http://schemas.microsoft.com/office/drawing/2014/main" id="{BFE42587-8E9D-4169-A7A9-6C9E22E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A9F3-D1AE-47B0-B94E-43488F24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54b5be8934fc2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4-table-label">
            <a:extLst xmlns:a="http://schemas.openxmlformats.org/drawingml/2006/main">
              <a:ext uri="{FF2B5EF4-FFF2-40B4-BE49-F238E27FC236}">
                <a16:creationId xmlns:a16="http://schemas.microsoft.com/office/drawing/2014/main" id="{94316B0C-9CB8-4288-87A9-A895763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0.00233 (0.00737)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0.00137 (0.00252)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0.00262 (0.00622)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0.00255 (0.00312)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0.00929 (0.00837)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0.0119 (0.0069)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44-note">
            <a:extLst xmlns:a="http://schemas.openxmlformats.org/drawingml/2006/main">
              <a:ext uri="{FF2B5EF4-FFF2-40B4-BE49-F238E27FC236}">
                <a16:creationId xmlns:a16="http://schemas.microsoft.com/office/drawing/2014/main" id="{33F82D78-98E9-4A2D-B1BE-AFF7C73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4">
            <a:extLst xmlns:a="http://schemas.openxmlformats.org/drawingml/2006/main">
              <a:ext uri="{FF2B5EF4-FFF2-40B4-BE49-F238E27FC236}">
                <a16:creationId xmlns:a16="http://schemas.microsoft.com/office/drawing/2014/main" id="{24A1CFDF-5AA2-458D-ABB4-8191368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4">
            <a:extLst xmlns:a="http://schemas.openxmlformats.org/drawingml/2006/main">
              <a:ext uri="{FF2B5EF4-FFF2-40B4-BE49-F238E27FC236}">
                <a16:creationId xmlns:a16="http://schemas.microsoft.com/office/drawing/2014/main" id="{5696D51E-DB9B-4033-A7FC-BEE96BC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244</a:t>
            </a:r>
          </a:p>
        </p:txBody>
      </p:sp>
    </p:spTree>
    <p:extLst>
      <p:ext uri="{BB962C8B-B14F-4D97-AF65-F5344CB8AC3E}">
        <p14:creationId xmlns:p14="http://schemas.microsoft.com/office/powerpoint/2010/main" val="852479034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5-eyebrow">
            <a:extLst xmlns:a="http://schemas.openxmlformats.org/drawingml/2006/main">
              <a:ext uri="{FF2B5EF4-FFF2-40B4-BE49-F238E27FC236}">
                <a16:creationId xmlns:a16="http://schemas.microsoft.com/office/drawing/2014/main" id="{CD720A79-2EC9-4182-B134-71572737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RACE BLACK SHARE</a:t>
            </a:r>
          </a:p>
        </p:txBody>
      </p:sp>
      <p:sp>
        <p:nvSpPr>
          <p:cNvPr id="2" name="outcome-245-title">
            <a:extLst xmlns:a="http://schemas.openxmlformats.org/drawingml/2006/main">
              <a:ext uri="{FF2B5EF4-FFF2-40B4-BE49-F238E27FC236}">
                <a16:creationId xmlns:a16="http://schemas.microsoft.com/office/drawing/2014/main" id="{90D3D0DF-738E-4AF2-9D5E-B454FC7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BADBE-7500-4865-9E8C-0A071F06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c19a60f814b2b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5-table-label">
            <a:extLst xmlns:a="http://schemas.openxmlformats.org/drawingml/2006/main">
              <a:ext uri="{FF2B5EF4-FFF2-40B4-BE49-F238E27FC236}">
                <a16:creationId xmlns:a16="http://schemas.microsoft.com/office/drawing/2014/main" id="{82CF14F0-307F-496F-B547-FF13FC30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0.853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0.878 (0.112)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0.0493 (0.0451)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0.0486 (0.03)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0.0592 (0.0466)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0.0593 (0.0251)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0.0653 (0.0508)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0.0755 (0.0277)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45-note">
            <a:extLst xmlns:a="http://schemas.openxmlformats.org/drawingml/2006/main">
              <a:ext uri="{FF2B5EF4-FFF2-40B4-BE49-F238E27FC236}">
                <a16:creationId xmlns:a16="http://schemas.microsoft.com/office/drawing/2014/main" id="{D4938E76-B465-499B-9AF0-5CCD416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5">
            <a:extLst xmlns:a="http://schemas.openxmlformats.org/drawingml/2006/main">
              <a:ext uri="{FF2B5EF4-FFF2-40B4-BE49-F238E27FC236}">
                <a16:creationId xmlns:a16="http://schemas.microsoft.com/office/drawing/2014/main" id="{65FE3BC8-CB2A-4DD2-9B4E-AA5FB913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5">
            <a:extLst xmlns:a="http://schemas.openxmlformats.org/drawingml/2006/main">
              <a:ext uri="{FF2B5EF4-FFF2-40B4-BE49-F238E27FC236}">
                <a16:creationId xmlns:a16="http://schemas.microsoft.com/office/drawing/2014/main" id="{50346DFB-9704-4329-B04D-FCB71D91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245</a:t>
            </a:r>
          </a:p>
        </p:txBody>
      </p:sp>
    </p:spTree>
    <p:extLst>
      <p:ext uri="{BB962C8B-B14F-4D97-AF65-F5344CB8AC3E}">
        <p14:creationId xmlns:p14="http://schemas.microsoft.com/office/powerpoint/2010/main" val="724372098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6-eyebrow">
            <a:extLst xmlns:a="http://schemas.openxmlformats.org/drawingml/2006/main">
              <a:ext uri="{FF2B5EF4-FFF2-40B4-BE49-F238E27FC236}">
                <a16:creationId xmlns:a16="http://schemas.microsoft.com/office/drawing/2014/main" id="{5D58DB48-F927-4626-8C97-62FAF04E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RACE INDIGENOUS SHARE</a:t>
            </a:r>
          </a:p>
        </p:txBody>
      </p:sp>
      <p:sp>
        <p:nvSpPr>
          <p:cNvPr id="2" name="outcome-246-title">
            <a:extLst xmlns:a="http://schemas.openxmlformats.org/drawingml/2006/main">
              <a:ext uri="{FF2B5EF4-FFF2-40B4-BE49-F238E27FC236}">
                <a16:creationId xmlns:a16="http://schemas.microsoft.com/office/drawing/2014/main" id="{8DDBDBBC-887A-4637-A199-3A5ED236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D6F6D-76EF-41C6-9F4A-A0BF38ED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91117d1f64d8c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6-table-label">
            <a:extLst xmlns:a="http://schemas.openxmlformats.org/drawingml/2006/main">
              <a:ext uri="{FF2B5EF4-FFF2-40B4-BE49-F238E27FC236}">
                <a16:creationId xmlns:a16="http://schemas.microsoft.com/office/drawing/2014/main" id="{F5B09C14-3A8D-4A4D-B066-B919FD0E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0.00231 (0.0211)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0.00457 (0.022)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0.0042 (0.0232)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0.00667 (0.0268)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0.00456 (0.0296)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0.00592 (0.0262)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46-note">
            <a:extLst xmlns:a="http://schemas.openxmlformats.org/drawingml/2006/main">
              <a:ext uri="{FF2B5EF4-FFF2-40B4-BE49-F238E27FC236}">
                <a16:creationId xmlns:a16="http://schemas.microsoft.com/office/drawing/2014/main" id="{DD2569AA-9547-4F07-B14A-308F459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6">
            <a:extLst xmlns:a="http://schemas.openxmlformats.org/drawingml/2006/main">
              <a:ext uri="{FF2B5EF4-FFF2-40B4-BE49-F238E27FC236}">
                <a16:creationId xmlns:a16="http://schemas.microsoft.com/office/drawing/2014/main" id="{D5FC5497-1D0D-47E0-B79C-9967224B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6">
            <a:extLst xmlns:a="http://schemas.openxmlformats.org/drawingml/2006/main">
              <a:ext uri="{FF2B5EF4-FFF2-40B4-BE49-F238E27FC236}">
                <a16:creationId xmlns:a16="http://schemas.microsoft.com/office/drawing/2014/main" id="{581ECA31-AE42-46D7-B606-53CAF128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246</a:t>
            </a:r>
          </a:p>
        </p:txBody>
      </p:sp>
    </p:spTree>
    <p:extLst>
      <p:ext uri="{BB962C8B-B14F-4D97-AF65-F5344CB8AC3E}">
        <p14:creationId xmlns:p14="http://schemas.microsoft.com/office/powerpoint/2010/main" val="1990688733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7-eyebrow">
            <a:extLst xmlns:a="http://schemas.openxmlformats.org/drawingml/2006/main">
              <a:ext uri="{FF2B5EF4-FFF2-40B4-BE49-F238E27FC236}">
                <a16:creationId xmlns:a16="http://schemas.microsoft.com/office/drawing/2014/main" id="{AEE13929-D99B-4653-95C3-4FBFA56D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RACE PARDO SHARE</a:t>
            </a:r>
          </a:p>
        </p:txBody>
      </p:sp>
      <p:sp>
        <p:nvSpPr>
          <p:cNvPr id="2" name="outcome-247-title">
            <a:extLst xmlns:a="http://schemas.openxmlformats.org/drawingml/2006/main">
              <a:ext uri="{FF2B5EF4-FFF2-40B4-BE49-F238E27FC236}">
                <a16:creationId xmlns:a16="http://schemas.microsoft.com/office/drawing/2014/main" id="{77F41363-A8C5-43D5-BFA9-693DCA7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AF57B-7A33-4633-BFB9-C2F01CA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9bbf906764f7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7-table-label">
            <a:extLst xmlns:a="http://schemas.openxmlformats.org/drawingml/2006/main">
              <a:ext uri="{FF2B5EF4-FFF2-40B4-BE49-F238E27FC236}">
                <a16:creationId xmlns:a16="http://schemas.microsoft.com/office/drawing/2014/main" id="{E3493CD3-51F7-4393-8813-2AB8A797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0.147 (0.169)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0.122 (0.112)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0.493 (0.218)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0.397 (0.23)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0.437 (0.166)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0.447 (0.205)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0.508 (0.125)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47-note">
            <a:extLst xmlns:a="http://schemas.openxmlformats.org/drawingml/2006/main">
              <a:ext uri="{FF2B5EF4-FFF2-40B4-BE49-F238E27FC236}">
                <a16:creationId xmlns:a16="http://schemas.microsoft.com/office/drawing/2014/main" id="{FB875AB4-865C-4986-AFF2-07DEF0CC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7">
            <a:extLst xmlns:a="http://schemas.openxmlformats.org/drawingml/2006/main">
              <a:ext uri="{FF2B5EF4-FFF2-40B4-BE49-F238E27FC236}">
                <a16:creationId xmlns:a16="http://schemas.microsoft.com/office/drawing/2014/main" id="{ADA22841-EC6F-4DD5-A88F-2D24FCA5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7">
            <a:extLst xmlns:a="http://schemas.openxmlformats.org/drawingml/2006/main">
              <a:ext uri="{FF2B5EF4-FFF2-40B4-BE49-F238E27FC236}">
                <a16:creationId xmlns:a16="http://schemas.microsoft.com/office/drawing/2014/main" id="{ECDA572A-238A-4A50-BBED-1F17592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247</a:t>
            </a:r>
          </a:p>
        </p:txBody>
      </p:sp>
    </p:spTree>
    <p:extLst>
      <p:ext uri="{BB962C8B-B14F-4D97-AF65-F5344CB8AC3E}">
        <p14:creationId xmlns:p14="http://schemas.microsoft.com/office/powerpoint/2010/main" val="825338073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8-eyebrow">
            <a:extLst xmlns:a="http://schemas.openxmlformats.org/drawingml/2006/main">
              <a:ext uri="{FF2B5EF4-FFF2-40B4-BE49-F238E27FC236}">
                <a16:creationId xmlns:a16="http://schemas.microsoft.com/office/drawing/2014/main" id="{961F3F24-598F-4799-853E-1976DDAD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RACE WHITE SHARE</a:t>
            </a:r>
          </a:p>
        </p:txBody>
      </p:sp>
      <p:sp>
        <p:nvSpPr>
          <p:cNvPr id="2" name="outcome-248-title">
            <a:extLst xmlns:a="http://schemas.openxmlformats.org/drawingml/2006/main">
              <a:ext uri="{FF2B5EF4-FFF2-40B4-BE49-F238E27FC236}">
                <a16:creationId xmlns:a16="http://schemas.microsoft.com/office/drawing/2014/main" id="{C2189D67-1DE9-4CFD-8F00-DD87E767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C425A-3CAB-48AF-89D9-E820F759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f7b0c918c4d56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8-table-label">
            <a:extLst xmlns:a="http://schemas.openxmlformats.org/drawingml/2006/main">
              <a:ext uri="{FF2B5EF4-FFF2-40B4-BE49-F238E27FC236}">
                <a16:creationId xmlns:a16="http://schemas.microsoft.com/office/drawing/2014/main" id="{FDB8BDCA-E9D5-4287-BB36-167F0E3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0.506 (0.278)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0.453 (0.212)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0.537 (0.248)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0.494 (0.171)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0.474 (0.231)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0.398 (0.136)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48-note">
            <a:extLst xmlns:a="http://schemas.openxmlformats.org/drawingml/2006/main">
              <a:ext uri="{FF2B5EF4-FFF2-40B4-BE49-F238E27FC236}">
                <a16:creationId xmlns:a16="http://schemas.microsoft.com/office/drawing/2014/main" id="{ACDFA7F8-19FC-4EF4-9125-00973CB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8">
            <a:extLst xmlns:a="http://schemas.openxmlformats.org/drawingml/2006/main">
              <a:ext uri="{FF2B5EF4-FFF2-40B4-BE49-F238E27FC236}">
                <a16:creationId xmlns:a16="http://schemas.microsoft.com/office/drawing/2014/main" id="{D0221389-880D-4262-8ABE-186B7039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8">
            <a:extLst xmlns:a="http://schemas.openxmlformats.org/drawingml/2006/main">
              <a:ext uri="{FF2B5EF4-FFF2-40B4-BE49-F238E27FC236}">
                <a16:creationId xmlns:a16="http://schemas.microsoft.com/office/drawing/2014/main" id="{D31BF988-7BC2-4CD1-B225-8B81B6B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248</a:t>
            </a:r>
          </a:p>
        </p:txBody>
      </p:sp>
    </p:spTree>
    <p:extLst>
      <p:ext uri="{BB962C8B-B14F-4D97-AF65-F5344CB8AC3E}">
        <p14:creationId xmlns:p14="http://schemas.microsoft.com/office/powerpoint/2010/main" val="1395095336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49-eyebrow">
            <a:extLst xmlns:a="http://schemas.openxmlformats.org/drawingml/2006/main">
              <a:ext uri="{FF2B5EF4-FFF2-40B4-BE49-F238E27FC236}">
                <a16:creationId xmlns:a16="http://schemas.microsoft.com/office/drawing/2014/main" id="{6243D006-5340-48FD-B052-A316CB61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MEAN HOUSEHOLD SIZE</a:t>
            </a:r>
          </a:p>
        </p:txBody>
      </p:sp>
      <p:sp>
        <p:nvSpPr>
          <p:cNvPr id="2" name="outcome-249-title">
            <a:extLst xmlns:a="http://schemas.openxmlformats.org/drawingml/2006/main">
              <a:ext uri="{FF2B5EF4-FFF2-40B4-BE49-F238E27FC236}">
                <a16:creationId xmlns:a16="http://schemas.microsoft.com/office/drawing/2014/main" id="{A9C52F4A-9C52-48A4-B1E7-84E0F7EB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AD66F-9DCC-4026-873A-EC25C7BC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01804b0744286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49-table-label">
            <a:extLst xmlns:a="http://schemas.openxmlformats.org/drawingml/2006/main">
              <a:ext uri="{FF2B5EF4-FFF2-40B4-BE49-F238E27FC236}">
                <a16:creationId xmlns:a16="http://schemas.microsoft.com/office/drawing/2014/main" id="{FEF1EDD2-6167-4164-B534-17A32487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6.56 (0.582)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6.64 (0.409)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0.00209 (0.12)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5.08 (0.792)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4.56 (0.377)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4.32 (0.655)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3.97 (0.262)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49-note">
            <a:extLst xmlns:a="http://schemas.openxmlformats.org/drawingml/2006/main">
              <a:ext uri="{FF2B5EF4-FFF2-40B4-BE49-F238E27FC236}">
                <a16:creationId xmlns:a16="http://schemas.microsoft.com/office/drawing/2014/main" id="{C6E054D2-5074-4D5E-95FF-C5D3DC99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49">
            <a:extLst xmlns:a="http://schemas.openxmlformats.org/drawingml/2006/main">
              <a:ext uri="{FF2B5EF4-FFF2-40B4-BE49-F238E27FC236}">
                <a16:creationId xmlns:a16="http://schemas.microsoft.com/office/drawing/2014/main" id="{6E905D98-EB91-4583-8F0C-38EB201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49">
            <a:extLst xmlns:a="http://schemas.openxmlformats.org/drawingml/2006/main">
              <a:ext uri="{FF2B5EF4-FFF2-40B4-BE49-F238E27FC236}">
                <a16:creationId xmlns:a16="http://schemas.microsoft.com/office/drawing/2014/main" id="{014D2CA0-FF6E-493C-BBBE-1C5F962F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249</a:t>
            </a:r>
          </a:p>
        </p:txBody>
      </p:sp>
    </p:spTree>
    <p:extLst>
      <p:ext uri="{BB962C8B-B14F-4D97-AF65-F5344CB8AC3E}">
        <p14:creationId xmlns:p14="http://schemas.microsoft.com/office/powerpoint/2010/main" val="1208036179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0-eyebrow">
            <a:extLst xmlns:a="http://schemas.openxmlformats.org/drawingml/2006/main">
              <a:ext uri="{FF2B5EF4-FFF2-40B4-BE49-F238E27FC236}">
                <a16:creationId xmlns:a16="http://schemas.microsoft.com/office/drawing/2014/main" id="{462B1A8F-D568-420F-AEA8-F7249910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DEMOGRAPHICS · URBAN SHARE</a:t>
            </a:r>
          </a:p>
        </p:txBody>
      </p:sp>
      <p:sp>
        <p:nvSpPr>
          <p:cNvPr id="2" name="outcome-250-title">
            <a:extLst xmlns:a="http://schemas.openxmlformats.org/drawingml/2006/main">
              <a:ext uri="{FF2B5EF4-FFF2-40B4-BE49-F238E27FC236}">
                <a16:creationId xmlns:a16="http://schemas.microsoft.com/office/drawing/2014/main" id="{79273BE9-BB19-4440-BAC6-C6A41D7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4ECF6-ABD5-4F60-A266-6D2DC78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f1f1c1e6b4354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0-table-label">
            <a:extLst xmlns:a="http://schemas.openxmlformats.org/drawingml/2006/main">
              <a:ext uri="{FF2B5EF4-FFF2-40B4-BE49-F238E27FC236}">
                <a16:creationId xmlns:a16="http://schemas.microsoft.com/office/drawing/2014/main" id="{DEB8C4E8-47A3-42C8-82CE-33EA9D47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0.311 (0.206)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(0.209)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0.546 (0.228)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0.661 (0.201)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0.626 (0.214)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0.75 (0.177)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0.676 (0.2)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0.777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50-note">
            <a:extLst xmlns:a="http://schemas.openxmlformats.org/drawingml/2006/main">
              <a:ext uri="{FF2B5EF4-FFF2-40B4-BE49-F238E27FC236}">
                <a16:creationId xmlns:a16="http://schemas.microsoft.com/office/drawing/2014/main" id="{8A8A08A6-AB8F-42A9-8835-BFA729F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0">
            <a:extLst xmlns:a="http://schemas.openxmlformats.org/drawingml/2006/main">
              <a:ext uri="{FF2B5EF4-FFF2-40B4-BE49-F238E27FC236}">
                <a16:creationId xmlns:a16="http://schemas.microsoft.com/office/drawing/2014/main" id="{7BDF57BF-842A-4373-9771-261C9FD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Demographics</a:t>
            </a:r>
          </a:p>
        </p:txBody>
      </p:sp>
      <p:sp>
        <p:nvSpPr>
          <p:cNvPr id="9" name="footer-number-250">
            <a:extLst xmlns:a="http://schemas.openxmlformats.org/drawingml/2006/main">
              <a:ext uri="{FF2B5EF4-FFF2-40B4-BE49-F238E27FC236}">
                <a16:creationId xmlns:a16="http://schemas.microsoft.com/office/drawing/2014/main" id="{E954C88C-A5A9-407E-A7C0-F7F6EB2B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</p:spTree>
    <p:extLst>
      <p:ext uri="{BB962C8B-B14F-4D97-AF65-F5344CB8AC3E}">
        <p14:creationId xmlns:p14="http://schemas.microsoft.com/office/powerpoint/2010/main" val="1976012252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1-eyebrow">
            <a:extLst xmlns:a="http://schemas.openxmlformats.org/drawingml/2006/main">
              <a:ext uri="{FF2B5EF4-FFF2-40B4-BE49-F238E27FC236}">
                <a16:creationId xmlns:a16="http://schemas.microsoft.com/office/drawing/2014/main" id="{2EF9CC20-BD0D-41ED-B4FD-59A08ED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AGE COMPOSITION · MEAN AGE</a:t>
            </a:r>
          </a:p>
        </p:txBody>
      </p:sp>
      <p:sp>
        <p:nvSpPr>
          <p:cNvPr id="2" name="outcome-251-title">
            <a:extLst xmlns:a="http://schemas.openxmlformats.org/drawingml/2006/main">
              <a:ext uri="{FF2B5EF4-FFF2-40B4-BE49-F238E27FC236}">
                <a16:creationId xmlns:a16="http://schemas.microsoft.com/office/drawing/2014/main" id="{9A5D854C-F254-4257-B14B-7B70C01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AC9AD-3523-4CD1-A8CD-EC98D7A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d9c1ae8a0478e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1-table-label">
            <a:extLst xmlns:a="http://schemas.openxmlformats.org/drawingml/2006/main">
              <a:ext uri="{FF2B5EF4-FFF2-40B4-BE49-F238E27FC236}">
                <a16:creationId xmlns:a16="http://schemas.microsoft.com/office/drawing/2014/main" id="{4D381171-25CE-42C2-B2CD-FC53E5EF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21.9 (1.67)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21.4 (1.2)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23.6 (1.95)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23.1 (1.65)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25.8 (2.29)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25.3 (1.72)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28.4 (2.59)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28.1 (1.76)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 (2.9)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31.8 (1.93)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1-note">
            <a:extLst xmlns:a="http://schemas.openxmlformats.org/drawingml/2006/main">
              <a:ext uri="{FF2B5EF4-FFF2-40B4-BE49-F238E27FC236}">
                <a16:creationId xmlns:a16="http://schemas.microsoft.com/office/drawing/2014/main" id="{3ADFB7DD-4401-4043-82EB-37EB03F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1">
            <a:extLst xmlns:a="http://schemas.openxmlformats.org/drawingml/2006/main">
              <a:ext uri="{FF2B5EF4-FFF2-40B4-BE49-F238E27FC236}">
                <a16:creationId xmlns:a16="http://schemas.microsoft.com/office/drawing/2014/main" id="{ACEF02D7-CE4B-4F36-B639-1555474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Age composition</a:t>
            </a:r>
          </a:p>
        </p:txBody>
      </p:sp>
      <p:sp>
        <p:nvSpPr>
          <p:cNvPr id="9" name="footer-number-251">
            <a:extLst xmlns:a="http://schemas.openxmlformats.org/drawingml/2006/main">
              <a:ext uri="{FF2B5EF4-FFF2-40B4-BE49-F238E27FC236}">
                <a16:creationId xmlns:a16="http://schemas.microsoft.com/office/drawing/2014/main" id="{9620203A-47F5-44C5-9003-6CB85BB2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251</a:t>
            </a:r>
          </a:p>
        </p:txBody>
      </p:sp>
    </p:spTree>
    <p:extLst>
      <p:ext uri="{BB962C8B-B14F-4D97-AF65-F5344CB8AC3E}">
        <p14:creationId xmlns:p14="http://schemas.microsoft.com/office/powerpoint/2010/main" val="1859530149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2-eyebrow">
            <a:extLst xmlns:a="http://schemas.openxmlformats.org/drawingml/2006/main">
              <a:ext uri="{FF2B5EF4-FFF2-40B4-BE49-F238E27FC236}">
                <a16:creationId xmlns:a16="http://schemas.microsoft.com/office/drawing/2014/main" id="{549977A6-071D-4B75-A3E6-4B198C24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AGE COMPOSITION · SHARE AGE 0 4</a:t>
            </a:r>
          </a:p>
        </p:txBody>
      </p:sp>
      <p:sp>
        <p:nvSpPr>
          <p:cNvPr id="2" name="outcome-252-title">
            <a:extLst xmlns:a="http://schemas.openxmlformats.org/drawingml/2006/main">
              <a:ext uri="{FF2B5EF4-FFF2-40B4-BE49-F238E27FC236}">
                <a16:creationId xmlns:a16="http://schemas.microsoft.com/office/drawing/2014/main" id="{247D96A9-AE73-45B4-B3D8-753C48E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D490C-58B4-4CEC-A740-342FCCB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f7737b3e04dfd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2-table-label">
            <a:extLst xmlns:a="http://schemas.openxmlformats.org/drawingml/2006/main">
              <a:ext uri="{FF2B5EF4-FFF2-40B4-BE49-F238E27FC236}">
                <a16:creationId xmlns:a16="http://schemas.microsoft.com/office/drawing/2014/main" id="{D7B0E58D-2348-488D-8092-48666897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 (0.023)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0.161 (0.0194)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 (0.026)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0.142 (0.0232)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0.119 (0.0215)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0.115 (0.0151)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0.098 (0.0198)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0.0951 (0.0122)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0.0727 (0.0159)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0.0713 (0.0086)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2-note">
            <a:extLst xmlns:a="http://schemas.openxmlformats.org/drawingml/2006/main">
              <a:ext uri="{FF2B5EF4-FFF2-40B4-BE49-F238E27FC236}">
                <a16:creationId xmlns:a16="http://schemas.microsoft.com/office/drawing/2014/main" id="{2393ACDE-605C-495E-9B1C-DC11C39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2">
            <a:extLst xmlns:a="http://schemas.openxmlformats.org/drawingml/2006/main">
              <a:ext uri="{FF2B5EF4-FFF2-40B4-BE49-F238E27FC236}">
                <a16:creationId xmlns:a16="http://schemas.microsoft.com/office/drawing/2014/main" id="{2D4730A9-E8D8-4064-8667-35C69164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Age composition</a:t>
            </a:r>
          </a:p>
        </p:txBody>
      </p:sp>
      <p:sp>
        <p:nvSpPr>
          <p:cNvPr id="9" name="footer-number-252">
            <a:extLst xmlns:a="http://schemas.openxmlformats.org/drawingml/2006/main">
              <a:ext uri="{FF2B5EF4-FFF2-40B4-BE49-F238E27FC236}">
                <a16:creationId xmlns:a16="http://schemas.microsoft.com/office/drawing/2014/main" id="{B8706AE8-B737-43F7-82F6-0180E36A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</p:spTree>
    <p:extLst>
      <p:ext uri="{BB962C8B-B14F-4D97-AF65-F5344CB8AC3E}">
        <p14:creationId xmlns:p14="http://schemas.microsoft.com/office/powerpoint/2010/main" val="1563261835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3-eyebrow">
            <a:extLst xmlns:a="http://schemas.openxmlformats.org/drawingml/2006/main">
              <a:ext uri="{FF2B5EF4-FFF2-40B4-BE49-F238E27FC236}">
                <a16:creationId xmlns:a16="http://schemas.microsoft.com/office/drawing/2014/main" id="{4FC65968-C2DA-4E67-BD9D-9D10DD51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AGE COMPOSITION · SHARE AGE 15 24</a:t>
            </a:r>
          </a:p>
        </p:txBody>
      </p:sp>
      <p:sp>
        <p:nvSpPr>
          <p:cNvPr id="2" name="outcome-253-title">
            <a:extLst xmlns:a="http://schemas.openxmlformats.org/drawingml/2006/main">
              <a:ext uri="{FF2B5EF4-FFF2-40B4-BE49-F238E27FC236}">
                <a16:creationId xmlns:a16="http://schemas.microsoft.com/office/drawing/2014/main" id="{7BE33EB6-2EDE-4C68-A147-7FB4064A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2CDED-97AA-45C0-B7EE-BA03AF8D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75377e234408f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3-table-label">
            <a:extLst xmlns:a="http://schemas.openxmlformats.org/drawingml/2006/main">
              <a:ext uri="{FF2B5EF4-FFF2-40B4-BE49-F238E27FC236}">
                <a16:creationId xmlns:a16="http://schemas.microsoft.com/office/drawing/2014/main" id="{426C83F3-78CF-4A62-82E2-C1BAF29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 (0.0132)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0.203 (0.0182)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0.211 (0.0159)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0.193 (0.0137)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(0.0121)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0.196 (0.018)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(0.0137)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0.179 (0.0178)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0.175 (0.0129)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3-note">
            <a:extLst xmlns:a="http://schemas.openxmlformats.org/drawingml/2006/main">
              <a:ext uri="{FF2B5EF4-FFF2-40B4-BE49-F238E27FC236}">
                <a16:creationId xmlns:a16="http://schemas.microsoft.com/office/drawing/2014/main" id="{FBB3BA25-17BB-4605-8EA0-C9BE51D7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3">
            <a:extLst xmlns:a="http://schemas.openxmlformats.org/drawingml/2006/main">
              <a:ext uri="{FF2B5EF4-FFF2-40B4-BE49-F238E27FC236}">
                <a16:creationId xmlns:a16="http://schemas.microsoft.com/office/drawing/2014/main" id="{B284885D-F202-4AC0-9B36-609B63F9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Age composition</a:t>
            </a:r>
          </a:p>
        </p:txBody>
      </p:sp>
      <p:sp>
        <p:nvSpPr>
          <p:cNvPr id="9" name="footer-number-253">
            <a:extLst xmlns:a="http://schemas.openxmlformats.org/drawingml/2006/main">
              <a:ext uri="{FF2B5EF4-FFF2-40B4-BE49-F238E27FC236}">
                <a16:creationId xmlns:a16="http://schemas.microsoft.com/office/drawing/2014/main" id="{217C5E98-9DFE-4FAA-9813-9D9FD4A2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253</a:t>
            </a:r>
          </a:p>
        </p:txBody>
      </p:sp>
    </p:spTree>
    <p:extLst>
      <p:ext uri="{BB962C8B-B14F-4D97-AF65-F5344CB8AC3E}">
        <p14:creationId xmlns:p14="http://schemas.microsoft.com/office/powerpoint/2010/main" val="661500712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4-eyebrow">
            <a:extLst xmlns:a="http://schemas.openxmlformats.org/drawingml/2006/main">
              <a:ext uri="{FF2B5EF4-FFF2-40B4-BE49-F238E27FC236}">
                <a16:creationId xmlns:a16="http://schemas.microsoft.com/office/drawing/2014/main" id="{E9276C9F-9083-43F4-AF18-0616E1D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AGE COMPOSITION · SHARE AGE 25 64</a:t>
            </a:r>
          </a:p>
        </p:txBody>
      </p:sp>
      <p:sp>
        <p:nvSpPr>
          <p:cNvPr id="2" name="outcome-254-title">
            <a:extLst xmlns:a="http://schemas.openxmlformats.org/drawingml/2006/main">
              <a:ext uri="{FF2B5EF4-FFF2-40B4-BE49-F238E27FC236}">
                <a16:creationId xmlns:a16="http://schemas.microsoft.com/office/drawing/2014/main" id="{B93994AD-F6BC-4870-9794-005CD9D2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ADA1D-9B2C-472A-B992-6868E164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0d2afd7264a73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4-table-label">
            <a:extLst xmlns:a="http://schemas.openxmlformats.org/drawingml/2006/main">
              <a:ext uri="{FF2B5EF4-FFF2-40B4-BE49-F238E27FC236}">
                <a16:creationId xmlns:a16="http://schemas.microsoft.com/office/drawing/2014/main" id="{986F7933-963A-4B11-83EC-0845752D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0.323 (0.0291)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(0.0209)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0.341 (0.0383)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0.347 (0.0268)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0.386 (0.0535)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0.403 (0.0358)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0.426 (0.0548)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0.446 (0.0325)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0.486 (0.0479)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0.507 (0.0219)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4-note">
            <a:extLst xmlns:a="http://schemas.openxmlformats.org/drawingml/2006/main">
              <a:ext uri="{FF2B5EF4-FFF2-40B4-BE49-F238E27FC236}">
                <a16:creationId xmlns:a16="http://schemas.microsoft.com/office/drawing/2014/main" id="{E6D0869B-E58D-4DD9-8401-F86A74D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4">
            <a:extLst xmlns:a="http://schemas.openxmlformats.org/drawingml/2006/main">
              <a:ext uri="{FF2B5EF4-FFF2-40B4-BE49-F238E27FC236}">
                <a16:creationId xmlns:a16="http://schemas.microsoft.com/office/drawing/2014/main" id="{940E2438-8C61-4EFD-B5E9-575CDA95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Age composition</a:t>
            </a:r>
          </a:p>
        </p:txBody>
      </p:sp>
      <p:sp>
        <p:nvSpPr>
          <p:cNvPr id="9" name="footer-number-254">
            <a:extLst xmlns:a="http://schemas.openxmlformats.org/drawingml/2006/main">
              <a:ext uri="{FF2B5EF4-FFF2-40B4-BE49-F238E27FC236}">
                <a16:creationId xmlns:a16="http://schemas.microsoft.com/office/drawing/2014/main" id="{3418629F-5F6B-40C6-B33E-1AC9051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254</a:t>
            </a:r>
          </a:p>
        </p:txBody>
      </p:sp>
    </p:spTree>
    <p:extLst>
      <p:ext uri="{BB962C8B-B14F-4D97-AF65-F5344CB8AC3E}">
        <p14:creationId xmlns:p14="http://schemas.microsoft.com/office/powerpoint/2010/main" val="1453845081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5-eyebrow">
            <a:extLst xmlns:a="http://schemas.openxmlformats.org/drawingml/2006/main">
              <a:ext uri="{FF2B5EF4-FFF2-40B4-BE49-F238E27FC236}">
                <a16:creationId xmlns:a16="http://schemas.microsoft.com/office/drawing/2014/main" id="{78E202A6-DAB8-40AA-A857-08D96305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AGE COMPOSITION · SHARE AGE 5 14</a:t>
            </a:r>
          </a:p>
        </p:txBody>
      </p:sp>
      <p:sp>
        <p:nvSpPr>
          <p:cNvPr id="2" name="outcome-255-title">
            <a:extLst xmlns:a="http://schemas.openxmlformats.org/drawingml/2006/main">
              <a:ext uri="{FF2B5EF4-FFF2-40B4-BE49-F238E27FC236}">
                <a16:creationId xmlns:a16="http://schemas.microsoft.com/office/drawing/2014/main" id="{78105151-4F1A-43F1-9C5D-48DB1FE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4 of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1AD5B-2F61-4704-BAA0-93B31770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211f50cd54ac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5-table-label">
            <a:extLst xmlns:a="http://schemas.openxmlformats.org/drawingml/2006/main">
              <a:ext uri="{FF2B5EF4-FFF2-40B4-BE49-F238E27FC236}">
                <a16:creationId xmlns:a16="http://schemas.microsoft.com/office/drawing/2014/main" id="{DBC5A15E-B429-46AB-8AB5-323CE33C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0.286 (0.0199)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0.289 (0.0152)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 (0.0289)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0.266 (0.0199)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(0.0358)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0.241 (0.031)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0.213 (0.0322)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0.206 (0.0204)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0.176 (0.0309)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(0.0181)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5-note">
            <a:extLst xmlns:a="http://schemas.openxmlformats.org/drawingml/2006/main">
              <a:ext uri="{FF2B5EF4-FFF2-40B4-BE49-F238E27FC236}">
                <a16:creationId xmlns:a16="http://schemas.microsoft.com/office/drawing/2014/main" id="{9724F417-86A8-4B5B-92FC-C0885697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5">
            <a:extLst xmlns:a="http://schemas.openxmlformats.org/drawingml/2006/main">
              <a:ext uri="{FF2B5EF4-FFF2-40B4-BE49-F238E27FC236}">
                <a16:creationId xmlns:a16="http://schemas.microsoft.com/office/drawing/2014/main" id="{4F6D0F09-6AE0-48F2-8E14-8EE2A24C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Age composition</a:t>
            </a:r>
          </a:p>
        </p:txBody>
      </p:sp>
      <p:sp>
        <p:nvSpPr>
          <p:cNvPr id="9" name="footer-number-255">
            <a:extLst xmlns:a="http://schemas.openxmlformats.org/drawingml/2006/main">
              <a:ext uri="{FF2B5EF4-FFF2-40B4-BE49-F238E27FC236}">
                <a16:creationId xmlns:a16="http://schemas.microsoft.com/office/drawing/2014/main" id="{45C7CA85-2672-4FB3-A130-B144946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90537961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6-eyebrow">
            <a:extLst xmlns:a="http://schemas.openxmlformats.org/drawingml/2006/main">
              <a:ext uri="{FF2B5EF4-FFF2-40B4-BE49-F238E27FC236}">
                <a16:creationId xmlns:a16="http://schemas.microsoft.com/office/drawing/2014/main" id="{222E6554-F87F-4A67-A993-4F877906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AGE COMPOSITION · SHARE AGE 65PLUS</a:t>
            </a:r>
          </a:p>
        </p:txBody>
      </p:sp>
      <p:sp>
        <p:nvSpPr>
          <p:cNvPr id="2" name="outcome-256-title">
            <a:extLst xmlns:a="http://schemas.openxmlformats.org/drawingml/2006/main">
              <a:ext uri="{FF2B5EF4-FFF2-40B4-BE49-F238E27FC236}">
                <a16:creationId xmlns:a16="http://schemas.microsoft.com/office/drawing/2014/main" id="{E7A36F93-2F3C-481C-8627-2F4158EA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5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E2ADB-416D-4C93-9D99-7C272E88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04dc7bb524339"/>
          <a:stretch xmlns:a="http://schemas.openxmlformats.org/drawingml/2006/main"/>
        </p:blipFill>
        <p:spPr>
          <a:xfrm xmlns:a="http://schemas.openxmlformats.org/drawingml/2006/main">
            <a:off x="594039" y="1600200"/>
            <a:ext cx="6298571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6-table-label">
            <a:extLst xmlns:a="http://schemas.openxmlformats.org/drawingml/2006/main">
              <a:ext uri="{FF2B5EF4-FFF2-40B4-BE49-F238E27FC236}">
                <a16:creationId xmlns:a16="http://schemas.microsoft.com/office/drawing/2014/main" id="{B74A2B99-6C01-4607-B17C-269B1F9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0.0312 (0.0105)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0.0247 (0.00781)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0.0445 (0.0131)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0.0339 (0.00957)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0.0546 (0.0152)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0.0408 (0.0105)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0.0677 (0.0174)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0.0562 (0.0142)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0.0865 (0.0219)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0.0759 (0.0186)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56-note">
            <a:extLst xmlns:a="http://schemas.openxmlformats.org/drawingml/2006/main">
              <a:ext uri="{FF2B5EF4-FFF2-40B4-BE49-F238E27FC236}">
                <a16:creationId xmlns:a16="http://schemas.microsoft.com/office/drawing/2014/main" id="{DA8AE4CC-5F44-449F-BCBA-95288DC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6">
            <a:extLst xmlns:a="http://schemas.openxmlformats.org/drawingml/2006/main">
              <a:ext uri="{FF2B5EF4-FFF2-40B4-BE49-F238E27FC236}">
                <a16:creationId xmlns:a16="http://schemas.microsoft.com/office/drawing/2014/main" id="{422BC74B-1400-4B8F-937D-42E0AFA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Age composition</a:t>
            </a:r>
          </a:p>
        </p:txBody>
      </p:sp>
      <p:sp>
        <p:nvSpPr>
          <p:cNvPr id="9" name="footer-number-256">
            <a:extLst xmlns:a="http://schemas.openxmlformats.org/drawingml/2006/main">
              <a:ext uri="{FF2B5EF4-FFF2-40B4-BE49-F238E27FC236}">
                <a16:creationId xmlns:a16="http://schemas.microsoft.com/office/drawing/2014/main" id="{569A331B-8D19-4D2E-A5AD-8D2D33E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1241376307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7-eyebrow">
            <a:extLst xmlns:a="http://schemas.openxmlformats.org/drawingml/2006/main">
              <a:ext uri="{FF2B5EF4-FFF2-40B4-BE49-F238E27FC236}">
                <a16:creationId xmlns:a16="http://schemas.microsoft.com/office/drawing/2014/main" id="{B907DF3E-2AEF-418C-8EFB-41348610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AMC GDP PER CAPITA · GDP TOTAL PER CAPITA (CONSTANT 2010 R$)</a:t>
            </a:r>
          </a:p>
        </p:txBody>
      </p:sp>
      <p:sp>
        <p:nvSpPr>
          <p:cNvPr id="2" name="outcome-257-title">
            <a:extLst xmlns:a="http://schemas.openxmlformats.org/drawingml/2006/main">
              <a:ext uri="{FF2B5EF4-FFF2-40B4-BE49-F238E27FC236}">
                <a16:creationId xmlns:a16="http://schemas.microsoft.com/office/drawing/2014/main" id="{A0987B74-C572-4EE7-B238-8D824EFA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3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676D-F20A-4278-9F4C-6B0205E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e2f50d84f4bce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7-table-label">
            <a:extLst xmlns:a="http://schemas.openxmlformats.org/drawingml/2006/main">
              <a:ext uri="{FF2B5EF4-FFF2-40B4-BE49-F238E27FC236}">
                <a16:creationId xmlns:a16="http://schemas.microsoft.com/office/drawing/2014/main" id="{67A001F4-F664-43DD-8068-E62CE96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4.02k (22.4k)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3.81k (2.19k)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8.07k (19.1k)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9.03k (3.99k)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9.22k (10.9k)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12.2k (8.66k)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12.6k (13.7k)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16.8k (8.50k)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57-note">
            <a:extLst xmlns:a="http://schemas.openxmlformats.org/drawingml/2006/main">
              <a:ext uri="{FF2B5EF4-FFF2-40B4-BE49-F238E27FC236}">
                <a16:creationId xmlns:a16="http://schemas.microsoft.com/office/drawing/2014/main" id="{7D8F0E6B-F37C-4310-AAF9-8E8FCE9F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7">
            <a:extLst xmlns:a="http://schemas.openxmlformats.org/drawingml/2006/main">
              <a:ext uri="{FF2B5EF4-FFF2-40B4-BE49-F238E27FC236}">
                <a16:creationId xmlns:a16="http://schemas.microsoft.com/office/drawing/2014/main" id="{BDB6F895-80DE-4180-B22E-4F524F23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AMC GDP per capita</a:t>
            </a:r>
          </a:p>
        </p:txBody>
      </p:sp>
      <p:sp>
        <p:nvSpPr>
          <p:cNvPr id="9" name="footer-number-257">
            <a:extLst xmlns:a="http://schemas.openxmlformats.org/drawingml/2006/main">
              <a:ext uri="{FF2B5EF4-FFF2-40B4-BE49-F238E27FC236}">
                <a16:creationId xmlns:a16="http://schemas.microsoft.com/office/drawing/2014/main" id="{85A4089F-3A69-4D89-A423-011985F2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257</a:t>
            </a:r>
          </a:p>
        </p:txBody>
      </p:sp>
    </p:spTree>
    <p:extLst>
      <p:ext uri="{BB962C8B-B14F-4D97-AF65-F5344CB8AC3E}">
        <p14:creationId xmlns:p14="http://schemas.microsoft.com/office/powerpoint/2010/main" val="146786184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8-eyebrow">
            <a:extLst xmlns:a="http://schemas.openxmlformats.org/drawingml/2006/main">
              <a:ext uri="{FF2B5EF4-FFF2-40B4-BE49-F238E27FC236}">
                <a16:creationId xmlns:a16="http://schemas.microsoft.com/office/drawing/2014/main" id="{895ACFBD-B52D-4802-91D3-76B5D35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AMC GDP PER CAPITA · INDUSTRY VALUE ADDED PER CAPITA (CONSTANT 2010 R$)</a:t>
            </a:r>
          </a:p>
        </p:txBody>
      </p:sp>
      <p:sp>
        <p:nvSpPr>
          <p:cNvPr id="2" name="outcome-258-title">
            <a:extLst xmlns:a="http://schemas.openxmlformats.org/drawingml/2006/main">
              <a:ext uri="{FF2B5EF4-FFF2-40B4-BE49-F238E27FC236}">
                <a16:creationId xmlns:a16="http://schemas.microsoft.com/office/drawing/2014/main" id="{08CF8812-564F-43EF-B671-775B5A9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2 of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CDC92-537F-47F6-9C18-264A54A8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2f8b74faf4b5f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8-table-label">
            <a:extLst xmlns:a="http://schemas.openxmlformats.org/drawingml/2006/main">
              <a:ext uri="{FF2B5EF4-FFF2-40B4-BE49-F238E27FC236}">
                <a16:creationId xmlns:a16="http://schemas.microsoft.com/office/drawing/2014/main" id="{F2AF51B5-70C1-4203-BB4F-BC01C44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1.28k (20.9k)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731 (1.36k)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2.54k (9.80k)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1.86k (2.49k)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2.14k (5.70k)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2.90k (5.75k)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2.92k (8.23k)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4.01k (6.31k)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58-note">
            <a:extLst xmlns:a="http://schemas.openxmlformats.org/drawingml/2006/main">
              <a:ext uri="{FF2B5EF4-FFF2-40B4-BE49-F238E27FC236}">
                <a16:creationId xmlns:a16="http://schemas.microsoft.com/office/drawing/2014/main" id="{1E69B9A3-CAAC-4652-9445-A42EF4B4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8">
            <a:extLst xmlns:a="http://schemas.openxmlformats.org/drawingml/2006/main">
              <a:ext uri="{FF2B5EF4-FFF2-40B4-BE49-F238E27FC236}">
                <a16:creationId xmlns:a16="http://schemas.microsoft.com/office/drawing/2014/main" id="{1A24A103-AAFD-4A39-A0D6-46BC1B03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AMC GDP per capita</a:t>
            </a:r>
          </a:p>
        </p:txBody>
      </p:sp>
      <p:sp>
        <p:nvSpPr>
          <p:cNvPr id="9" name="footer-number-258">
            <a:extLst xmlns:a="http://schemas.openxmlformats.org/drawingml/2006/main">
              <a:ext uri="{FF2B5EF4-FFF2-40B4-BE49-F238E27FC236}">
                <a16:creationId xmlns:a16="http://schemas.microsoft.com/office/drawing/2014/main" id="{029F21F8-DAA8-42AB-8DD2-4F17A15E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258</a:t>
            </a:r>
          </a:p>
        </p:txBody>
      </p:sp>
    </p:spTree>
    <p:extLst>
      <p:ext uri="{BB962C8B-B14F-4D97-AF65-F5344CB8AC3E}">
        <p14:creationId xmlns:p14="http://schemas.microsoft.com/office/powerpoint/2010/main" val="1652407365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59-eyebrow">
            <a:extLst xmlns:a="http://schemas.openxmlformats.org/drawingml/2006/main">
              <a:ext uri="{FF2B5EF4-FFF2-40B4-BE49-F238E27FC236}">
                <a16:creationId xmlns:a16="http://schemas.microsoft.com/office/drawing/2014/main" id="{B8763224-F9B4-4D94-B714-9C85E72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AMC GDP PER CAPITA · PRIVATE-SERVICES VALUE ADDED PER CAPITA (CONSTANT 2010 R$)</a:t>
            </a:r>
          </a:p>
        </p:txBody>
      </p:sp>
      <p:sp>
        <p:nvSpPr>
          <p:cNvPr id="2" name="outcome-259-title">
            <a:extLst xmlns:a="http://schemas.openxmlformats.org/drawingml/2006/main">
              <a:ext uri="{FF2B5EF4-FFF2-40B4-BE49-F238E27FC236}">
                <a16:creationId xmlns:a16="http://schemas.microsoft.com/office/drawing/2014/main" id="{193313D6-3FBC-4F55-9E6E-43238D1F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C93C6-37D7-4A5D-B819-5DBAB53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4419896c04abf"/>
          <a:stretch xmlns:a="http://schemas.openxmlformats.org/drawingml/2006/main"/>
        </p:blipFill>
        <p:spPr>
          <a:xfrm xmlns:a="http://schemas.openxmlformats.org/drawingml/2006/main">
            <a:off x="856665" y="1600200"/>
            <a:ext cx="5773319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59-table-label">
            <a:extLst xmlns:a="http://schemas.openxmlformats.org/drawingml/2006/main">
              <a:ext uri="{FF2B5EF4-FFF2-40B4-BE49-F238E27FC236}">
                <a16:creationId xmlns:a16="http://schemas.microsoft.com/office/drawing/2014/main" id="{A206D7B6-C18B-4535-AC7F-FA9FF77F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1.33k (1.91k)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1.60k (1.15k)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2.61k (9.73k)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3.01k (1.92k)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3.12k (4.28k)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3.20k (1.65k)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3.87k (4.33k)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4.58k (2.35k)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59-note">
            <a:extLst xmlns:a="http://schemas.openxmlformats.org/drawingml/2006/main">
              <a:ext uri="{FF2B5EF4-FFF2-40B4-BE49-F238E27FC236}">
                <a16:creationId xmlns:a16="http://schemas.microsoft.com/office/drawing/2014/main" id="{73746DB9-47C3-452D-A47C-C8A43DD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59">
            <a:extLst xmlns:a="http://schemas.openxmlformats.org/drawingml/2006/main">
              <a:ext uri="{FF2B5EF4-FFF2-40B4-BE49-F238E27FC236}">
                <a16:creationId xmlns:a16="http://schemas.microsoft.com/office/drawing/2014/main" id="{01DB1A4D-7C3C-456F-8D9C-DC7F77F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AMC GDP per capita</a:t>
            </a:r>
          </a:p>
        </p:txBody>
      </p:sp>
      <p:sp>
        <p:nvSpPr>
          <p:cNvPr id="9" name="footer-number-259">
            <a:extLst xmlns:a="http://schemas.openxmlformats.org/drawingml/2006/main">
              <a:ext uri="{FF2B5EF4-FFF2-40B4-BE49-F238E27FC236}">
                <a16:creationId xmlns:a16="http://schemas.microsoft.com/office/drawing/2014/main" id="{49327C73-5BB4-48CA-B015-D985A84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259</a:t>
            </a:r>
          </a:p>
        </p:txBody>
      </p:sp>
    </p:spTree>
    <p:extLst>
      <p:ext uri="{BB962C8B-B14F-4D97-AF65-F5344CB8AC3E}">
        <p14:creationId xmlns:p14="http://schemas.microsoft.com/office/powerpoint/2010/main" val="75929639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0-eyebrow">
            <a:extLst xmlns:a="http://schemas.openxmlformats.org/drawingml/2006/main">
              <a:ext uri="{FF2B5EF4-FFF2-40B4-BE49-F238E27FC236}">
                <a16:creationId xmlns:a16="http://schemas.microsoft.com/office/drawing/2014/main" id="{E4735A08-BCBC-4E7D-A2E2-976C965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AMC GDP PER CAPITA · PUBLIC-ADMINISTRATION VALUE ADDED PER CAPITA (CONSTANT 2010 R$)</a:t>
            </a:r>
          </a:p>
        </p:txBody>
      </p:sp>
      <p:sp>
        <p:nvSpPr>
          <p:cNvPr id="2" name="outcome-260-title">
            <a:extLst xmlns:a="http://schemas.openxmlformats.org/drawingml/2006/main">
              <a:ext uri="{FF2B5EF4-FFF2-40B4-BE49-F238E27FC236}">
                <a16:creationId xmlns:a16="http://schemas.microsoft.com/office/drawing/2014/main" id="{6F3F7BDF-2D16-4799-B83F-A0CC760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0C64C-A8F9-42EC-A632-4935F404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313ccd48e440f"/>
          <a:stretch xmlns:a="http://schemas.openxmlformats.org/drawingml/2006/main"/>
        </p:blipFill>
        <p:spPr>
          <a:xfrm xmlns:a="http://schemas.openxmlformats.org/drawingml/2006/main">
            <a:off x="769865" y="1600200"/>
            <a:ext cx="5946920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60-table-label">
            <a:extLst xmlns:a="http://schemas.openxmlformats.org/drawingml/2006/main">
              <a:ext uri="{FF2B5EF4-FFF2-40B4-BE49-F238E27FC236}">
                <a16:creationId xmlns:a16="http://schemas.microsoft.com/office/drawing/2014/main" id="{3E62FACC-BE05-4039-AC9C-9A4C89E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211 (339)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212 (226)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333 (386)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418 (695)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1.60k (622)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1.63k (384)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2.55k (686)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2.67k (589)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60-note">
            <a:extLst xmlns:a="http://schemas.openxmlformats.org/drawingml/2006/main">
              <a:ext uri="{FF2B5EF4-FFF2-40B4-BE49-F238E27FC236}">
                <a16:creationId xmlns:a16="http://schemas.microsoft.com/office/drawing/2014/main" id="{CF3FE749-A3E5-4B83-B6C4-0530A62F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0">
            <a:extLst xmlns:a="http://schemas.openxmlformats.org/drawingml/2006/main">
              <a:ext uri="{FF2B5EF4-FFF2-40B4-BE49-F238E27FC236}">
                <a16:creationId xmlns:a16="http://schemas.microsoft.com/office/drawing/2014/main" id="{2401F5D4-5C57-4288-A751-E9B7EF7A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AMC GDP per capita</a:t>
            </a:r>
          </a:p>
        </p:txBody>
      </p:sp>
      <p:sp>
        <p:nvSpPr>
          <p:cNvPr id="9" name="footer-number-260">
            <a:extLst xmlns:a="http://schemas.openxmlformats.org/drawingml/2006/main">
              <a:ext uri="{FF2B5EF4-FFF2-40B4-BE49-F238E27FC236}">
                <a16:creationId xmlns:a16="http://schemas.microsoft.com/office/drawing/2014/main" id="{6ADFF4AF-3345-48B0-990A-84EF1A9C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260</a:t>
            </a:r>
          </a:p>
        </p:txBody>
      </p:sp>
    </p:spTree>
    <p:extLst>
      <p:ext uri="{BB962C8B-B14F-4D97-AF65-F5344CB8AC3E}">
        <p14:creationId xmlns:p14="http://schemas.microsoft.com/office/powerpoint/2010/main" val="1251942666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1-eyebrow">
            <a:extLst xmlns:a="http://schemas.openxmlformats.org/drawingml/2006/main">
              <a:ext uri="{FF2B5EF4-FFF2-40B4-BE49-F238E27FC236}">
                <a16:creationId xmlns:a16="http://schemas.microsoft.com/office/drawing/2014/main" id="{3237BF48-C36E-407C-AB3D-19850D05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AMC · AMC GDP PER CAPITA · AGRICULTURE VALUE ADDED PER CAPITA (CONSTANT 2010 R$)</a:t>
            </a:r>
          </a:p>
        </p:txBody>
      </p:sp>
      <p:sp>
        <p:nvSpPr>
          <p:cNvPr id="2" name="outcome-261-title">
            <a:extLst xmlns:a="http://schemas.openxmlformats.org/drawingml/2006/main">
              <a:ext uri="{FF2B5EF4-FFF2-40B4-BE49-F238E27FC236}">
                <a16:creationId xmlns:a16="http://schemas.microsoft.com/office/drawing/2014/main" id="{D55E143B-BF79-4CA3-BC52-BF172508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4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2A5A6-F135-4AE0-9C5C-82FBE85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88de81af74481"/>
          <a:stretch xmlns:a="http://schemas.openxmlformats.org/drawingml/2006/main"/>
        </p:blipFill>
        <p:spPr>
          <a:xfrm xmlns:a="http://schemas.openxmlformats.org/drawingml/2006/main">
            <a:off x="894501" y="1600200"/>
            <a:ext cx="5697648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outcome-261-table-label">
            <a:extLst xmlns:a="http://schemas.openxmlformats.org/drawingml/2006/main">
              <a:ext uri="{FF2B5EF4-FFF2-40B4-BE49-F238E27FC236}">
                <a16:creationId xmlns:a16="http://schemas.microsoft.com/office/drawing/2014/main" id="{36EF69B1-B529-45E1-ABD4-E1B7E1C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1.40k (2.84k)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1.49k (1.02k)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2.92k (2.60k)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4.15k (3.20k)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1.64k (1.96k)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3.73k (3.58k)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1.99k (2.41k)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4.11k (6.10k)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61-note">
            <a:extLst xmlns:a="http://schemas.openxmlformats.org/drawingml/2006/main">
              <a:ext uri="{FF2B5EF4-FFF2-40B4-BE49-F238E27FC236}">
                <a16:creationId xmlns:a16="http://schemas.microsoft.com/office/drawing/2014/main" id="{C9B6951B-5BF1-4836-9289-6134FD35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1">
            <a:extLst xmlns:a="http://schemas.openxmlformats.org/drawingml/2006/main">
              <a:ext uri="{FF2B5EF4-FFF2-40B4-BE49-F238E27FC236}">
                <a16:creationId xmlns:a16="http://schemas.microsoft.com/office/drawing/2014/main" id="{03441FF0-1735-4B8C-88C6-843918F9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AMC GDP per capita</a:t>
            </a:r>
          </a:p>
        </p:txBody>
      </p:sp>
      <p:sp>
        <p:nvSpPr>
          <p:cNvPr id="9" name="footer-number-261">
            <a:extLst xmlns:a="http://schemas.openxmlformats.org/drawingml/2006/main">
              <a:ext uri="{FF2B5EF4-FFF2-40B4-BE49-F238E27FC236}">
                <a16:creationId xmlns:a16="http://schemas.microsoft.com/office/drawing/2014/main" id="{BEC2424F-6D1E-4FEB-AF59-7D45E617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261</a:t>
            </a:r>
          </a:p>
        </p:txBody>
      </p:sp>
    </p:spTree>
    <p:extLst>
      <p:ext uri="{BB962C8B-B14F-4D97-AF65-F5344CB8AC3E}">
        <p14:creationId xmlns:p14="http://schemas.microsoft.com/office/powerpoint/2010/main" val="1320701266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2-eyebrow">
            <a:extLst xmlns:a="http://schemas.openxmlformats.org/drawingml/2006/main">
              <a:ext uri="{FF2B5EF4-FFF2-40B4-BE49-F238E27FC236}">
                <a16:creationId xmlns:a16="http://schemas.microsoft.com/office/drawing/2014/main" id="{C407D177-4E58-4C72-8905-67BABD90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LEVELS · GDP TOTAL (CONSTANT 2010 R$ THOUSAND)</a:t>
            </a:r>
          </a:p>
        </p:txBody>
      </p:sp>
      <p:sp>
        <p:nvSpPr>
          <p:cNvPr id="2" name="outcome-262-title">
            <a:extLst xmlns:a="http://schemas.openxmlformats.org/drawingml/2006/main">
              <a:ext uri="{FF2B5EF4-FFF2-40B4-BE49-F238E27FC236}">
                <a16:creationId xmlns:a16="http://schemas.microsoft.com/office/drawing/2014/main" id="{5C18F3BF-61C7-4F2E-8015-1C4FD8E7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6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FCF5A-92BD-4A17-AB43-A7EE1FB5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9171b7bf04e48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2-table-label">
            <a:extLst xmlns:a="http://schemas.openxmlformats.org/drawingml/2006/main">
              <a:ext uri="{FF2B5EF4-FFF2-40B4-BE49-F238E27FC236}">
                <a16:creationId xmlns:a16="http://schemas.microsoft.com/office/drawing/2014/main" id="{D9A41087-340C-406F-99E6-1FA7D706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130k (1.60m)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81.4k (145k)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179k (2.65m)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99.4k (206k)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307k (4.24m)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181k (424k)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440k (5.35m)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289k (707k)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479k (5.00m)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366k (958k)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429k (5.57m)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401k (1.30m)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483k (5.90m)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495k (1.47m)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554k (6.15m)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630k (1.74m)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675k (7.26m)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809k (2.39m)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2-note">
            <a:extLst xmlns:a="http://schemas.openxmlformats.org/drawingml/2006/main">
              <a:ext uri="{FF2B5EF4-FFF2-40B4-BE49-F238E27FC236}">
                <a16:creationId xmlns:a16="http://schemas.microsoft.com/office/drawing/2014/main" id="{9112DB48-638E-451A-AB9A-B1342716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2">
            <a:extLst xmlns:a="http://schemas.openxmlformats.org/drawingml/2006/main">
              <a:ext uri="{FF2B5EF4-FFF2-40B4-BE49-F238E27FC236}">
                <a16:creationId xmlns:a16="http://schemas.microsoft.com/office/drawing/2014/main" id="{18CEA7F7-EC71-451D-9E51-E9A3FE5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levels</a:t>
            </a:r>
          </a:p>
        </p:txBody>
      </p:sp>
      <p:sp>
        <p:nvSpPr>
          <p:cNvPr id="9" name="footer-number-262">
            <a:extLst xmlns:a="http://schemas.openxmlformats.org/drawingml/2006/main">
              <a:ext uri="{FF2B5EF4-FFF2-40B4-BE49-F238E27FC236}">
                <a16:creationId xmlns:a16="http://schemas.microsoft.com/office/drawing/2014/main" id="{F406DD92-CA36-4BDE-AF60-BA512878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262</a:t>
            </a:r>
          </a:p>
        </p:txBody>
      </p:sp>
    </p:spTree>
    <p:extLst>
      <p:ext uri="{BB962C8B-B14F-4D97-AF65-F5344CB8AC3E}">
        <p14:creationId xmlns:p14="http://schemas.microsoft.com/office/powerpoint/2010/main" val="1906111722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3-eyebrow">
            <a:extLst xmlns:a="http://schemas.openxmlformats.org/drawingml/2006/main">
              <a:ext uri="{FF2B5EF4-FFF2-40B4-BE49-F238E27FC236}">
                <a16:creationId xmlns:a16="http://schemas.microsoft.com/office/drawing/2014/main" id="{79BF37F8-8CB7-4E8F-9DDF-3E77C6A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LEVELS · INDUSTRY VALUE ADDED (CONSTANT 2010 R$ THOUSAND)</a:t>
            </a:r>
          </a:p>
        </p:txBody>
      </p:sp>
      <p:sp>
        <p:nvSpPr>
          <p:cNvPr id="2" name="outcome-263-title">
            <a:extLst xmlns:a="http://schemas.openxmlformats.org/drawingml/2006/main">
              <a:ext uri="{FF2B5EF4-FFF2-40B4-BE49-F238E27FC236}">
                <a16:creationId xmlns:a16="http://schemas.microsoft.com/office/drawing/2014/main" id="{16299934-A444-4CFB-87B8-85B1B954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7AE28-C992-4447-80F3-D56CD8F1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262b4900d4563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3-table-label">
            <a:extLst xmlns:a="http://schemas.openxmlformats.org/drawingml/2006/main">
              <a:ext uri="{FF2B5EF4-FFF2-40B4-BE49-F238E27FC236}">
                <a16:creationId xmlns:a16="http://schemas.microsoft.com/office/drawing/2014/main" id="{776D8029-025D-44D6-B4AE-490D81E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45.5k (727k)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12.2k (27.3k)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64.6k (1.13m)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20.9k (57.0k)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125k (2.01m)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39.6k (113k)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181k (2.24m)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80.3k (243k)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204k (2.20m)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101k (292k)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142k (1.87m)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110k (513k)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116k (1.24m)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116k (341k)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135k (1.05m)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151k (389k)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162k (1.17m)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215k (700k)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3-note">
            <a:extLst xmlns:a="http://schemas.openxmlformats.org/drawingml/2006/main">
              <a:ext uri="{FF2B5EF4-FFF2-40B4-BE49-F238E27FC236}">
                <a16:creationId xmlns:a16="http://schemas.microsoft.com/office/drawing/2014/main" id="{CA9B9D84-5ED8-4EFD-A774-75357F3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3">
            <a:extLst xmlns:a="http://schemas.openxmlformats.org/drawingml/2006/main">
              <a:ext uri="{FF2B5EF4-FFF2-40B4-BE49-F238E27FC236}">
                <a16:creationId xmlns:a16="http://schemas.microsoft.com/office/drawing/2014/main" id="{97E46E2F-DC23-4895-A16E-8DE7B8D2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levels</a:t>
            </a:r>
          </a:p>
        </p:txBody>
      </p:sp>
      <p:sp>
        <p:nvSpPr>
          <p:cNvPr id="9" name="footer-number-263">
            <a:extLst xmlns:a="http://schemas.openxmlformats.org/drawingml/2006/main">
              <a:ext uri="{FF2B5EF4-FFF2-40B4-BE49-F238E27FC236}">
                <a16:creationId xmlns:a16="http://schemas.microsoft.com/office/drawing/2014/main" id="{489BBD95-DA25-4A8B-A933-ED4FC4D2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263</a:t>
            </a:r>
          </a:p>
        </p:txBody>
      </p:sp>
    </p:spTree>
    <p:extLst>
      <p:ext uri="{BB962C8B-B14F-4D97-AF65-F5344CB8AC3E}">
        <p14:creationId xmlns:p14="http://schemas.microsoft.com/office/powerpoint/2010/main" val="1463976400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4-eyebrow">
            <a:extLst xmlns:a="http://schemas.openxmlformats.org/drawingml/2006/main">
              <a:ext uri="{FF2B5EF4-FFF2-40B4-BE49-F238E27FC236}">
                <a16:creationId xmlns:a16="http://schemas.microsoft.com/office/drawing/2014/main" id="{CF2F3AD8-17E5-4A57-84B8-77C214C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LEVELS · PRIVATE-SERVICES VALUE ADDED (CONSTANT 2010 R$ THOUSAND)</a:t>
            </a:r>
          </a:p>
        </p:txBody>
      </p:sp>
      <p:sp>
        <p:nvSpPr>
          <p:cNvPr id="2" name="outcome-264-title">
            <a:extLst xmlns:a="http://schemas.openxmlformats.org/drawingml/2006/main">
              <a:ext uri="{FF2B5EF4-FFF2-40B4-BE49-F238E27FC236}">
                <a16:creationId xmlns:a16="http://schemas.microsoft.com/office/drawing/2014/main" id="{0DDD36E1-77F5-49D5-A93D-568E206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4A2EB-AA4F-4B18-9CC0-47514DA5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81041160d42a4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4-table-label">
            <a:extLst xmlns:a="http://schemas.openxmlformats.org/drawingml/2006/main">
              <a:ext uri="{FF2B5EF4-FFF2-40B4-BE49-F238E27FC236}">
                <a16:creationId xmlns:a16="http://schemas.microsoft.com/office/drawing/2014/main" id="{6EE8534B-B1B0-418E-8A0D-05356051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66.9k (962k)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50.9k (111k)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94.4k (1.56m)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53.9k (137k)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150k (2.31m)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103k (296k)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215k (3.19m)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141k (460k)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223k (2.89m)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194k (661k)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254k (3.76m)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208k (826k)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217k (3.21m)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197k (715k)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238k (3.46m)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239k (803k)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305k (4.33m)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322k (1.11m)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4-note">
            <a:extLst xmlns:a="http://schemas.openxmlformats.org/drawingml/2006/main">
              <a:ext uri="{FF2B5EF4-FFF2-40B4-BE49-F238E27FC236}">
                <a16:creationId xmlns:a16="http://schemas.microsoft.com/office/drawing/2014/main" id="{51F2D1B5-9529-4327-883B-63B9534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4">
            <a:extLst xmlns:a="http://schemas.openxmlformats.org/drawingml/2006/main">
              <a:ext uri="{FF2B5EF4-FFF2-40B4-BE49-F238E27FC236}">
                <a16:creationId xmlns:a16="http://schemas.microsoft.com/office/drawing/2014/main" id="{68A4EC74-AAC9-45AC-AF18-A9AE7132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levels</a:t>
            </a:r>
          </a:p>
        </p:txBody>
      </p:sp>
      <p:sp>
        <p:nvSpPr>
          <p:cNvPr id="9" name="footer-number-264">
            <a:extLst xmlns:a="http://schemas.openxmlformats.org/drawingml/2006/main">
              <a:ext uri="{FF2B5EF4-FFF2-40B4-BE49-F238E27FC236}">
                <a16:creationId xmlns:a16="http://schemas.microsoft.com/office/drawing/2014/main" id="{EF3AC4F6-963A-4B35-88FC-1AC2D3F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264</a:t>
            </a:r>
          </a:p>
        </p:txBody>
      </p:sp>
    </p:spTree>
    <p:extLst>
      <p:ext uri="{BB962C8B-B14F-4D97-AF65-F5344CB8AC3E}">
        <p14:creationId xmlns:p14="http://schemas.microsoft.com/office/powerpoint/2010/main" val="447904632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5-eyebrow">
            <a:extLst xmlns:a="http://schemas.openxmlformats.org/drawingml/2006/main">
              <a:ext uri="{FF2B5EF4-FFF2-40B4-BE49-F238E27FC236}">
                <a16:creationId xmlns:a16="http://schemas.microsoft.com/office/drawing/2014/main" id="{F1AA0D1F-F397-411A-A8FA-EE6E069F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LEVELS · PUBLIC-ADMINISTRATION VALUE ADDED (CONSTANT 2010 R$ THOUSAND)</a:t>
            </a:r>
          </a:p>
        </p:txBody>
      </p:sp>
      <p:sp>
        <p:nvSpPr>
          <p:cNvPr id="2" name="outcome-265-title">
            <a:extLst xmlns:a="http://schemas.openxmlformats.org/drawingml/2006/main">
              <a:ext uri="{FF2B5EF4-FFF2-40B4-BE49-F238E27FC236}">
                <a16:creationId xmlns:a16="http://schemas.microsoft.com/office/drawing/2014/main" id="{DCF2C050-72E5-42A1-B289-0D3D52F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70213-4534-4340-BA96-49411056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3965788364b22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65-table-label">
            <a:extLst xmlns:a="http://schemas.openxmlformats.org/drawingml/2006/main">
              <a:ext uri="{FF2B5EF4-FFF2-40B4-BE49-F238E27FC236}">
                <a16:creationId xmlns:a16="http://schemas.microsoft.com/office/drawing/2014/main" id="{553D2009-C67C-43C0-BD88-05A659EF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16.6k (264k)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7.64k (25.2k)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23.1k (339k)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11.7k (41.2k)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28.2k (378k)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19.5k (82.5k)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34.4k (435k)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16.1k (46.2k)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64.8k (721k)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68.0k (308k)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62.6k (827k)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56.0k (151k)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76.2k (755k)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81.3k (222k)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96.5k (926k)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107k (302k)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65-note">
            <a:extLst xmlns:a="http://schemas.openxmlformats.org/drawingml/2006/main">
              <a:ext uri="{FF2B5EF4-FFF2-40B4-BE49-F238E27FC236}">
                <a16:creationId xmlns:a16="http://schemas.microsoft.com/office/drawing/2014/main" id="{5682CC18-6E9B-42EB-9BED-4D52FA1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5">
            <a:extLst xmlns:a="http://schemas.openxmlformats.org/drawingml/2006/main">
              <a:ext uri="{FF2B5EF4-FFF2-40B4-BE49-F238E27FC236}">
                <a16:creationId xmlns:a16="http://schemas.microsoft.com/office/drawing/2014/main" id="{E6CE0926-FD06-4892-BE2B-47AB7C5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levels</a:t>
            </a:r>
          </a:p>
        </p:txBody>
      </p:sp>
      <p:sp>
        <p:nvSpPr>
          <p:cNvPr id="9" name="footer-number-265">
            <a:extLst xmlns:a="http://schemas.openxmlformats.org/drawingml/2006/main">
              <a:ext uri="{FF2B5EF4-FFF2-40B4-BE49-F238E27FC236}">
                <a16:creationId xmlns:a16="http://schemas.microsoft.com/office/drawing/2014/main" id="{8CE79C8A-F0FE-4A77-A09D-82670FE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265</a:t>
            </a:r>
          </a:p>
        </p:txBody>
      </p:sp>
    </p:spTree>
    <p:extLst>
      <p:ext uri="{BB962C8B-B14F-4D97-AF65-F5344CB8AC3E}">
        <p14:creationId xmlns:p14="http://schemas.microsoft.com/office/powerpoint/2010/main" val="1689214033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6-eyebrow">
            <a:extLst xmlns:a="http://schemas.openxmlformats.org/drawingml/2006/main">
              <a:ext uri="{FF2B5EF4-FFF2-40B4-BE49-F238E27FC236}">
                <a16:creationId xmlns:a16="http://schemas.microsoft.com/office/drawing/2014/main" id="{B5CFB7F3-72ED-4739-8449-12AE58A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LEVELS · AGRICULTURE VALUE ADDED (CONSTANT 2010 R$ THOUSAND)</a:t>
            </a:r>
          </a:p>
        </p:txBody>
      </p:sp>
      <p:sp>
        <p:nvSpPr>
          <p:cNvPr id="2" name="outcome-266-title">
            <a:extLst xmlns:a="http://schemas.openxmlformats.org/drawingml/2006/main">
              <a:ext uri="{FF2B5EF4-FFF2-40B4-BE49-F238E27FC236}">
                <a16:creationId xmlns:a16="http://schemas.microsoft.com/office/drawing/2014/main" id="{200940BC-4E79-4A92-8A08-60C6428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8CCD7-06F7-4A9A-8694-77EA240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303b1bbcb4dfb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6-table-label">
            <a:extLst xmlns:a="http://schemas.openxmlformats.org/drawingml/2006/main">
              <a:ext uri="{FF2B5EF4-FFF2-40B4-BE49-F238E27FC236}">
                <a16:creationId xmlns:a16="http://schemas.microsoft.com/office/drawing/2014/main" id="{00A30CE6-41DE-4ED5-B337-03FAE52C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22.2k (28.2k)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21.8k (23.8k)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20.5k (32.0k)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24.5k (33.4k)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32.6k (51.3k)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38.2k (43.0k)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43.7k (52.5k)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67.4k (70.3k)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52.6k (68.2k)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70.8k (90.0k)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32.9k (44.8k)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82.8k (111k)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22.7k (33.9k)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68.1k (94.3k)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25.4k (44.2k)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65.7k (90.3k)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27.8k (40.2k)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80.4k (111k)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6-note">
            <a:extLst xmlns:a="http://schemas.openxmlformats.org/drawingml/2006/main">
              <a:ext uri="{FF2B5EF4-FFF2-40B4-BE49-F238E27FC236}">
                <a16:creationId xmlns:a16="http://schemas.microsoft.com/office/drawing/2014/main" id="{199FE856-A997-4950-A691-B6EF41AD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6">
            <a:extLst xmlns:a="http://schemas.openxmlformats.org/drawingml/2006/main">
              <a:ext uri="{FF2B5EF4-FFF2-40B4-BE49-F238E27FC236}">
                <a16:creationId xmlns:a16="http://schemas.microsoft.com/office/drawing/2014/main" id="{8E4028C9-A3EB-48FB-B021-A30C6A9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levels</a:t>
            </a:r>
          </a:p>
        </p:txBody>
      </p:sp>
      <p:sp>
        <p:nvSpPr>
          <p:cNvPr id="9" name="footer-number-266">
            <a:extLst xmlns:a="http://schemas.openxmlformats.org/drawingml/2006/main">
              <a:ext uri="{FF2B5EF4-FFF2-40B4-BE49-F238E27FC236}">
                <a16:creationId xmlns:a16="http://schemas.microsoft.com/office/drawing/2014/main" id="{A3F558FD-4F07-4E79-A2EA-3A239E8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266</a:t>
            </a:r>
          </a:p>
        </p:txBody>
      </p:sp>
    </p:spTree>
    <p:extLst>
      <p:ext uri="{BB962C8B-B14F-4D97-AF65-F5344CB8AC3E}">
        <p14:creationId xmlns:p14="http://schemas.microsoft.com/office/powerpoint/2010/main" val="54288890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7-eyebrow">
            <a:extLst xmlns:a="http://schemas.openxmlformats.org/drawingml/2006/main">
              <a:ext uri="{FF2B5EF4-FFF2-40B4-BE49-F238E27FC236}">
                <a16:creationId xmlns:a16="http://schemas.microsoft.com/office/drawing/2014/main" id="{9CE974BF-6BB3-4638-8CA1-DF76CFC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LOGS · LOG GDP TOTAL (CONSTANT 2010 R$ THOUSAND)</a:t>
            </a:r>
          </a:p>
        </p:txBody>
      </p:sp>
      <p:sp>
        <p:nvSpPr>
          <p:cNvPr id="2" name="outcome-267-title">
            <a:extLst xmlns:a="http://schemas.openxmlformats.org/drawingml/2006/main">
              <a:ext uri="{FF2B5EF4-FFF2-40B4-BE49-F238E27FC236}">
                <a16:creationId xmlns:a16="http://schemas.microsoft.com/office/drawing/2014/main" id="{08623F41-1464-4F28-B8C1-D697595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B7B2D-76F4-46B6-A01A-CF213D2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6023c756f4483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7-table-label">
            <a:extLst xmlns:a="http://schemas.openxmlformats.org/drawingml/2006/main">
              <a:ext uri="{FF2B5EF4-FFF2-40B4-BE49-F238E27FC236}">
                <a16:creationId xmlns:a16="http://schemas.microsoft.com/office/drawing/2014/main" id="{7D83D7D2-FDD2-4C62-AFAC-64D6981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11.2 (1.43)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11.5 (1.33)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(1.43)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11.5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(1.39)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11.8 (1.46)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(1.39)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12.1 (1.47)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11.7 (1.38)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12.3 (1.44)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7-note">
            <a:extLst xmlns:a="http://schemas.openxmlformats.org/drawingml/2006/main">
              <a:ext uri="{FF2B5EF4-FFF2-40B4-BE49-F238E27FC236}">
                <a16:creationId xmlns:a16="http://schemas.microsoft.com/office/drawing/2014/main" id="{1C5D8526-B8A9-4D35-A709-AC9F09E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7">
            <a:extLst xmlns:a="http://schemas.openxmlformats.org/drawingml/2006/main">
              <a:ext uri="{FF2B5EF4-FFF2-40B4-BE49-F238E27FC236}">
                <a16:creationId xmlns:a16="http://schemas.microsoft.com/office/drawing/2014/main" id="{79063F33-8954-41A9-863B-C741E96D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logs</a:t>
            </a:r>
          </a:p>
        </p:txBody>
      </p:sp>
      <p:sp>
        <p:nvSpPr>
          <p:cNvPr id="9" name="footer-number-267">
            <a:extLst xmlns:a="http://schemas.openxmlformats.org/drawingml/2006/main">
              <a:ext uri="{FF2B5EF4-FFF2-40B4-BE49-F238E27FC236}">
                <a16:creationId xmlns:a16="http://schemas.microsoft.com/office/drawing/2014/main" id="{55ECFF03-758F-462F-AFED-E59B7F36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267</a:t>
            </a:r>
          </a:p>
        </p:txBody>
      </p:sp>
    </p:spTree>
    <p:extLst>
      <p:ext uri="{BB962C8B-B14F-4D97-AF65-F5344CB8AC3E}">
        <p14:creationId xmlns:p14="http://schemas.microsoft.com/office/powerpoint/2010/main" val="530793456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8-eyebrow">
            <a:extLst xmlns:a="http://schemas.openxmlformats.org/drawingml/2006/main">
              <a:ext uri="{FF2B5EF4-FFF2-40B4-BE49-F238E27FC236}">
                <a16:creationId xmlns:a16="http://schemas.microsoft.com/office/drawing/2014/main" id="{CB380522-53CC-4F14-B5D7-C4873596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LOGS · LOG INDUSTRY VALUE ADDED (CONSTANT 2010 R$ THOUSAND)</a:t>
            </a:r>
          </a:p>
        </p:txBody>
      </p:sp>
      <p:sp>
        <p:nvSpPr>
          <p:cNvPr id="2" name="outcome-268-title">
            <a:extLst xmlns:a="http://schemas.openxmlformats.org/drawingml/2006/main">
              <a:ext uri="{FF2B5EF4-FFF2-40B4-BE49-F238E27FC236}">
                <a16:creationId xmlns:a16="http://schemas.microsoft.com/office/drawing/2014/main" id="{E5220AE6-FABA-4EDA-9207-734260D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678F-9967-43B7-AA25-8D2E2A9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baaeae0674e0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8-table-label">
            <a:extLst xmlns:a="http://schemas.openxmlformats.org/drawingml/2006/main">
              <a:ext uri="{FF2B5EF4-FFF2-40B4-BE49-F238E27FC236}">
                <a16:creationId xmlns:a16="http://schemas.microsoft.com/office/drawing/2014/main" id="{D3935A3A-CD3B-485C-9B08-B0DCF49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7.76 (2.2)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7.59 (1.97)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7.98 (2.13)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8.03 (1.99)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8.6 (2.22)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8.37 (2.3)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(2.12)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9.37 (2)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9.17 (2.23)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9.26 (2.29)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7.63 (2.91)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8.41 (3.01)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9.09 (1.83)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9.65 (1.99)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8.86 (2.15)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9.71 (2.13)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9.24 (2.06)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(2.01)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8-note">
            <a:extLst xmlns:a="http://schemas.openxmlformats.org/drawingml/2006/main">
              <a:ext uri="{FF2B5EF4-FFF2-40B4-BE49-F238E27FC236}">
                <a16:creationId xmlns:a16="http://schemas.microsoft.com/office/drawing/2014/main" id="{DE081FD3-1081-4728-AEA3-0E9CF943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8">
            <a:extLst xmlns:a="http://schemas.openxmlformats.org/drawingml/2006/main">
              <a:ext uri="{FF2B5EF4-FFF2-40B4-BE49-F238E27FC236}">
                <a16:creationId xmlns:a16="http://schemas.microsoft.com/office/drawing/2014/main" id="{5E03541D-A71D-429C-8DE9-D27BE26A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logs</a:t>
            </a:r>
          </a:p>
        </p:txBody>
      </p:sp>
      <p:sp>
        <p:nvSpPr>
          <p:cNvPr id="9" name="footer-number-268">
            <a:extLst xmlns:a="http://schemas.openxmlformats.org/drawingml/2006/main">
              <a:ext uri="{FF2B5EF4-FFF2-40B4-BE49-F238E27FC236}">
                <a16:creationId xmlns:a16="http://schemas.microsoft.com/office/drawing/2014/main" id="{66027109-8013-4D7C-964B-67CA17FF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268</a:t>
            </a:r>
          </a:p>
        </p:txBody>
      </p:sp>
    </p:spTree>
    <p:extLst>
      <p:ext uri="{BB962C8B-B14F-4D97-AF65-F5344CB8AC3E}">
        <p14:creationId xmlns:p14="http://schemas.microsoft.com/office/powerpoint/2010/main" val="1645207804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69-eyebrow">
            <a:extLst xmlns:a="http://schemas.openxmlformats.org/drawingml/2006/main">
              <a:ext uri="{FF2B5EF4-FFF2-40B4-BE49-F238E27FC236}">
                <a16:creationId xmlns:a16="http://schemas.microsoft.com/office/drawing/2014/main" id="{231132CA-23FB-42FE-913F-0923B673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LOGS · LOG PRIVATE-SERVICES VALUE ADDED (CONSTANT 2010 R$ THOUSAND)</a:t>
            </a:r>
          </a:p>
        </p:txBody>
      </p:sp>
      <p:sp>
        <p:nvSpPr>
          <p:cNvPr id="2" name="outcome-269-title">
            <a:extLst xmlns:a="http://schemas.openxmlformats.org/drawingml/2006/main">
              <a:ext uri="{FF2B5EF4-FFF2-40B4-BE49-F238E27FC236}">
                <a16:creationId xmlns:a16="http://schemas.microsoft.com/office/drawing/2014/main" id="{0EC008A9-18C4-4493-99FC-F29FE229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F4E0C-86EF-4267-B4C9-6D27FE77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4cd3c26fd43a2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69-table-label">
            <a:extLst xmlns:a="http://schemas.openxmlformats.org/drawingml/2006/main">
              <a:ext uri="{FF2B5EF4-FFF2-40B4-BE49-F238E27FC236}">
                <a16:creationId xmlns:a16="http://schemas.microsoft.com/office/drawing/2014/main" id="{519E28F3-C2B1-49C6-9835-B4FCC90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 (1.67)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9.24 (1.84)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9.29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9.49 (1.59)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9.68 (1.54)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(1.52)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(1.58)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9.99 (1.59)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(1.64)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(1.68)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69-note">
            <a:extLst xmlns:a="http://schemas.openxmlformats.org/drawingml/2006/main">
              <a:ext uri="{FF2B5EF4-FFF2-40B4-BE49-F238E27FC236}">
                <a16:creationId xmlns:a16="http://schemas.microsoft.com/office/drawing/2014/main" id="{D9D16099-A26A-43FA-A20C-41C5D25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69">
            <a:extLst xmlns:a="http://schemas.openxmlformats.org/drawingml/2006/main">
              <a:ext uri="{FF2B5EF4-FFF2-40B4-BE49-F238E27FC236}">
                <a16:creationId xmlns:a16="http://schemas.microsoft.com/office/drawing/2014/main" id="{489F1D49-3886-481A-B8E4-410610A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logs</a:t>
            </a:r>
          </a:p>
        </p:txBody>
      </p:sp>
      <p:sp>
        <p:nvSpPr>
          <p:cNvPr id="9" name="footer-number-269">
            <a:extLst xmlns:a="http://schemas.openxmlformats.org/drawingml/2006/main">
              <a:ext uri="{FF2B5EF4-FFF2-40B4-BE49-F238E27FC236}">
                <a16:creationId xmlns:a16="http://schemas.microsoft.com/office/drawing/2014/main" id="{D64CE037-8236-4FAA-812F-073C9F98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269</a:t>
            </a:r>
          </a:p>
        </p:txBody>
      </p:sp>
    </p:spTree>
    <p:extLst>
      <p:ext uri="{BB962C8B-B14F-4D97-AF65-F5344CB8AC3E}">
        <p14:creationId xmlns:p14="http://schemas.microsoft.com/office/powerpoint/2010/main" val="1970262032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0-eyebrow">
            <a:extLst xmlns:a="http://schemas.openxmlformats.org/drawingml/2006/main">
              <a:ext uri="{FF2B5EF4-FFF2-40B4-BE49-F238E27FC236}">
                <a16:creationId xmlns:a16="http://schemas.microsoft.com/office/drawing/2014/main" id="{FFD33220-D68B-426F-94FA-0F1F2E15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LOGS · LOG PUBLIC-ADMINISTRATION VALUE ADDED (CONSTANT 2010 R$ THOUSAND)</a:t>
            </a:r>
          </a:p>
        </p:txBody>
      </p:sp>
      <p:sp>
        <p:nvSpPr>
          <p:cNvPr id="2" name="outcome-270-title">
            <a:extLst xmlns:a="http://schemas.openxmlformats.org/drawingml/2006/main">
              <a:ext uri="{FF2B5EF4-FFF2-40B4-BE49-F238E27FC236}">
                <a16:creationId xmlns:a16="http://schemas.microsoft.com/office/drawing/2014/main" id="{249ADF32-6218-4FD6-81C8-43DA3E4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1570A-AB96-4113-94D1-6945EEFA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514dca8e249a8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70-table-label">
            <a:extLst xmlns:a="http://schemas.openxmlformats.org/drawingml/2006/main">
              <a:ext uri="{FF2B5EF4-FFF2-40B4-BE49-F238E27FC236}">
                <a16:creationId xmlns:a16="http://schemas.microsoft.com/office/drawing/2014/main" id="{94B404DE-1AA2-45EF-9150-707B3E60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7.27 (1.62)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7.4 (1.66)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7.69 (1.57)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7.88 (1.54)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7.93 (1.6)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8.17 (1.67)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8.19 (1.7)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8.12 (1.69)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9.27 (1.3)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9.55 (1.43)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9.81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9.96 (1.2)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(1.09)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70-note">
            <a:extLst xmlns:a="http://schemas.openxmlformats.org/drawingml/2006/main">
              <a:ext uri="{FF2B5EF4-FFF2-40B4-BE49-F238E27FC236}">
                <a16:creationId xmlns:a16="http://schemas.microsoft.com/office/drawing/2014/main" id="{1B9D5046-A4D8-4664-BBB6-781B7844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0">
            <a:extLst xmlns:a="http://schemas.openxmlformats.org/drawingml/2006/main">
              <a:ext uri="{FF2B5EF4-FFF2-40B4-BE49-F238E27FC236}">
                <a16:creationId xmlns:a16="http://schemas.microsoft.com/office/drawing/2014/main" id="{9BC6323C-C075-4875-B10F-8017928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logs</a:t>
            </a:r>
          </a:p>
        </p:txBody>
      </p:sp>
      <p:sp>
        <p:nvSpPr>
          <p:cNvPr id="9" name="footer-number-270">
            <a:extLst xmlns:a="http://schemas.openxmlformats.org/drawingml/2006/main">
              <a:ext uri="{FF2B5EF4-FFF2-40B4-BE49-F238E27FC236}">
                <a16:creationId xmlns:a16="http://schemas.microsoft.com/office/drawing/2014/main" id="{F0C1C5D3-9199-4077-8118-2924C361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270</a:t>
            </a:r>
          </a:p>
        </p:txBody>
      </p:sp>
    </p:spTree>
    <p:extLst>
      <p:ext uri="{BB962C8B-B14F-4D97-AF65-F5344CB8AC3E}">
        <p14:creationId xmlns:p14="http://schemas.microsoft.com/office/powerpoint/2010/main" val="1008332886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1-eyebrow">
            <a:extLst xmlns:a="http://schemas.openxmlformats.org/drawingml/2006/main">
              <a:ext uri="{FF2B5EF4-FFF2-40B4-BE49-F238E27FC236}">
                <a16:creationId xmlns:a16="http://schemas.microsoft.com/office/drawing/2014/main" id="{B4061034-07B0-4388-B59D-DB7525E6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LOGS · LOG AGRICULTURE VALUE ADDED (CONSTANT 2010 R$ THOUSAND)</a:t>
            </a:r>
          </a:p>
        </p:txBody>
      </p:sp>
      <p:sp>
        <p:nvSpPr>
          <p:cNvPr id="2" name="outcome-271-title">
            <a:extLst xmlns:a="http://schemas.openxmlformats.org/drawingml/2006/main">
              <a:ext uri="{FF2B5EF4-FFF2-40B4-BE49-F238E27FC236}">
                <a16:creationId xmlns:a16="http://schemas.microsoft.com/office/drawing/2014/main" id="{52922CF5-716D-4854-8862-52415AB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CD229-465B-4597-82DB-5C7C8987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c135d38a44aa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71-table-label">
            <a:extLst xmlns:a="http://schemas.openxmlformats.org/drawingml/2006/main">
              <a:ext uri="{FF2B5EF4-FFF2-40B4-BE49-F238E27FC236}">
                <a16:creationId xmlns:a16="http://schemas.microsoft.com/office/drawing/2014/main" id="{ACC8C986-63A1-4242-A292-F169B912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9.41 (1.2)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9.48 (1.1)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9.34 (1.15)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9.38 (1.35)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9.85 (1.07)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 (1.15)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(1.11)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10.5 (1.19)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9.83 (1.18)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9.42 (1.14)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(1.28)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9.47 (1.19)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10.3 (1.26)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9.56 (1.23)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10.6 (1.22)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71-note">
            <a:extLst xmlns:a="http://schemas.openxmlformats.org/drawingml/2006/main">
              <a:ext uri="{FF2B5EF4-FFF2-40B4-BE49-F238E27FC236}">
                <a16:creationId xmlns:a16="http://schemas.microsoft.com/office/drawing/2014/main" id="{BC974D2F-5AD3-47CB-98B3-582566D1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1">
            <a:extLst xmlns:a="http://schemas.openxmlformats.org/drawingml/2006/main">
              <a:ext uri="{FF2B5EF4-FFF2-40B4-BE49-F238E27FC236}">
                <a16:creationId xmlns:a16="http://schemas.microsoft.com/office/drawing/2014/main" id="{0784760E-81F8-40C8-A25B-A1D20D9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logs</a:t>
            </a:r>
          </a:p>
        </p:txBody>
      </p:sp>
      <p:sp>
        <p:nvSpPr>
          <p:cNvPr id="9" name="footer-number-271">
            <a:extLst xmlns:a="http://schemas.openxmlformats.org/drawingml/2006/main">
              <a:ext uri="{FF2B5EF4-FFF2-40B4-BE49-F238E27FC236}">
                <a16:creationId xmlns:a16="http://schemas.microsoft.com/office/drawing/2014/main" id="{30EC402E-B93C-4141-A87C-5543EA5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271</a:t>
            </a:r>
          </a:p>
        </p:txBody>
      </p:sp>
    </p:spTree>
    <p:extLst>
      <p:ext uri="{BB962C8B-B14F-4D97-AF65-F5344CB8AC3E}">
        <p14:creationId xmlns:p14="http://schemas.microsoft.com/office/powerpoint/2010/main" val="957120736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2-eyebrow">
            <a:extLst xmlns:a="http://schemas.openxmlformats.org/drawingml/2006/main">
              <a:ext uri="{FF2B5EF4-FFF2-40B4-BE49-F238E27FC236}">
                <a16:creationId xmlns:a16="http://schemas.microsoft.com/office/drawing/2014/main" id="{018E24D2-F10C-422B-B74D-AAE92764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GROWTH · ANNUALIZED GDP TOTAL LOG GROWTH (%)</a:t>
            </a:r>
          </a:p>
        </p:txBody>
      </p:sp>
      <p:sp>
        <p:nvSpPr>
          <p:cNvPr id="2" name="outcome-272-title">
            <a:extLst xmlns:a="http://schemas.openxmlformats.org/drawingml/2006/main">
              <a:ext uri="{FF2B5EF4-FFF2-40B4-BE49-F238E27FC236}">
                <a16:creationId xmlns:a16="http://schemas.microsoft.com/office/drawing/2014/main" id="{0E46DF51-8F9D-431F-9C83-F377EF7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A1A69-7418-4C52-B575-CA390AD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7e7b6524f4195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72-table-label">
            <a:extLst xmlns:a="http://schemas.openxmlformats.org/drawingml/2006/main">
              <a:ext uri="{FF2B5EF4-FFF2-40B4-BE49-F238E27FC236}">
                <a16:creationId xmlns:a16="http://schemas.microsoft.com/office/drawing/2014/main" id="{BA4FD1EA-0CBB-4EB6-8886-AC116812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3.56 (6.5)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4.23 (5.58)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 (8.78)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10.8 (12.2)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7.05 (8.82)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11.1 (7.99)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3.77 (10.3)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3.15 (10.9)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-1.94 (5.23)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0.199 (4.88)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8.59 (10.2)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8.24 (11.5)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3.67 (4.65)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4.89 (3.81)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4.63 (4.37)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4.66 (4.96)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72-note">
            <a:extLst xmlns:a="http://schemas.openxmlformats.org/drawingml/2006/main">
              <a:ext uri="{FF2B5EF4-FFF2-40B4-BE49-F238E27FC236}">
                <a16:creationId xmlns:a16="http://schemas.microsoft.com/office/drawing/2014/main" id="{FA6CEE48-42F0-4D9B-9DBF-3CEEED39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2">
            <a:extLst xmlns:a="http://schemas.openxmlformats.org/drawingml/2006/main">
              <a:ext uri="{FF2B5EF4-FFF2-40B4-BE49-F238E27FC236}">
                <a16:creationId xmlns:a16="http://schemas.microsoft.com/office/drawing/2014/main" id="{5053B3C2-DD77-43C5-9CD5-B0707CF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growth</a:t>
            </a:r>
          </a:p>
        </p:txBody>
      </p:sp>
      <p:sp>
        <p:nvSpPr>
          <p:cNvPr id="9" name="footer-number-272">
            <a:extLst xmlns:a="http://schemas.openxmlformats.org/drawingml/2006/main">
              <a:ext uri="{FF2B5EF4-FFF2-40B4-BE49-F238E27FC236}">
                <a16:creationId xmlns:a16="http://schemas.microsoft.com/office/drawing/2014/main" id="{C8ED1008-8941-4676-8130-D0BF3FD6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272</a:t>
            </a:r>
          </a:p>
        </p:txBody>
      </p:sp>
    </p:spTree>
    <p:extLst>
      <p:ext uri="{BB962C8B-B14F-4D97-AF65-F5344CB8AC3E}">
        <p14:creationId xmlns:p14="http://schemas.microsoft.com/office/powerpoint/2010/main" val="122925056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3-eyebrow">
            <a:extLst xmlns:a="http://schemas.openxmlformats.org/drawingml/2006/main">
              <a:ext uri="{FF2B5EF4-FFF2-40B4-BE49-F238E27FC236}">
                <a16:creationId xmlns:a16="http://schemas.microsoft.com/office/drawing/2014/main" id="{21AF496A-73D3-4DFC-9277-AA419569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GROWTH · ANNUALIZED INDUSTRY VALUE ADDED LOG GROWTH (%)</a:t>
            </a:r>
          </a:p>
        </p:txBody>
      </p:sp>
      <p:sp>
        <p:nvSpPr>
          <p:cNvPr id="2" name="outcome-273-title">
            <a:extLst xmlns:a="http://schemas.openxmlformats.org/drawingml/2006/main">
              <a:ext uri="{FF2B5EF4-FFF2-40B4-BE49-F238E27FC236}">
                <a16:creationId xmlns:a16="http://schemas.microsoft.com/office/drawing/2014/main" id="{011E1FB7-AF97-4B7E-BB97-0ACD5F25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26CD1-F356-411C-8086-D19E30AE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de70970f94e75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73-table-label">
            <a:extLst xmlns:a="http://schemas.openxmlformats.org/drawingml/2006/main">
              <a:ext uri="{FF2B5EF4-FFF2-40B4-BE49-F238E27FC236}">
                <a16:creationId xmlns:a16="http://schemas.microsoft.com/office/drawing/2014/main" id="{A67177A8-8EA7-4201-B198-77EDD96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7.89 (10.9)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8.77 (9.79)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12.7 (15.6)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6.91 (21)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(15.8)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19.9 (19.3)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0.378 (15.4)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-1.61 (15.4)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-11.7 (13.8)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-5.33 (12.7)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40.5 (38.5)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32.7 (43.7)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-4.42 (15.1)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1.21 (11.5)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7.71 (12.2)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8.45 (11.1)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73-note">
            <a:extLst xmlns:a="http://schemas.openxmlformats.org/drawingml/2006/main">
              <a:ext uri="{FF2B5EF4-FFF2-40B4-BE49-F238E27FC236}">
                <a16:creationId xmlns:a16="http://schemas.microsoft.com/office/drawing/2014/main" id="{0BC8FCEF-80EA-4BA6-ADD0-40C1E78B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3">
            <a:extLst xmlns:a="http://schemas.openxmlformats.org/drawingml/2006/main">
              <a:ext uri="{FF2B5EF4-FFF2-40B4-BE49-F238E27FC236}">
                <a16:creationId xmlns:a16="http://schemas.microsoft.com/office/drawing/2014/main" id="{4ACF32B8-B14E-417B-9DC7-65D326C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growth</a:t>
            </a:r>
          </a:p>
        </p:txBody>
      </p:sp>
      <p:sp>
        <p:nvSpPr>
          <p:cNvPr id="9" name="footer-number-273">
            <a:extLst xmlns:a="http://schemas.openxmlformats.org/drawingml/2006/main">
              <a:ext uri="{FF2B5EF4-FFF2-40B4-BE49-F238E27FC236}">
                <a16:creationId xmlns:a16="http://schemas.microsoft.com/office/drawing/2014/main" id="{AF6254AC-B4B8-45A4-BE25-C29E860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273</a:t>
            </a:r>
          </a:p>
        </p:txBody>
      </p:sp>
    </p:spTree>
    <p:extLst>
      <p:ext uri="{BB962C8B-B14F-4D97-AF65-F5344CB8AC3E}">
        <p14:creationId xmlns:p14="http://schemas.microsoft.com/office/powerpoint/2010/main" val="1593393290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4-eyebrow">
            <a:extLst xmlns:a="http://schemas.openxmlformats.org/drawingml/2006/main">
              <a:ext uri="{FF2B5EF4-FFF2-40B4-BE49-F238E27FC236}">
                <a16:creationId xmlns:a16="http://schemas.microsoft.com/office/drawing/2014/main" id="{FAEC00CD-759D-4BBF-AE23-C7EC6351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GROWTH · ANNUALIZED PRIVATE-SERVICES VALUE ADDED LOG GROWTH (%)</a:t>
            </a:r>
          </a:p>
        </p:txBody>
      </p:sp>
      <p:sp>
        <p:nvSpPr>
          <p:cNvPr id="2" name="outcome-274-title">
            <a:extLst xmlns:a="http://schemas.openxmlformats.org/drawingml/2006/main">
              <a:ext uri="{FF2B5EF4-FFF2-40B4-BE49-F238E27FC236}">
                <a16:creationId xmlns:a16="http://schemas.microsoft.com/office/drawing/2014/main" id="{A80142E3-3A06-4B14-B57C-5E1567D2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FF50-7D1D-4E84-B15C-F66ED732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29f776bb041e8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74-table-label">
            <a:extLst xmlns:a="http://schemas.openxmlformats.org/drawingml/2006/main">
              <a:ext uri="{FF2B5EF4-FFF2-40B4-BE49-F238E27FC236}">
                <a16:creationId xmlns:a16="http://schemas.microsoft.com/office/drawing/2014/main" id="{8F3990B3-4D27-4071-8A26-80087882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6.66 (8.31)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7.15 (7.06)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7.81 (8.2)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(9.02)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6.47 (7.94)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7.03 (8.92)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5.77 (11)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4.97 (11.4)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0.343 (5.6)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0.277 (4.87)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-0.427 (11.3)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2.68 (9.52)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1.77 (6.69)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4.85 (4.6)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4.68 (4.75)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4.25 (4.05)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74-note">
            <a:extLst xmlns:a="http://schemas.openxmlformats.org/drawingml/2006/main">
              <a:ext uri="{FF2B5EF4-FFF2-40B4-BE49-F238E27FC236}">
                <a16:creationId xmlns:a16="http://schemas.microsoft.com/office/drawing/2014/main" id="{3CB178A0-9AFC-4092-A5F0-56ED424B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4">
            <a:extLst xmlns:a="http://schemas.openxmlformats.org/drawingml/2006/main">
              <a:ext uri="{FF2B5EF4-FFF2-40B4-BE49-F238E27FC236}">
                <a16:creationId xmlns:a16="http://schemas.microsoft.com/office/drawing/2014/main" id="{B7501693-478B-49B1-8661-CECA6334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growth</a:t>
            </a:r>
          </a:p>
        </p:txBody>
      </p:sp>
      <p:sp>
        <p:nvSpPr>
          <p:cNvPr id="9" name="footer-number-274">
            <a:extLst xmlns:a="http://schemas.openxmlformats.org/drawingml/2006/main">
              <a:ext uri="{FF2B5EF4-FFF2-40B4-BE49-F238E27FC236}">
                <a16:creationId xmlns:a16="http://schemas.microsoft.com/office/drawing/2014/main" id="{8D6516BB-E2C9-4065-B518-57745522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274</a:t>
            </a:r>
          </a:p>
        </p:txBody>
      </p:sp>
    </p:spTree>
    <p:extLst>
      <p:ext uri="{BB962C8B-B14F-4D97-AF65-F5344CB8AC3E}">
        <p14:creationId xmlns:p14="http://schemas.microsoft.com/office/powerpoint/2010/main" val="168768679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5-eyebrow">
            <a:extLst xmlns:a="http://schemas.openxmlformats.org/drawingml/2006/main">
              <a:ext uri="{FF2B5EF4-FFF2-40B4-BE49-F238E27FC236}">
                <a16:creationId xmlns:a16="http://schemas.microsoft.com/office/drawing/2014/main" id="{185C9C64-7DB7-494A-A6CB-612BE230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GROWTH · ANNUALIZED PUBLIC-ADMINISTRATION VALUE ADDED LOG GROWTH (%)</a:t>
            </a:r>
          </a:p>
        </p:txBody>
      </p:sp>
      <p:sp>
        <p:nvSpPr>
          <p:cNvPr id="2" name="outcome-275-title">
            <a:extLst xmlns:a="http://schemas.openxmlformats.org/drawingml/2006/main">
              <a:ext uri="{FF2B5EF4-FFF2-40B4-BE49-F238E27FC236}">
                <a16:creationId xmlns:a16="http://schemas.microsoft.com/office/drawing/2014/main" id="{54DA1B7B-1ADC-43DD-9791-29E53FC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4 of 7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F8768-3328-4DDF-AA39-EBC45204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38dee87bc4702"/>
          <a:stretch xmlns:a="http://schemas.openxmlformats.org/drawingml/2006/main"/>
        </p:blipFill>
        <p:spPr>
          <a:xfrm xmlns:a="http://schemas.openxmlformats.org/drawingml/2006/main">
            <a:off x="266700" y="1928258"/>
            <a:ext cx="6953250" cy="3839684"/>
          </a:xfrm>
          <a:prstGeom xmlns:a="http://schemas.openxmlformats.org/drawingml/2006/main" prst="rect">
            <a:avLst/>
          </a:prstGeom>
        </p:spPr>
      </p:pic>
      <p:sp>
        <p:nvSpPr>
          <p:cNvPr id="5" name="outcome-275-table-label">
            <a:extLst xmlns:a="http://schemas.openxmlformats.org/drawingml/2006/main">
              <a:ext uri="{FF2B5EF4-FFF2-40B4-BE49-F238E27FC236}">
                <a16:creationId xmlns:a16="http://schemas.microsoft.com/office/drawing/2014/main" id="{CEB28FCB-0745-401A-811D-4A0C2474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8.75 (10.3)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10.2 (11.4)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 (9.33)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5.67 (10.5)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6.81 (13.9)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-0.0365 (12.7)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(8.96)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14.3 (7.88)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15.6 (13.9)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11.3 (11.2)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5.96 (3.06)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7.29 (2.24)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5.11 (2.5)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4.73 (2.32)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75-note">
            <a:extLst xmlns:a="http://schemas.openxmlformats.org/drawingml/2006/main">
              <a:ext uri="{FF2B5EF4-FFF2-40B4-BE49-F238E27FC236}">
                <a16:creationId xmlns:a16="http://schemas.microsoft.com/office/drawing/2014/main" id="{3592F0BE-457E-466D-AFEB-54D801EE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5">
            <a:extLst xmlns:a="http://schemas.openxmlformats.org/drawingml/2006/main">
              <a:ext uri="{FF2B5EF4-FFF2-40B4-BE49-F238E27FC236}">
                <a16:creationId xmlns:a16="http://schemas.microsoft.com/office/drawing/2014/main" id="{9917D629-D244-4B26-927D-0712DDE3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growth</a:t>
            </a:r>
          </a:p>
        </p:txBody>
      </p:sp>
      <p:sp>
        <p:nvSpPr>
          <p:cNvPr id="9" name="footer-number-275">
            <a:extLst xmlns:a="http://schemas.openxmlformats.org/drawingml/2006/main">
              <a:ext uri="{FF2B5EF4-FFF2-40B4-BE49-F238E27FC236}">
                <a16:creationId xmlns:a16="http://schemas.microsoft.com/office/drawing/2014/main" id="{B1C0CFE0-631D-4A9A-89BE-45E9162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275</a:t>
            </a:r>
          </a:p>
        </p:txBody>
      </p:sp>
    </p:spTree>
    <p:extLst>
      <p:ext uri="{BB962C8B-B14F-4D97-AF65-F5344CB8AC3E}">
        <p14:creationId xmlns:p14="http://schemas.microsoft.com/office/powerpoint/2010/main" val="246302132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6-eyebrow">
            <a:extLst xmlns:a="http://schemas.openxmlformats.org/drawingml/2006/main">
              <a:ext uri="{FF2B5EF4-FFF2-40B4-BE49-F238E27FC236}">
                <a16:creationId xmlns:a16="http://schemas.microsoft.com/office/drawing/2014/main" id="{5CC263AB-1717-43F2-8678-41413D2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GROWTH · ANNUALIZED AGRICULTURE VALUE ADDED LOG GROWTH (%)</a:t>
            </a:r>
          </a:p>
        </p:txBody>
      </p:sp>
      <p:sp>
        <p:nvSpPr>
          <p:cNvPr id="2" name="outcome-276-title">
            <a:extLst xmlns:a="http://schemas.openxmlformats.org/drawingml/2006/main">
              <a:ext uri="{FF2B5EF4-FFF2-40B4-BE49-F238E27FC236}">
                <a16:creationId xmlns:a16="http://schemas.microsoft.com/office/drawing/2014/main" id="{7CB0B4F5-7B20-435C-8AEE-7762889A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9C18A-D45F-41D1-9978-0A15C018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8eb3fef454706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76-table-label">
            <a:extLst xmlns:a="http://schemas.openxmlformats.org/drawingml/2006/main">
              <a:ext uri="{FF2B5EF4-FFF2-40B4-BE49-F238E27FC236}">
                <a16:creationId xmlns:a16="http://schemas.microsoft.com/office/drawing/2014/main" id="{78FF847B-61E3-42A8-A1E1-C2F5BDB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1.27 (8.34)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2.11 (6.34)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10.4 (13.5)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11.4 (13.8)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5.87 (11.4)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11.8 (11.1)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2.74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1.91 (16.8)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-3.78 (6.7)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0.792 (6.21)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-8.4 (17.5)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-4.63 (16.3)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1.18 (12.4)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-0.533 (8.97)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1.7 (7.75)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4.62 (8.58)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76-note">
            <a:extLst xmlns:a="http://schemas.openxmlformats.org/drawingml/2006/main">
              <a:ext uri="{FF2B5EF4-FFF2-40B4-BE49-F238E27FC236}">
                <a16:creationId xmlns:a16="http://schemas.microsoft.com/office/drawing/2014/main" id="{43C381AD-ECD8-4EB1-91C1-2FB0BFAE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6">
            <a:extLst xmlns:a="http://schemas.openxmlformats.org/drawingml/2006/main">
              <a:ext uri="{FF2B5EF4-FFF2-40B4-BE49-F238E27FC236}">
                <a16:creationId xmlns:a16="http://schemas.microsoft.com/office/drawing/2014/main" id="{22F04903-7587-49FA-B241-BA756277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growth</a:t>
            </a:r>
          </a:p>
        </p:txBody>
      </p:sp>
      <p:sp>
        <p:nvSpPr>
          <p:cNvPr id="9" name="footer-number-276">
            <a:extLst xmlns:a="http://schemas.openxmlformats.org/drawingml/2006/main">
              <a:ext uri="{FF2B5EF4-FFF2-40B4-BE49-F238E27FC236}">
                <a16:creationId xmlns:a16="http://schemas.microsoft.com/office/drawing/2014/main" id="{B52C2359-5148-4494-88E0-45D8E463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276</a:t>
            </a:r>
          </a:p>
        </p:txBody>
      </p:sp>
    </p:spTree>
    <p:extLst>
      <p:ext uri="{BB962C8B-B14F-4D97-AF65-F5344CB8AC3E}">
        <p14:creationId xmlns:p14="http://schemas.microsoft.com/office/powerpoint/2010/main" val="1700468931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7-eyebrow">
            <a:extLst xmlns:a="http://schemas.openxmlformats.org/drawingml/2006/main">
              <a:ext uri="{FF2B5EF4-FFF2-40B4-BE49-F238E27FC236}">
                <a16:creationId xmlns:a16="http://schemas.microsoft.com/office/drawing/2014/main" id="{73B196BF-6FCD-4142-9B12-DE24E8AC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COMPOSITION · VALUE ADDED INDUSTRY SHARE OF GDP</a:t>
            </a:r>
          </a:p>
        </p:txBody>
      </p:sp>
      <p:sp>
        <p:nvSpPr>
          <p:cNvPr id="2" name="outcome-277-title">
            <a:extLst xmlns:a="http://schemas.openxmlformats.org/drawingml/2006/main">
              <a:ext uri="{FF2B5EF4-FFF2-40B4-BE49-F238E27FC236}">
                <a16:creationId xmlns:a16="http://schemas.microsoft.com/office/drawing/2014/main" id="{2A79DC5E-F42A-4DBD-9009-7DAD1FF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04C4D-694B-4BFC-8760-861B6AEE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597301d2a4ec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77-table-label">
            <a:extLst xmlns:a="http://schemas.openxmlformats.org/drawingml/2006/main">
              <a:ext uri="{FF2B5EF4-FFF2-40B4-BE49-F238E27FC236}">
                <a16:creationId xmlns:a16="http://schemas.microsoft.com/office/drawing/2014/main" id="{EEEA97E9-D0E2-47A6-BF29-2E26A3C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0.149 (0.174)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0.0955 (0.125)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0.158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0.181 (0.182)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 (0.263)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0.183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0.188 (0.22)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0.167 (0.191)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0.118 (0.183)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 (0.176)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0.145 (0.122)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0.159 (0.15)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0.138 (0.335)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(0.171)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0.148 (0.246)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0.166 (0.161)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77-note">
            <a:extLst xmlns:a="http://schemas.openxmlformats.org/drawingml/2006/main">
              <a:ext uri="{FF2B5EF4-FFF2-40B4-BE49-F238E27FC236}">
                <a16:creationId xmlns:a16="http://schemas.microsoft.com/office/drawing/2014/main" id="{EE85F9B0-3C47-473D-9B3F-A222EE2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7">
            <a:extLst xmlns:a="http://schemas.openxmlformats.org/drawingml/2006/main">
              <a:ext uri="{FF2B5EF4-FFF2-40B4-BE49-F238E27FC236}">
                <a16:creationId xmlns:a16="http://schemas.microsoft.com/office/drawing/2014/main" id="{1ADB68A7-52B2-48E3-9494-0B2FDCC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composition</a:t>
            </a:r>
          </a:p>
        </p:txBody>
      </p:sp>
      <p:sp>
        <p:nvSpPr>
          <p:cNvPr id="9" name="footer-number-277">
            <a:extLst xmlns:a="http://schemas.openxmlformats.org/drawingml/2006/main">
              <a:ext uri="{FF2B5EF4-FFF2-40B4-BE49-F238E27FC236}">
                <a16:creationId xmlns:a16="http://schemas.microsoft.com/office/drawing/2014/main" id="{BA9EBD6D-1313-4CFF-8925-DE26AB7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277</a:t>
            </a:r>
          </a:p>
        </p:txBody>
      </p:sp>
    </p:spTree>
    <p:extLst>
      <p:ext uri="{BB962C8B-B14F-4D97-AF65-F5344CB8AC3E}">
        <p14:creationId xmlns:p14="http://schemas.microsoft.com/office/powerpoint/2010/main" val="143613638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8-eyebrow">
            <a:extLst xmlns:a="http://schemas.openxmlformats.org/drawingml/2006/main">
              <a:ext uri="{FF2B5EF4-FFF2-40B4-BE49-F238E27FC236}">
                <a16:creationId xmlns:a16="http://schemas.microsoft.com/office/drawing/2014/main" id="{5AC1DCFB-8E81-4DDA-BF81-59F9616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COMPOSITION · VALUE ADDED SERVICES PRIVATE SHARE OF GDP</a:t>
            </a:r>
          </a:p>
        </p:txBody>
      </p:sp>
      <p:sp>
        <p:nvSpPr>
          <p:cNvPr id="2" name="outcome-278-title">
            <a:extLst xmlns:a="http://schemas.openxmlformats.org/drawingml/2006/main">
              <a:ext uri="{FF2B5EF4-FFF2-40B4-BE49-F238E27FC236}">
                <a16:creationId xmlns:a16="http://schemas.microsoft.com/office/drawing/2014/main" id="{912B3CF4-E422-4299-8FF5-F4360100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7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AE8DE-61F8-4E70-AED2-CC2D050D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7885c613a438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78-table-label">
            <a:extLst xmlns:a="http://schemas.openxmlformats.org/drawingml/2006/main">
              <a:ext uri="{FF2B5EF4-FFF2-40B4-BE49-F238E27FC236}">
                <a16:creationId xmlns:a16="http://schemas.microsoft.com/office/drawing/2014/main" id="{3717EB51-242C-4B33-9C03-75E5078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(0.193)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0.384 (0.24)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0.414 (0.16)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0.339 (0.139)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 (0.366)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 (0.148)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0.356 (0.164)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0.354 (0.165)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0.386 (0.182)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0.456 (0.198)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 (0.188)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0.298 (0.11)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0.289 (0.104)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0.278 (0.141)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0.292 (0.114)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0.279 (0.13)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0.289 (0.124)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78-note">
            <a:extLst xmlns:a="http://schemas.openxmlformats.org/drawingml/2006/main">
              <a:ext uri="{FF2B5EF4-FFF2-40B4-BE49-F238E27FC236}">
                <a16:creationId xmlns:a16="http://schemas.microsoft.com/office/drawing/2014/main" id="{B12662DB-49CA-4F06-8228-918DF17D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8">
            <a:extLst xmlns:a="http://schemas.openxmlformats.org/drawingml/2006/main">
              <a:ext uri="{FF2B5EF4-FFF2-40B4-BE49-F238E27FC236}">
                <a16:creationId xmlns:a16="http://schemas.microsoft.com/office/drawing/2014/main" id="{DA4FFCED-35AE-4D73-9C0E-E3F66329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composition</a:t>
            </a:r>
          </a:p>
        </p:txBody>
      </p:sp>
      <p:sp>
        <p:nvSpPr>
          <p:cNvPr id="9" name="footer-number-278">
            <a:extLst xmlns:a="http://schemas.openxmlformats.org/drawingml/2006/main">
              <a:ext uri="{FF2B5EF4-FFF2-40B4-BE49-F238E27FC236}">
                <a16:creationId xmlns:a16="http://schemas.microsoft.com/office/drawing/2014/main" id="{BF0733E1-3F4F-400D-AB5A-10018C52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278</a:t>
            </a:r>
          </a:p>
        </p:txBody>
      </p:sp>
    </p:spTree>
    <p:extLst>
      <p:ext uri="{BB962C8B-B14F-4D97-AF65-F5344CB8AC3E}">
        <p14:creationId xmlns:p14="http://schemas.microsoft.com/office/powerpoint/2010/main" val="1022524833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79-eyebrow">
            <a:extLst xmlns:a="http://schemas.openxmlformats.org/drawingml/2006/main">
              <a:ext uri="{FF2B5EF4-FFF2-40B4-BE49-F238E27FC236}">
                <a16:creationId xmlns:a16="http://schemas.microsoft.com/office/drawing/2014/main" id="{A891097E-31F1-4C39-AA93-EF772224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COMPOSITION · VALUE ADDED PUBLIC ADMINISTRATION SHARE OF GDP</a:t>
            </a:r>
          </a:p>
        </p:txBody>
      </p:sp>
      <p:sp>
        <p:nvSpPr>
          <p:cNvPr id="2" name="outcome-279-title">
            <a:extLst xmlns:a="http://schemas.openxmlformats.org/drawingml/2006/main">
              <a:ext uri="{FF2B5EF4-FFF2-40B4-BE49-F238E27FC236}">
                <a16:creationId xmlns:a16="http://schemas.microsoft.com/office/drawing/2014/main" id="{A2B61EE8-7936-409E-A31E-84D6AB03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6 of 8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55245-FEB7-4201-BC2A-166F701D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0fc78d0d2417c"/>
          <a:stretch xmlns:a="http://schemas.openxmlformats.org/drawingml/2006/main"/>
        </p:blipFill>
        <p:spPr>
          <a:xfrm xmlns:a="http://schemas.openxmlformats.org/drawingml/2006/main">
            <a:off x="266700" y="2123448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outcome-279-table-label">
            <a:extLst xmlns:a="http://schemas.openxmlformats.org/drawingml/2006/main">
              <a:ext uri="{FF2B5EF4-FFF2-40B4-BE49-F238E27FC236}">
                <a16:creationId xmlns:a16="http://schemas.microsoft.com/office/drawing/2014/main" id="{367B0B38-F2CC-4C8E-8FE5-9FB6023C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0.0621 (0.0561)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0.0568 (0.0467)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0.0542 (0.0449)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0.0621 (0.0903)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0.0492 (0.0414)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0.0505 (0.0746)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0.0612 (0.0565)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0.0387 (0.0315)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 (0.102)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0.269 (0.137)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0.176 (0.085)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0.306 (0.166)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0.201 (0.105)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0.313 (0.167)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0.198 (0.0973)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utcome-279-note">
            <a:extLst xmlns:a="http://schemas.openxmlformats.org/drawingml/2006/main">
              <a:ext uri="{FF2B5EF4-FFF2-40B4-BE49-F238E27FC236}">
                <a16:creationId xmlns:a16="http://schemas.microsoft.com/office/drawing/2014/main" id="{E1DBBE36-B377-4118-AFEE-E980C96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79">
            <a:extLst xmlns:a="http://schemas.openxmlformats.org/drawingml/2006/main">
              <a:ext uri="{FF2B5EF4-FFF2-40B4-BE49-F238E27FC236}">
                <a16:creationId xmlns:a16="http://schemas.microsoft.com/office/drawing/2014/main" id="{FDB41770-034A-498E-B782-9C8CDA5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composition</a:t>
            </a:r>
          </a:p>
        </p:txBody>
      </p:sp>
      <p:sp>
        <p:nvSpPr>
          <p:cNvPr id="9" name="footer-number-279">
            <a:extLst xmlns:a="http://schemas.openxmlformats.org/drawingml/2006/main">
              <a:ext uri="{FF2B5EF4-FFF2-40B4-BE49-F238E27FC236}">
                <a16:creationId xmlns:a16="http://schemas.microsoft.com/office/drawing/2014/main" id="{01EE2EF9-E62F-4AC3-B5A4-5DB41173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279</a:t>
            </a:r>
          </a:p>
        </p:txBody>
      </p:sp>
    </p:spTree>
    <p:extLst>
      <p:ext uri="{BB962C8B-B14F-4D97-AF65-F5344CB8AC3E}">
        <p14:creationId xmlns:p14="http://schemas.microsoft.com/office/powerpoint/2010/main" val="1767848121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0-eyebrow">
            <a:extLst xmlns:a="http://schemas.openxmlformats.org/drawingml/2006/main">
              <a:ext uri="{FF2B5EF4-FFF2-40B4-BE49-F238E27FC236}">
                <a16:creationId xmlns:a16="http://schemas.microsoft.com/office/drawing/2014/main" id="{6E4CF9BD-5543-4DD7-8662-8B37FAC2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MUNICIPALITY · MUNICIPAL GDP COMPOSITION · VALUE ADDED AGRICULTURE SHARE OF GDP</a:t>
            </a:r>
          </a:p>
        </p:txBody>
      </p:sp>
      <p:sp>
        <p:nvSpPr>
          <p:cNvPr id="2" name="outcome-280-title">
            <a:extLst xmlns:a="http://schemas.openxmlformats.org/drawingml/2006/main">
              <a:ext uri="{FF2B5EF4-FFF2-40B4-BE49-F238E27FC236}">
                <a16:creationId xmlns:a16="http://schemas.microsoft.com/office/drawing/2014/main" id="{F7FA1A67-142E-46C3-B1F9-723CFCB9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B75B-51B7-47FD-9C33-12BD2D1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6c83e76b947e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0-table-label">
            <a:extLst xmlns:a="http://schemas.openxmlformats.org/drawingml/2006/main">
              <a:ext uri="{FF2B5EF4-FFF2-40B4-BE49-F238E27FC236}">
                <a16:creationId xmlns:a16="http://schemas.microsoft.com/office/drawing/2014/main" id="{91363902-ADE3-46F4-B9D6-1BF59990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0.545 (0.262)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0.547 (0.293)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 (0.227)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0.441 (0.225)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0.481 (0.232)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0.388 (0.567)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0.469 (0.246)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0.461 (0.244)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0.457 (0.244)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0.447 (0.24)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0.426 (0.249)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0.48 (0.256)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0.239 (0.156)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0.316 (0.19)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0.215 (0.168)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0.244 (0.169)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0.197 (0.172)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0.248 (0.234)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0-note">
            <a:extLst xmlns:a="http://schemas.openxmlformats.org/drawingml/2006/main">
              <a:ext uri="{FF2B5EF4-FFF2-40B4-BE49-F238E27FC236}">
                <a16:creationId xmlns:a16="http://schemas.microsoft.com/office/drawing/2014/main" id="{FCE19DF0-B0A6-435A-BAA2-D2613E75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0">
            <a:extLst xmlns:a="http://schemas.openxmlformats.org/drawingml/2006/main">
              <a:ext uri="{FF2B5EF4-FFF2-40B4-BE49-F238E27FC236}">
                <a16:creationId xmlns:a16="http://schemas.microsoft.com/office/drawing/2014/main" id="{63832DB1-9BF3-4187-B9A0-D90CC27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Municipal GDP composition</a:t>
            </a:r>
          </a:p>
        </p:txBody>
      </p:sp>
      <p:sp>
        <p:nvSpPr>
          <p:cNvPr id="9" name="footer-number-280">
            <a:extLst xmlns:a="http://schemas.openxmlformats.org/drawingml/2006/main">
              <a:ext uri="{FF2B5EF4-FFF2-40B4-BE49-F238E27FC236}">
                <a16:creationId xmlns:a16="http://schemas.microsoft.com/office/drawing/2014/main" id="{2EA3637E-814D-4ECD-A78C-7927D89C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280</a:t>
            </a:r>
          </a:p>
        </p:txBody>
      </p:sp>
    </p:spTree>
    <p:extLst>
      <p:ext uri="{BB962C8B-B14F-4D97-AF65-F5344CB8AC3E}">
        <p14:creationId xmlns:p14="http://schemas.microsoft.com/office/powerpoint/2010/main" val="2038378840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1-eyebrow">
            <a:extLst xmlns:a="http://schemas.openxmlformats.org/drawingml/2006/main">
              <a:ext uri="{FF2B5EF4-FFF2-40B4-BE49-F238E27FC236}">
                <a16:creationId xmlns:a16="http://schemas.microsoft.com/office/drawing/2014/main" id="{385BBB2D-94E0-4470-899B-D44441B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NATIVE VEGETATION SHARE OF MAPPED AREA</a:t>
            </a:r>
          </a:p>
        </p:txBody>
      </p:sp>
      <p:sp>
        <p:nvSpPr>
          <p:cNvPr id="2" name="outcome-281-title">
            <a:extLst xmlns:a="http://schemas.openxmlformats.org/drawingml/2006/main">
              <a:ext uri="{FF2B5EF4-FFF2-40B4-BE49-F238E27FC236}">
                <a16:creationId xmlns:a16="http://schemas.microsoft.com/office/drawing/2014/main" id="{3D8E1841-DCFB-4B67-A457-2DFDA370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B777F-8627-464B-BED5-D3557E6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41e65454e4f9d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1-table-label">
            <a:extLst xmlns:a="http://schemas.openxmlformats.org/drawingml/2006/main">
              <a:ext uri="{FF2B5EF4-FFF2-40B4-BE49-F238E27FC236}">
                <a16:creationId xmlns:a16="http://schemas.microsoft.com/office/drawing/2014/main" id="{0AECFD76-D452-4E38-BF55-350A442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0.463 (0.298)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0.515 (0.223)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0.439 (0.298)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0.433 (0.213)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0.423 (0.292)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0.392 (0.202)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0.414 (0.287)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0.375 (0.191)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0.409 (0.281)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0.357 (0.177)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0.406 (0.276)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0.346 (0.169)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0.401 (0.269)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0.339 (0.161)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0.395 (0.265)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0.334 (0.157)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0.378 (0.253)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0.318 (0.149)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1-note">
            <a:extLst xmlns:a="http://schemas.openxmlformats.org/drawingml/2006/main">
              <a:ext uri="{FF2B5EF4-FFF2-40B4-BE49-F238E27FC236}">
                <a16:creationId xmlns:a16="http://schemas.microsoft.com/office/drawing/2014/main" id="{6900AFE5-0C49-4154-959F-E5AF872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1">
            <a:extLst xmlns:a="http://schemas.openxmlformats.org/drawingml/2006/main">
              <a:ext uri="{FF2B5EF4-FFF2-40B4-BE49-F238E27FC236}">
                <a16:creationId xmlns:a16="http://schemas.microsoft.com/office/drawing/2014/main" id="{FF050FBD-1DE1-4201-A776-3244917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1">
            <a:extLst xmlns:a="http://schemas.openxmlformats.org/drawingml/2006/main">
              <a:ext uri="{FF2B5EF4-FFF2-40B4-BE49-F238E27FC236}">
                <a16:creationId xmlns:a16="http://schemas.microsoft.com/office/drawing/2014/main" id="{91289497-7D8E-48CD-AEF2-E3774EA2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281</a:t>
            </a:r>
          </a:p>
        </p:txBody>
      </p:sp>
    </p:spTree>
    <p:extLst>
      <p:ext uri="{BB962C8B-B14F-4D97-AF65-F5344CB8AC3E}">
        <p14:creationId xmlns:p14="http://schemas.microsoft.com/office/powerpoint/2010/main" val="1973248970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2-eyebrow">
            <a:extLst xmlns:a="http://schemas.openxmlformats.org/drawingml/2006/main">
              <a:ext uri="{FF2B5EF4-FFF2-40B4-BE49-F238E27FC236}">
                <a16:creationId xmlns:a16="http://schemas.microsoft.com/office/drawing/2014/main" id="{C330CDCF-6897-4F89-9D54-F24AC92D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ANTHROPIC-USE SHARE OF MAPPED AREA</a:t>
            </a:r>
          </a:p>
        </p:txBody>
      </p:sp>
      <p:sp>
        <p:nvSpPr>
          <p:cNvPr id="2" name="outcome-282-title">
            <a:extLst xmlns:a="http://schemas.openxmlformats.org/drawingml/2006/main">
              <a:ext uri="{FF2B5EF4-FFF2-40B4-BE49-F238E27FC236}">
                <a16:creationId xmlns:a16="http://schemas.microsoft.com/office/drawing/2014/main" id="{F62FA818-FF1F-476F-A45D-A6845C1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45AE6-77E8-4D6B-817D-0E8725F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40b367fdc450d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2-table-label">
            <a:extLst xmlns:a="http://schemas.openxmlformats.org/drawingml/2006/main">
              <a:ext uri="{FF2B5EF4-FFF2-40B4-BE49-F238E27FC236}">
                <a16:creationId xmlns:a16="http://schemas.microsoft.com/office/drawing/2014/main" id="{6532B7F5-CBE3-4DED-B479-0159A8D6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0.516 (0.3)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0.464 (0.219)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0.541 (0.3)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0.549 (0.209)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0.557 (0.295)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0.585 (0.197)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0.567 (0.289)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0.605 (0.187)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0.571 (0.284)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0.622 (0.173)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0.574 (0.279)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0.633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0.581 (0.272)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0.643 (0.157)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0.587 (0.268)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0.647 (0.153)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0.602 (0.256)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0.662 (0.145)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2-note">
            <a:extLst xmlns:a="http://schemas.openxmlformats.org/drawingml/2006/main">
              <a:ext uri="{FF2B5EF4-FFF2-40B4-BE49-F238E27FC236}">
                <a16:creationId xmlns:a16="http://schemas.microsoft.com/office/drawing/2014/main" id="{C950683D-0F33-410D-B5BF-6C857FD8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2">
            <a:extLst xmlns:a="http://schemas.openxmlformats.org/drawingml/2006/main">
              <a:ext uri="{FF2B5EF4-FFF2-40B4-BE49-F238E27FC236}">
                <a16:creationId xmlns:a16="http://schemas.microsoft.com/office/drawing/2014/main" id="{EB97085D-657D-45F9-899B-029388C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2">
            <a:extLst xmlns:a="http://schemas.openxmlformats.org/drawingml/2006/main">
              <a:ext uri="{FF2B5EF4-FFF2-40B4-BE49-F238E27FC236}">
                <a16:creationId xmlns:a16="http://schemas.microsoft.com/office/drawing/2014/main" id="{7AF71FD8-4913-45E9-87F5-EAED3F2C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282</a:t>
            </a:r>
          </a:p>
        </p:txBody>
      </p:sp>
    </p:spTree>
    <p:extLst>
      <p:ext uri="{BB962C8B-B14F-4D97-AF65-F5344CB8AC3E}">
        <p14:creationId xmlns:p14="http://schemas.microsoft.com/office/powerpoint/2010/main" val="1219722120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3-eyebrow">
            <a:extLst xmlns:a="http://schemas.openxmlformats.org/drawingml/2006/main">
              <a:ext uri="{FF2B5EF4-FFF2-40B4-BE49-F238E27FC236}">
                <a16:creationId xmlns:a16="http://schemas.microsoft.com/office/drawing/2014/main" id="{67927EC1-4C92-4F81-8F03-112943F4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FARMING SHARE OF MAPPED AREA</a:t>
            </a:r>
          </a:p>
        </p:txBody>
      </p:sp>
      <p:sp>
        <p:nvSpPr>
          <p:cNvPr id="2" name="outcome-283-title">
            <a:extLst xmlns:a="http://schemas.openxmlformats.org/drawingml/2006/main">
              <a:ext uri="{FF2B5EF4-FFF2-40B4-BE49-F238E27FC236}">
                <a16:creationId xmlns:a16="http://schemas.microsoft.com/office/drawing/2014/main" id="{A9EA8F49-178A-4B35-A83A-C0DDA6C4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8AF67-DEFC-4949-BA4B-D1DE9A3D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6fd25d1204947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3-table-label">
            <a:extLst xmlns:a="http://schemas.openxmlformats.org/drawingml/2006/main">
              <a:ext uri="{FF2B5EF4-FFF2-40B4-BE49-F238E27FC236}">
                <a16:creationId xmlns:a16="http://schemas.microsoft.com/office/drawing/2014/main" id="{57BA1612-7A25-4CCA-8B93-0BFAF08A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0.505 (0.299)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0.461 (0.218)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0.527 (0.3)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0.545 (0.208)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0.542 (0.295)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0.58 (0.196)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0.549 (0.291)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0.599 (0.186)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0.551 (0.286)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0.615 (0.172)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0.553 (0.281)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0.626 (0.164)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0.558 (0.274)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0.636 (0.156)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0.562 (0.27)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0.639 (0.152)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0.575 (0.26)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0.652 (0.145)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3-note">
            <a:extLst xmlns:a="http://schemas.openxmlformats.org/drawingml/2006/main">
              <a:ext uri="{FF2B5EF4-FFF2-40B4-BE49-F238E27FC236}">
                <a16:creationId xmlns:a16="http://schemas.microsoft.com/office/drawing/2014/main" id="{03777A51-9C71-4BF2-BD9C-7FBB18A7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3">
            <a:extLst xmlns:a="http://schemas.openxmlformats.org/drawingml/2006/main">
              <a:ext uri="{FF2B5EF4-FFF2-40B4-BE49-F238E27FC236}">
                <a16:creationId xmlns:a16="http://schemas.microsoft.com/office/drawing/2014/main" id="{0D1C2A5F-8DBD-471C-9DC5-8A6A6C49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3">
            <a:extLst xmlns:a="http://schemas.openxmlformats.org/drawingml/2006/main">
              <a:ext uri="{FF2B5EF4-FFF2-40B4-BE49-F238E27FC236}">
                <a16:creationId xmlns:a16="http://schemas.microsoft.com/office/drawing/2014/main" id="{4097C068-EAC1-45B8-9D57-6F2F9813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283</a:t>
            </a:r>
          </a:p>
        </p:txBody>
      </p:sp>
    </p:spTree>
    <p:extLst>
      <p:ext uri="{BB962C8B-B14F-4D97-AF65-F5344CB8AC3E}">
        <p14:creationId xmlns:p14="http://schemas.microsoft.com/office/powerpoint/2010/main" val="272725338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4-eyebrow">
            <a:extLst xmlns:a="http://schemas.openxmlformats.org/drawingml/2006/main">
              <a:ext uri="{FF2B5EF4-FFF2-40B4-BE49-F238E27FC236}">
                <a16:creationId xmlns:a16="http://schemas.microsoft.com/office/drawing/2014/main" id="{DADDF585-FC67-43D0-A28C-57CD64D0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PASTURE SHARE OF MAPPED AREA</a:t>
            </a:r>
          </a:p>
        </p:txBody>
      </p:sp>
      <p:sp>
        <p:nvSpPr>
          <p:cNvPr id="2" name="outcome-284-title">
            <a:extLst xmlns:a="http://schemas.openxmlformats.org/drawingml/2006/main">
              <a:ext uri="{FF2B5EF4-FFF2-40B4-BE49-F238E27FC236}">
                <a16:creationId xmlns:a16="http://schemas.microsoft.com/office/drawing/2014/main" id="{052108E9-1832-4762-BE58-4CF3593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47CE-81A6-4D8B-A153-3AC93A8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b0801c818471e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4-table-label">
            <a:extLst xmlns:a="http://schemas.openxmlformats.org/drawingml/2006/main">
              <a:ext uri="{FF2B5EF4-FFF2-40B4-BE49-F238E27FC236}">
                <a16:creationId xmlns:a16="http://schemas.microsoft.com/office/drawing/2014/main" id="{197DB513-DA1E-44EF-8AE3-06298647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0.349 (0.274)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 (0.175)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0.381 (0.28)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0.445 (0.177)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0.382 (0.277)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0.458 (0.173)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0.383 (0.274)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0.457 (0.165)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0.369 (0.264)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0.443 (0.164)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0.345 (0.254)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0.431 (0.159)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0.334 (0.247)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0.411 (0.153)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0.326 (0.244)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0.384 (0.147)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0.325 (0.241)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0.361 (0.152)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4-note">
            <a:extLst xmlns:a="http://schemas.openxmlformats.org/drawingml/2006/main">
              <a:ext uri="{FF2B5EF4-FFF2-40B4-BE49-F238E27FC236}">
                <a16:creationId xmlns:a16="http://schemas.microsoft.com/office/drawing/2014/main" id="{512949F1-19EF-4A88-9AE9-84025413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4">
            <a:extLst xmlns:a="http://schemas.openxmlformats.org/drawingml/2006/main">
              <a:ext uri="{FF2B5EF4-FFF2-40B4-BE49-F238E27FC236}">
                <a16:creationId xmlns:a16="http://schemas.microsoft.com/office/drawing/2014/main" id="{E4ACDD4A-F69F-4FC8-B45A-2278F3C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4">
            <a:extLst xmlns:a="http://schemas.openxmlformats.org/drawingml/2006/main">
              <a:ext uri="{FF2B5EF4-FFF2-40B4-BE49-F238E27FC236}">
                <a16:creationId xmlns:a16="http://schemas.microsoft.com/office/drawing/2014/main" id="{D135AD96-4C38-4F85-9EDE-998614D6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284</a:t>
            </a:r>
          </a:p>
        </p:txBody>
      </p:sp>
    </p:spTree>
    <p:extLst>
      <p:ext uri="{BB962C8B-B14F-4D97-AF65-F5344CB8AC3E}">
        <p14:creationId xmlns:p14="http://schemas.microsoft.com/office/powerpoint/2010/main" val="1079712560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5-eyebrow">
            <a:extLst xmlns:a="http://schemas.openxmlformats.org/drawingml/2006/main">
              <a:ext uri="{FF2B5EF4-FFF2-40B4-BE49-F238E27FC236}">
                <a16:creationId xmlns:a16="http://schemas.microsoft.com/office/drawing/2014/main" id="{4C67E591-CB63-4E81-9CCE-E147270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AGRICULTURE SHARE OF MAPPED AREA</a:t>
            </a:r>
          </a:p>
        </p:txBody>
      </p:sp>
      <p:sp>
        <p:nvSpPr>
          <p:cNvPr id="2" name="outcome-285-title">
            <a:extLst xmlns:a="http://schemas.openxmlformats.org/drawingml/2006/main">
              <a:ext uri="{FF2B5EF4-FFF2-40B4-BE49-F238E27FC236}">
                <a16:creationId xmlns:a16="http://schemas.microsoft.com/office/drawing/2014/main" id="{61E98A02-15B2-4089-9B03-7A160121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E0A02-751A-4E70-A6D0-AD8C69FB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256b143e84765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5-table-label">
            <a:extLst xmlns:a="http://schemas.openxmlformats.org/drawingml/2006/main">
              <a:ext uri="{FF2B5EF4-FFF2-40B4-BE49-F238E27FC236}">
                <a16:creationId xmlns:a16="http://schemas.microsoft.com/office/drawing/2014/main" id="{3554CF8B-696A-4AF7-BB5F-9BB74A9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0.0652 (0.144)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0.0371 (0.0706)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0.0852 (0.166)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0.0581 (0.106)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0.0979 (0.179)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0.0765 (0.13)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0.105 (0.185)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 (0.138)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0.111 (0.189)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0.117 (0.161)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0.129 (0.202)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0.127 (0.167)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0.141 (0.208)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 (0.171)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0.146 (0.21)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0.162 (0.178)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 (0.213)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 (0.18)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5-note">
            <a:extLst xmlns:a="http://schemas.openxmlformats.org/drawingml/2006/main">
              <a:ext uri="{FF2B5EF4-FFF2-40B4-BE49-F238E27FC236}">
                <a16:creationId xmlns:a16="http://schemas.microsoft.com/office/drawing/2014/main" id="{2F4168B8-2592-4D80-BFD8-4562A08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5">
            <a:extLst xmlns:a="http://schemas.openxmlformats.org/drawingml/2006/main">
              <a:ext uri="{FF2B5EF4-FFF2-40B4-BE49-F238E27FC236}">
                <a16:creationId xmlns:a16="http://schemas.microsoft.com/office/drawing/2014/main" id="{AC57B6A5-3670-4DAB-A4C5-921CADF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5">
            <a:extLst xmlns:a="http://schemas.openxmlformats.org/drawingml/2006/main">
              <a:ext uri="{FF2B5EF4-FFF2-40B4-BE49-F238E27FC236}">
                <a16:creationId xmlns:a16="http://schemas.microsoft.com/office/drawing/2014/main" id="{CEE9DB29-A8FC-4C56-87A1-59F63FA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285</a:t>
            </a:r>
          </a:p>
        </p:txBody>
      </p:sp>
    </p:spTree>
    <p:extLst>
      <p:ext uri="{BB962C8B-B14F-4D97-AF65-F5344CB8AC3E}">
        <p14:creationId xmlns:p14="http://schemas.microsoft.com/office/powerpoint/2010/main" val="243135164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6-eyebrow">
            <a:extLst xmlns:a="http://schemas.openxmlformats.org/drawingml/2006/main">
              <a:ext uri="{FF2B5EF4-FFF2-40B4-BE49-F238E27FC236}">
                <a16:creationId xmlns:a16="http://schemas.microsoft.com/office/drawing/2014/main" id="{E7C1D89C-814C-4C3E-9928-0DBFAC42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SOYBEAN SHARE OF MAPPED AREA</a:t>
            </a:r>
          </a:p>
        </p:txBody>
      </p:sp>
      <p:sp>
        <p:nvSpPr>
          <p:cNvPr id="2" name="outcome-286-title">
            <a:extLst xmlns:a="http://schemas.openxmlformats.org/drawingml/2006/main">
              <a:ext uri="{FF2B5EF4-FFF2-40B4-BE49-F238E27FC236}">
                <a16:creationId xmlns:a16="http://schemas.microsoft.com/office/drawing/2014/main" id="{77AB488A-F23A-4726-ACFE-AF2828DF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5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01E64-F341-4452-BE8A-CF898BDB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706b18d69467a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6-table-label">
            <a:extLst xmlns:a="http://schemas.openxmlformats.org/drawingml/2006/main">
              <a:ext uri="{FF2B5EF4-FFF2-40B4-BE49-F238E27FC236}">
                <a16:creationId xmlns:a16="http://schemas.microsoft.com/office/drawing/2014/main" id="{D44D891F-13A1-4909-B650-2C7F80E2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0.0107 (0.044)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0.00268 (0.0106)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 (0.0782)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0.0137 (0.0538)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0.0251 (0.086)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0.0137 (0.0446)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0.0299 (0.0996)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0.0219 (0.0575)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0.0376 (0.114)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0.0419 (0.074)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0.0379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0.0515 (0.0785)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0.0422 (0.116)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0.0694 (0.0939)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0.0537 (0.136)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0.0882 (0.104)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0.0594 (0.145)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0.107 (0.128)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6-note">
            <a:extLst xmlns:a="http://schemas.openxmlformats.org/drawingml/2006/main">
              <a:ext uri="{FF2B5EF4-FFF2-40B4-BE49-F238E27FC236}">
                <a16:creationId xmlns:a16="http://schemas.microsoft.com/office/drawing/2014/main" id="{FE91CCD3-6B27-48FA-B13A-512AF5FF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6">
            <a:extLst xmlns:a="http://schemas.openxmlformats.org/drawingml/2006/main">
              <a:ext uri="{FF2B5EF4-FFF2-40B4-BE49-F238E27FC236}">
                <a16:creationId xmlns:a16="http://schemas.microsoft.com/office/drawing/2014/main" id="{25958732-AEAA-4CBB-9654-93CDF8E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6">
            <a:extLst xmlns:a="http://schemas.openxmlformats.org/drawingml/2006/main">
              <a:ext uri="{FF2B5EF4-FFF2-40B4-BE49-F238E27FC236}">
                <a16:creationId xmlns:a16="http://schemas.microsoft.com/office/drawing/2014/main" id="{483FEB1A-9DE6-4E56-8FD4-124878C0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286</a:t>
            </a:r>
          </a:p>
        </p:txBody>
      </p:sp>
    </p:spTree>
    <p:extLst>
      <p:ext uri="{BB962C8B-B14F-4D97-AF65-F5344CB8AC3E}">
        <p14:creationId xmlns:p14="http://schemas.microsoft.com/office/powerpoint/2010/main" val="768694983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7-eyebrow">
            <a:extLst xmlns:a="http://schemas.openxmlformats.org/drawingml/2006/main">
              <a:ext uri="{FF2B5EF4-FFF2-40B4-BE49-F238E27FC236}">
                <a16:creationId xmlns:a16="http://schemas.microsoft.com/office/drawing/2014/main" id="{4C723D53-8151-4184-A5E5-B9FB42BE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LAND-COVER SHARES · URBAN-AREA SHARE OF MAPPED AREA</a:t>
            </a:r>
          </a:p>
        </p:txBody>
      </p:sp>
      <p:sp>
        <p:nvSpPr>
          <p:cNvPr id="2" name="outcome-287-title">
            <a:extLst xmlns:a="http://schemas.openxmlformats.org/drawingml/2006/main">
              <a:ext uri="{FF2B5EF4-FFF2-40B4-BE49-F238E27FC236}">
                <a16:creationId xmlns:a16="http://schemas.microsoft.com/office/drawing/2014/main" id="{D5954F9B-5625-4BCB-AF76-342637D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lower in all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33809-7605-423E-9DA7-A0116EA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0d4d930904cdd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7-table-label">
            <a:extLst xmlns:a="http://schemas.openxmlformats.org/drawingml/2006/main">
              <a:ext uri="{FF2B5EF4-FFF2-40B4-BE49-F238E27FC236}">
                <a16:creationId xmlns:a16="http://schemas.microsoft.com/office/drawing/2014/main" id="{69948DC7-CFAC-48D0-A6A4-4419028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0.0113 (0.0518)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0.00348 (0.0072)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0.013 (0.0556)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0.00421 (0.00878)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0.0152 (0.0605)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0.00494 (0.01)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0.0173 (0.0651)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0.00555 (0.0115)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0.0191 (0.0686)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0.00602 (0.0125)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0.0205 (0.0711)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0.00657 (0.0136)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0.0224 (0.0738)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0.00712 (0.0145)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0.0237 (0.0756)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0.00762 (0.0154)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0.0253 (0.078)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0.00812 (0.0163)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7-note">
            <a:extLst xmlns:a="http://schemas.openxmlformats.org/drawingml/2006/main">
              <a:ext uri="{FF2B5EF4-FFF2-40B4-BE49-F238E27FC236}">
                <a16:creationId xmlns:a16="http://schemas.microsoft.com/office/drawing/2014/main" id="{5E9DF0B6-C9F8-4049-9649-699D44B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7">
            <a:extLst xmlns:a="http://schemas.openxmlformats.org/drawingml/2006/main">
              <a:ext uri="{FF2B5EF4-FFF2-40B4-BE49-F238E27FC236}">
                <a16:creationId xmlns:a16="http://schemas.microsoft.com/office/drawing/2014/main" id="{360E5EC3-B659-44FD-9A48-2CAEDE1D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land-cover shares</a:t>
            </a:r>
          </a:p>
        </p:txBody>
      </p:sp>
      <p:sp>
        <p:nvSpPr>
          <p:cNvPr id="9" name="footer-number-287">
            <a:extLst xmlns:a="http://schemas.openxmlformats.org/drawingml/2006/main">
              <a:ext uri="{FF2B5EF4-FFF2-40B4-BE49-F238E27FC236}">
                <a16:creationId xmlns:a16="http://schemas.microsoft.com/office/drawing/2014/main" id="{B19C926B-8D41-4B3F-A410-22792567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287</a:t>
            </a:r>
          </a:p>
        </p:txBody>
      </p:sp>
    </p:spTree>
    <p:extLst>
      <p:ext uri="{BB962C8B-B14F-4D97-AF65-F5344CB8AC3E}">
        <p14:creationId xmlns:p14="http://schemas.microsoft.com/office/powerpoint/2010/main" val="1437645803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come-288-eyebrow">
            <a:extLst xmlns:a="http://schemas.openxmlformats.org/drawingml/2006/main">
              <a:ext uri="{FF2B5EF4-FFF2-40B4-BE49-F238E27FC236}">
                <a16:creationId xmlns:a16="http://schemas.microsoft.com/office/drawing/2014/main" id="{A297D9FC-92A0-4019-B6E0-80CB7EEA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MAPBIOMAS AMC · MAPBIOMAS CUMULATIVE LAND-COVER CHANGE · NATIVE-VEGETATION NET LOSS RELATIVE TO 1985</a:t>
            </a:r>
          </a:p>
        </p:txBody>
      </p:sp>
      <p:sp>
        <p:nvSpPr>
          <p:cNvPr id="2" name="outcome-288-title">
            <a:extLst xmlns:a="http://schemas.openxmlformats.org/drawingml/2006/main">
              <a:ext uri="{FF2B5EF4-FFF2-40B4-BE49-F238E27FC236}">
                <a16:creationId xmlns:a16="http://schemas.microsoft.com/office/drawing/2014/main" id="{F6DA5510-E992-49ED-A0F3-C7BB8A42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means are higher in 8 of 9 observed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11A19-EF2A-41AE-8BAD-CBFBCE1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6c4c01e244067"/>
          <a:stretch xmlns:a="http://schemas.openxmlformats.org/drawingml/2006/main"/>
        </p:blipFill>
        <p:spPr>
          <a:xfrm xmlns:a="http://schemas.openxmlformats.org/drawingml/2006/main">
            <a:off x="266700" y="2282611"/>
            <a:ext cx="6953250" cy="3130977"/>
          </a:xfrm>
          <a:prstGeom xmlns:a="http://schemas.openxmlformats.org/drawingml/2006/main" prst="rect">
            <a:avLst/>
          </a:prstGeom>
        </p:spPr>
      </p:pic>
      <p:sp>
        <p:nvSpPr>
          <p:cNvPr id="5" name="outcome-288-table-label">
            <a:extLst xmlns:a="http://schemas.openxmlformats.org/drawingml/2006/main">
              <a:ext uri="{FF2B5EF4-FFF2-40B4-BE49-F238E27FC236}">
                <a16:creationId xmlns:a16="http://schemas.microsoft.com/office/drawing/2014/main" id="{37F55C64-5D2B-4197-92CE-52776295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UNADJUSTED MEANS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48550" y="1924050"/>
          <a:ext xmlns:a="http://schemas.openxmlformats.org/drawingml/2006/main" cx="41719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657350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 (0)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0.071 (0.115)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0.171 (0.0931)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0.102 (0.154)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0.247 (0.116)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0.107 (0.176)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0.276 (0.124)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0.0994 (0.213)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0.302 (0.137)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0.0938 (0.238)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0.317 (0.145)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0.0841 (0.275)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0.323 (0.153)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0.0854 (0.31)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0.331 (0.161)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0.104 (0.339)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0.36 (0.162)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outcome-288-note">
            <a:extLst xmlns:a="http://schemas.openxmlformats.org/drawingml/2006/main">
              <a:ext uri="{FF2B5EF4-FFF2-40B4-BE49-F238E27FC236}">
                <a16:creationId xmlns:a16="http://schemas.microsoft.com/office/drawing/2014/main" id="{E8034C86-6D5F-40EA-AEDA-99F94CB7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15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Box: Q1–Q3 · whiskers: P10–P90 · diamond: mean. Full median/IQR/N and mean-difference table is saved as LaTeX.</a:t>
            </a:r>
          </a:p>
        </p:txBody>
      </p:sp>
      <p:sp>
        <p:nvSpPr>
          <p:cNvPr id="8" name="footer-section-288">
            <a:extLst xmlns:a="http://schemas.openxmlformats.org/drawingml/2006/main">
              <a:ext uri="{FF2B5EF4-FFF2-40B4-BE49-F238E27FC236}">
                <a16:creationId xmlns:a16="http://schemas.microsoft.com/office/drawing/2014/main" id="{FBECB663-47A9-443C-A07A-24CFB0F4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MapBiomas cumulative land-cover change</a:t>
            </a:r>
          </a:p>
        </p:txBody>
      </p:sp>
      <p:sp>
        <p:nvSpPr>
          <p:cNvPr id="9" name="footer-number-288">
            <a:extLst xmlns:a="http://schemas.openxmlformats.org/drawingml/2006/main">
              <a:ext uri="{FF2B5EF4-FFF2-40B4-BE49-F238E27FC236}">
                <a16:creationId xmlns:a16="http://schemas.microsoft.com/office/drawing/2014/main" id="{49F8BFCF-C76B-45A4-A2B3-DDD62AA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288</a:t>
            </a:r>
          </a:p>
        </p:txBody>
      </p:sp>
    </p:spTree>
    <p:extLst>
      <p:ext uri="{BB962C8B-B14F-4D97-AF65-F5344CB8AC3E}">
        <p14:creationId xmlns:p14="http://schemas.microsoft.com/office/powerpoint/2010/main" val="56975350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aez-289-eyebrow">
            <a:extLst xmlns:a="http://schemas.openxmlformats.org/drawingml/2006/main">
              <a:ext uri="{FF2B5EF4-FFF2-40B4-BE49-F238E27FC236}">
                <a16:creationId xmlns:a16="http://schemas.microsoft.com/office/drawing/2014/main" id="{803EC640-97C3-431A-B7C0-187CF0FA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STATIC FAO/GAEZ SELECTION CONTROLS</a:t>
            </a:r>
          </a:p>
        </p:txBody>
      </p:sp>
      <p:sp>
        <p:nvSpPr>
          <p:cNvPr id="2" name="gaez-289-title">
            <a:extLst xmlns:a="http://schemas.openxmlformats.org/drawingml/2006/main">
              <a:ext uri="{FF2B5EF4-FFF2-40B4-BE49-F238E27FC236}">
                <a16:creationId xmlns:a16="http://schemas.microsoft.com/office/drawing/2014/main" id="{60705820-4E7D-454F-A4EF-27BA54B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Treated suitability is higher for 8 of 8 crops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F613-2BB4-435E-8250-33BF95F0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4257cceab4fe7"/>
          <a:stretch xmlns:a="http://schemas.openxmlformats.org/drawingml/2006/main"/>
        </p:blipFill>
        <p:spPr>
          <a:xfrm xmlns:a="http://schemas.openxmlformats.org/drawingml/2006/main">
            <a:off x="247650" y="1942473"/>
            <a:ext cx="6953250" cy="3449304"/>
          </a:xfrm>
          <a:prstGeom xmlns:a="http://schemas.openxmlformats.org/drawingml/2006/main" prst="rect">
            <a:avLst/>
          </a:prstGeom>
        </p:spPr>
      </p:pic>
      <p:sp>
        <p:nvSpPr>
          <p:cNvPr id="5" name="gaez-289-table-label">
            <a:extLst xmlns:a="http://schemas.openxmlformats.org/drawingml/2006/main">
              <a:ext uri="{FF2B5EF4-FFF2-40B4-BE49-F238E27FC236}">
                <a16:creationId xmlns:a16="http://schemas.microsoft.com/office/drawing/2014/main" id="{7DFB1193-238F-4EBC-9223-B150088F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668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HIGH-INPUT SUITABILITY: MEAN (SD)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391400" y="1790700"/>
          <a:ext xmlns:a="http://schemas.openxmlformats.org/drawingml/2006/main" cx="4267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314450"/>
                <a:gridCol w="13144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Soybean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50.2 (17.6)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62.7 (9.24)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38.4 (17.5)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42.7 (12.3)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Dryland 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51.2 (26.6)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 (12.5)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Phaseolus bean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49.6 (17.6)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63.9 (7.69)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21.4 (19.8)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36.4 (11.8)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Cotton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 (17)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35.7 (8.67)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Coffee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34.1 (24.8)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50.7 (9.99)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Sugarcane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37.2 (22.9)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42.5 (11.8)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gaez-289-note">
            <a:extLst xmlns:a="http://schemas.openxmlformats.org/drawingml/2006/main">
              <a:ext uri="{FF2B5EF4-FFF2-40B4-BE49-F238E27FC236}">
                <a16:creationId xmlns:a16="http://schemas.microsoft.com/office/drawing/2014/main" id="{AE275BC6-4D8C-4E99-A230-2FF692B5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95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Static 1961–1990 climate normal · rainfed · all land · commercial/modern-input management · index 0–100.</a:t>
            </a:r>
          </a:p>
        </p:txBody>
      </p:sp>
      <p:sp>
        <p:nvSpPr>
          <p:cNvPr id="8" name="footer-section-289">
            <a:extLst xmlns:a="http://schemas.openxmlformats.org/drawingml/2006/main">
              <a:ext uri="{FF2B5EF4-FFF2-40B4-BE49-F238E27FC236}">
                <a16:creationId xmlns:a16="http://schemas.microsoft.com/office/drawing/2014/main" id="{45D8777D-72DA-405B-B31D-93B675B0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FAO/GAEZ controls</a:t>
            </a:r>
          </a:p>
        </p:txBody>
      </p:sp>
      <p:sp>
        <p:nvSpPr>
          <p:cNvPr id="9" name="footer-number-289">
            <a:extLst xmlns:a="http://schemas.openxmlformats.org/drawingml/2006/main">
              <a:ext uri="{FF2B5EF4-FFF2-40B4-BE49-F238E27FC236}">
                <a16:creationId xmlns:a16="http://schemas.microsoft.com/office/drawing/2014/main" id="{B3F4052C-8BC0-4400-AD98-FE5CE200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289</a:t>
            </a:r>
          </a:p>
        </p:txBody>
      </p:sp>
    </p:spTree>
    <p:extLst>
      <p:ext uri="{BB962C8B-B14F-4D97-AF65-F5344CB8AC3E}">
        <p14:creationId xmlns:p14="http://schemas.microsoft.com/office/powerpoint/2010/main" val="1232689214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sw-290-eyebrow">
            <a:extLst xmlns:a="http://schemas.openxmlformats.org/drawingml/2006/main">
              <a:ext uri="{FF2B5EF4-FFF2-40B4-BE49-F238E27FC236}">
                <a16:creationId xmlns:a16="http://schemas.microsoft.com/office/drawing/2014/main" id="{E22CFEF1-B190-4AE9-B411-F92123FC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OPERATIONAL CORE · PROPENSITY-SCORE WEIGHTING</a:t>
            </a:r>
          </a:p>
        </p:txBody>
      </p:sp>
      <p:sp>
        <p:nvSpPr>
          <p:cNvPr id="2" name="psw-290-title">
            <a:extLst xmlns:a="http://schemas.openxmlformats.org/drawingml/2006/main">
              <a:ext uri="{FF2B5EF4-FFF2-40B4-BE49-F238E27FC236}">
                <a16:creationId xmlns:a16="http://schemas.microsoft.com/office/drawing/2014/main" id="{C70F88C9-6419-4BAD-9E07-D94540A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GAEZ raises max |SMD| after weighting: 0.103 → 0.144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0B500-0CD2-4993-82D6-7A3315E1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e37395b4549c7"/>
          <a:stretch xmlns:a="http://schemas.openxmlformats.org/drawingml/2006/main"/>
        </p:blipFill>
        <p:spPr>
          <a:xfrm xmlns:a="http://schemas.openxmlformats.org/drawingml/2006/main">
            <a:off x="228600" y="2319555"/>
            <a:ext cx="7962900" cy="2771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8286750" y="1657350"/>
          <a:ext xmlns:a="http://schemas.openxmlformats.org/drawingml/2006/main" cx="33718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990600"/>
                <a:gridCol w="99060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Without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With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71/81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78/81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Controls retained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2,210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1,180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Effective 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255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0.01–0.241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0.01–0.596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|SMD| after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sw-290-caution">
            <a:extLst xmlns:a="http://schemas.openxmlformats.org/drawingml/2006/main">
              <a:ext uri="{FF2B5EF4-FFF2-40B4-BE49-F238E27FC236}">
                <a16:creationId xmlns:a16="http://schemas.microsoft.com/office/drawing/2014/main" id="{E16E6C2E-B2B8-475C-81A3-5D017228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71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0"/>
                </a:solidFill>
                <a:latin typeface="Arial"/>
                <a:ea typeface="Arial"/>
                <a:cs typeface="Arial"/>
              </a:rPr>
              <a:t>Both panels show only the zoomed common-support comparison. The GAEZ model adds eight high-input rainfed crop-suitability measures to the same 1970 census and GDP covariates.</a:t>
            </a:r>
          </a:p>
        </p:txBody>
      </p:sp>
      <p:sp>
        <p:nvSpPr>
          <p:cNvPr id="7" name="footer-section-290">
            <a:extLst xmlns:a="http://schemas.openxmlformats.org/drawingml/2006/main">
              <a:ext uri="{FF2B5EF4-FFF2-40B4-BE49-F238E27FC236}">
                <a16:creationId xmlns:a16="http://schemas.microsoft.com/office/drawing/2014/main" id="{AEAC9C50-DDBB-4B1A-A029-B804AD07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Operational core · PSW diagnostic</a:t>
            </a:r>
          </a:p>
        </p:txBody>
      </p:sp>
      <p:sp>
        <p:nvSpPr>
          <p:cNvPr id="8" name="footer-number-290">
            <a:extLst xmlns:a="http://schemas.openxmlformats.org/drawingml/2006/main">
              <a:ext uri="{FF2B5EF4-FFF2-40B4-BE49-F238E27FC236}">
                <a16:creationId xmlns:a16="http://schemas.microsoft.com/office/drawing/2014/main" id="{F1193183-1C27-4590-AC28-63D3BD99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290</a:t>
            </a:r>
          </a:p>
        </p:txBody>
      </p:sp>
    </p:spTree>
    <p:extLst>
      <p:ext uri="{BB962C8B-B14F-4D97-AF65-F5344CB8AC3E}">
        <p14:creationId xmlns:p14="http://schemas.microsoft.com/office/powerpoint/2010/main" val="1526851873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ynthesis-title">
            <a:extLst xmlns:a="http://schemas.openxmlformats.org/drawingml/2006/main">
              <a:ext uri="{FF2B5EF4-FFF2-40B4-BE49-F238E27FC236}">
                <a16:creationId xmlns:a16="http://schemas.microsoft.com/office/drawing/2014/main" id="{D2989152-0A95-41C4-BD89-4964130E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GAEZ changes overlap differently across assignments</a:t>
            </a:r>
          </a:p>
        </p:txBody>
      </p:sp>
      <p:sp>
        <p:nvSpPr>
          <p:cNvPr id="2" name="synthesis-body">
            <a:extLst xmlns:a="http://schemas.openxmlformats.org/drawingml/2006/main">
              <a:ext uri="{FF2B5EF4-FFF2-40B4-BE49-F238E27FC236}">
                <a16:creationId xmlns:a16="http://schemas.microsoft.com/office/drawing/2014/main" id="{6163DB4D-3A89-451B-A3CA-DF632F08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0"/>
                </a:solidFill>
                <a:latin typeface="Arial"/>
                <a:ea typeface="Arial"/>
                <a:cs typeface="Arial"/>
              </a:rPr>
              <a:t>Across definitions, the agronomic controls alter retained treated counts and residual weighted imbalance; the preferred outcome models should report both specifications.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113919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143000"/>
                <a:gridCol w="1571625"/>
                <a:gridCol w="1571625"/>
                <a:gridCol w="1809750"/>
                <a:gridCol w="1866900"/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Assignment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 support</a:t>
                      </a:r>
                    </a:p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 support</a:t>
                      </a:r>
                    </a:p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|SMD|</a:t>
                      </a:r>
                    </a:p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|SMD|</a:t>
                      </a:r>
                    </a:p>
                    <a:p>
                      <a:pPr algn="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 GAEZ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Any operational-area overlap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0.132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Majority operational-area overlap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0.229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Municipal seat inside an operational area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0.128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Operational core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0.144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synthesis-close">
            <a:extLst xmlns:a="http://schemas.openxmlformats.org/drawingml/2006/main">
              <a:ext uri="{FF2B5EF4-FFF2-40B4-BE49-F238E27FC236}">
                <a16:creationId xmlns:a16="http://schemas.microsoft.com/office/drawing/2014/main" id="{BC015779-6590-482C-B0AF-827AE6E3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analytical step: estimate outcome models with the saved ATT weights and report sensitivity to each assignment definition and overlap restriction.</a:t>
            </a:r>
          </a:p>
        </p:txBody>
      </p:sp>
      <p:sp>
        <p:nvSpPr>
          <p:cNvPr id="5" name="footer-section-291">
            <a:extLst xmlns:a="http://schemas.openxmlformats.org/drawingml/2006/main">
              <a:ext uri="{FF2B5EF4-FFF2-40B4-BE49-F238E27FC236}">
                <a16:creationId xmlns:a16="http://schemas.microsoft.com/office/drawing/2014/main" id="{530F453B-BB00-473D-AEDA-1C58508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Cross-definition synthesis</a:t>
            </a:r>
          </a:p>
        </p:txBody>
      </p:sp>
      <p:sp>
        <p:nvSpPr>
          <p:cNvPr id="6" name="footer-number-291">
            <a:extLst xmlns:a="http://schemas.openxmlformats.org/drawingml/2006/main">
              <a:ext uri="{FF2B5EF4-FFF2-40B4-BE49-F238E27FC236}">
                <a16:creationId xmlns:a16="http://schemas.microsoft.com/office/drawing/2014/main" id="{4B246AC3-9DA7-47FA-B2AA-282A630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0"/>
                </a:solidFill>
                <a:latin typeface="Arial"/>
                <a:ea typeface="Arial"/>
                <a:cs typeface="Arial"/>
              </a:rPr>
              <a:t>291</a:t>
            </a:r>
          </a:p>
        </p:txBody>
      </p:sp>
    </p:spTree>
    <p:extLst>
      <p:ext uri="{BB962C8B-B14F-4D97-AF65-F5344CB8AC3E}">
        <p14:creationId xmlns:p14="http://schemas.microsoft.com/office/powerpoint/2010/main" val="944133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2026-08-21T03:19:32.0330000Z</dcterms:created>
  <dcterms:modified xsi:type="dcterms:W3CDTF">2026-08-21T03:19:32.0340000Z</dcterms:modified>
</coreProperties>
</file>